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handoutMasterIdLst>
    <p:handoutMasterId r:id="rId57"/>
  </p:handoutMasterIdLst>
  <p:sldIdLst>
    <p:sldId id="301" r:id="rId2"/>
    <p:sldId id="1381" r:id="rId3"/>
    <p:sldId id="1382" r:id="rId4"/>
    <p:sldId id="1383" r:id="rId5"/>
    <p:sldId id="1386" r:id="rId6"/>
    <p:sldId id="1355" r:id="rId7"/>
    <p:sldId id="1356" r:id="rId8"/>
    <p:sldId id="1314" r:id="rId9"/>
    <p:sldId id="1328" r:id="rId10"/>
    <p:sldId id="1357" r:id="rId11"/>
    <p:sldId id="413" r:id="rId12"/>
    <p:sldId id="1369" r:id="rId13"/>
    <p:sldId id="1370" r:id="rId14"/>
    <p:sldId id="1371" r:id="rId15"/>
    <p:sldId id="1380" r:id="rId16"/>
    <p:sldId id="1367" r:id="rId17"/>
    <p:sldId id="1333" r:id="rId18"/>
    <p:sldId id="1331" r:id="rId19"/>
    <p:sldId id="1334" r:id="rId20"/>
    <p:sldId id="1335" r:id="rId21"/>
    <p:sldId id="1336" r:id="rId22"/>
    <p:sldId id="1337" r:id="rId23"/>
    <p:sldId id="1338" r:id="rId24"/>
    <p:sldId id="1340" r:id="rId25"/>
    <p:sldId id="1341" r:id="rId26"/>
    <p:sldId id="1342" r:id="rId27"/>
    <p:sldId id="1343" r:id="rId28"/>
    <p:sldId id="1344" r:id="rId29"/>
    <p:sldId id="1345" r:id="rId30"/>
    <p:sldId id="1346" r:id="rId31"/>
    <p:sldId id="1347" r:id="rId32"/>
    <p:sldId id="1348" r:id="rId33"/>
    <p:sldId id="1349" r:id="rId34"/>
    <p:sldId id="1350" r:id="rId35"/>
    <p:sldId id="1372" r:id="rId36"/>
    <p:sldId id="1358" r:id="rId37"/>
    <p:sldId id="1308" r:id="rId38"/>
    <p:sldId id="1318" r:id="rId39"/>
    <p:sldId id="1327" r:id="rId40"/>
    <p:sldId id="1387" r:id="rId41"/>
    <p:sldId id="1329" r:id="rId42"/>
    <p:sldId id="1397" r:id="rId43"/>
    <p:sldId id="1373" r:id="rId44"/>
    <p:sldId id="1377" r:id="rId45"/>
    <p:sldId id="1368" r:id="rId46"/>
    <p:sldId id="1385" r:id="rId47"/>
    <p:sldId id="1404" r:id="rId48"/>
    <p:sldId id="1398" r:id="rId49"/>
    <p:sldId id="1399" r:id="rId50"/>
    <p:sldId id="1400" r:id="rId51"/>
    <p:sldId id="1401" r:id="rId52"/>
    <p:sldId id="1402" r:id="rId53"/>
    <p:sldId id="1403" r:id="rId54"/>
    <p:sldId id="131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74157C-9B23-43AE-BBE0-E7688C05CAED}">
          <p14:sldIdLst>
            <p14:sldId id="301"/>
            <p14:sldId id="1381"/>
            <p14:sldId id="1382"/>
            <p14:sldId id="1383"/>
            <p14:sldId id="1386"/>
            <p14:sldId id="1355"/>
            <p14:sldId id="1356"/>
            <p14:sldId id="1314"/>
            <p14:sldId id="1328"/>
            <p14:sldId id="1357"/>
            <p14:sldId id="413"/>
            <p14:sldId id="1369"/>
            <p14:sldId id="1370"/>
            <p14:sldId id="1371"/>
            <p14:sldId id="1380"/>
            <p14:sldId id="1367"/>
            <p14:sldId id="1333"/>
            <p14:sldId id="1331"/>
            <p14:sldId id="1334"/>
            <p14:sldId id="1335"/>
            <p14:sldId id="1336"/>
            <p14:sldId id="1337"/>
            <p14:sldId id="1338"/>
            <p14:sldId id="1340"/>
            <p14:sldId id="1341"/>
            <p14:sldId id="1342"/>
            <p14:sldId id="1343"/>
            <p14:sldId id="1344"/>
            <p14:sldId id="1345"/>
            <p14:sldId id="1346"/>
            <p14:sldId id="1347"/>
            <p14:sldId id="1348"/>
            <p14:sldId id="1349"/>
            <p14:sldId id="1350"/>
            <p14:sldId id="1372"/>
            <p14:sldId id="1358"/>
            <p14:sldId id="1308"/>
            <p14:sldId id="1318"/>
            <p14:sldId id="1327"/>
            <p14:sldId id="1387"/>
            <p14:sldId id="1329"/>
            <p14:sldId id="1397"/>
            <p14:sldId id="1373"/>
            <p14:sldId id="1377"/>
            <p14:sldId id="1368"/>
            <p14:sldId id="1385"/>
            <p14:sldId id="1404"/>
          </p14:sldIdLst>
        </p14:section>
        <p14:section name="Extras" id="{83B35A2A-69C8-4A9B-8AEA-582E360E3E27}">
          <p14:sldIdLst>
            <p14:sldId id="1398"/>
            <p14:sldId id="1399"/>
            <p14:sldId id="1400"/>
            <p14:sldId id="1401"/>
            <p14:sldId id="1402"/>
            <p14:sldId id="1403"/>
            <p14:sldId id="1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1EC"/>
    <a:srgbClr val="E1DAF4"/>
    <a:srgbClr val="E3DAF4"/>
    <a:srgbClr val="EDDBF3"/>
    <a:srgbClr val="EDF1CA"/>
    <a:srgbClr val="AD5B99"/>
    <a:srgbClr val="F78C81"/>
    <a:srgbClr val="EDA28B"/>
    <a:srgbClr val="DCDFF2"/>
    <a:srgbClr val="CA3A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D28FF-3EBF-4FE7-AB51-58AE4E25FDBE}" v="18" dt="2023-09-08T11:58:48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41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2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tra Mitra" userId="ed282abb-f77d-4912-ae2d-92fef056a80d" providerId="ADAL" clId="{2D99788F-6833-416A-B91A-E1775DF8F536}"/>
    <pc:docChg chg="undo custSel addSld delSld modSld sldOrd modSection">
      <pc:chgData name="Aritra Mitra" userId="ed282abb-f77d-4912-ae2d-92fef056a80d" providerId="ADAL" clId="{2D99788F-6833-416A-B91A-E1775DF8F536}" dt="2020-10-02T17:47:04.485" v="9237" actId="20577"/>
      <pc:docMkLst>
        <pc:docMk/>
      </pc:docMkLst>
      <pc:sldChg chg="modSp">
        <pc:chgData name="Aritra Mitra" userId="ed282abb-f77d-4912-ae2d-92fef056a80d" providerId="ADAL" clId="{2D99788F-6833-416A-B91A-E1775DF8F536}" dt="2020-10-01T02:35:31.665" v="83" actId="20577"/>
        <pc:sldMkLst>
          <pc:docMk/>
          <pc:sldMk cId="3695319144" sldId="301"/>
        </pc:sldMkLst>
        <pc:spChg chg="mod">
          <ac:chgData name="Aritra Mitra" userId="ed282abb-f77d-4912-ae2d-92fef056a80d" providerId="ADAL" clId="{2D99788F-6833-416A-B91A-E1775DF8F536}" dt="2020-10-01T02:35:31.665" v="83" actId="20577"/>
          <ac:spMkLst>
            <pc:docMk/>
            <pc:sldMk cId="3695319144" sldId="301"/>
            <ac:spMk id="2" creationId="{00000000-0000-0000-0000-000000000000}"/>
          </ac:spMkLst>
        </pc:spChg>
      </pc:sldChg>
      <pc:sldChg chg="addSp modSp modAnim">
        <pc:chgData name="Aritra Mitra" userId="ed282abb-f77d-4912-ae2d-92fef056a80d" providerId="ADAL" clId="{2D99788F-6833-416A-B91A-E1775DF8F536}" dt="2020-10-01T03:05:19.062" v="651" actId="20577"/>
        <pc:sldMkLst>
          <pc:docMk/>
          <pc:sldMk cId="646558840" sldId="302"/>
        </pc:sldMkLst>
        <pc:spChg chg="mod">
          <ac:chgData name="Aritra Mitra" userId="ed282abb-f77d-4912-ae2d-92fef056a80d" providerId="ADAL" clId="{2D99788F-6833-416A-B91A-E1775DF8F536}" dt="2020-10-01T02:53:28.397" v="501" actId="20577"/>
          <ac:spMkLst>
            <pc:docMk/>
            <pc:sldMk cId="646558840" sldId="302"/>
            <ac:spMk id="2" creationId="{F9BF8408-4A8E-411E-AFAB-9BE22F478435}"/>
          </ac:spMkLst>
        </pc:spChg>
        <pc:spChg chg="mod">
          <ac:chgData name="Aritra Mitra" userId="ed282abb-f77d-4912-ae2d-92fef056a80d" providerId="ADAL" clId="{2D99788F-6833-416A-B91A-E1775DF8F536}" dt="2020-10-01T03:05:19.062" v="651" actId="20577"/>
          <ac:spMkLst>
            <pc:docMk/>
            <pc:sldMk cId="646558840" sldId="302"/>
            <ac:spMk id="3" creationId="{CA2B2E88-FE78-4818-BA9C-13DC724EEC7D}"/>
          </ac:spMkLst>
        </pc:spChg>
        <pc:spChg chg="mod">
          <ac:chgData name="Aritra Mitra" userId="ed282abb-f77d-4912-ae2d-92fef056a80d" providerId="ADAL" clId="{2D99788F-6833-416A-B91A-E1775DF8F536}" dt="2020-10-01T02:54:46.924" v="536" actId="1076"/>
          <ac:spMkLst>
            <pc:docMk/>
            <pc:sldMk cId="646558840" sldId="302"/>
            <ac:spMk id="4" creationId="{FAD6056A-BAC3-4670-96A4-278A6C186D23}"/>
          </ac:spMkLst>
        </pc:spChg>
        <pc:spChg chg="add mod">
          <ac:chgData name="Aritra Mitra" userId="ed282abb-f77d-4912-ae2d-92fef056a80d" providerId="ADAL" clId="{2D99788F-6833-416A-B91A-E1775DF8F536}" dt="2020-10-01T02:55:40.095" v="541" actId="208"/>
          <ac:spMkLst>
            <pc:docMk/>
            <pc:sldMk cId="646558840" sldId="302"/>
            <ac:spMk id="5" creationId="{BD37BF36-96CB-42C6-A867-5881629455A1}"/>
          </ac:spMkLst>
        </pc:spChg>
      </pc:sldChg>
      <pc:sldChg chg="addSp delSp modSp del">
        <pc:chgData name="Aritra Mitra" userId="ed282abb-f77d-4912-ae2d-92fef056a80d" providerId="ADAL" clId="{2D99788F-6833-416A-B91A-E1775DF8F536}" dt="2020-10-01T05:35:42.951" v="1496" actId="2696"/>
        <pc:sldMkLst>
          <pc:docMk/>
          <pc:sldMk cId="2427468132" sldId="303"/>
        </pc:sldMkLst>
        <pc:spChg chg="del mod">
          <ac:chgData name="Aritra Mitra" userId="ed282abb-f77d-4912-ae2d-92fef056a80d" providerId="ADAL" clId="{2D99788F-6833-416A-B91A-E1775DF8F536}" dt="2020-10-01T05:12:12.457" v="1430"/>
          <ac:spMkLst>
            <pc:docMk/>
            <pc:sldMk cId="2427468132" sldId="303"/>
            <ac:spMk id="3" creationId="{082C6424-FA2C-4AE0-BF2D-D8C265BAF2DD}"/>
          </ac:spMkLst>
        </pc:spChg>
        <pc:spChg chg="add mod">
          <ac:chgData name="Aritra Mitra" userId="ed282abb-f77d-4912-ae2d-92fef056a80d" providerId="ADAL" clId="{2D99788F-6833-416A-B91A-E1775DF8F536}" dt="2020-10-01T05:12:12.457" v="1430"/>
          <ac:spMkLst>
            <pc:docMk/>
            <pc:sldMk cId="2427468132" sldId="303"/>
            <ac:spMk id="4" creationId="{3672DEBC-61A5-4908-AC27-5F2E24A5EF4E}"/>
          </ac:spMkLst>
        </pc:spChg>
      </pc:sldChg>
      <pc:sldChg chg="add">
        <pc:chgData name="Aritra Mitra" userId="ed282abb-f77d-4912-ae2d-92fef056a80d" providerId="ADAL" clId="{2D99788F-6833-416A-B91A-E1775DF8F536}" dt="2020-10-02T15:05:45.963" v="8841"/>
        <pc:sldMkLst>
          <pc:docMk/>
          <pc:sldMk cId="4165590146" sldId="303"/>
        </pc:sldMkLst>
      </pc:sldChg>
      <pc:sldChg chg="del">
        <pc:chgData name="Aritra Mitra" userId="ed282abb-f77d-4912-ae2d-92fef056a80d" providerId="ADAL" clId="{2D99788F-6833-416A-B91A-E1775DF8F536}" dt="2020-10-01T05:35:45.623" v="1497" actId="2696"/>
        <pc:sldMkLst>
          <pc:docMk/>
          <pc:sldMk cId="2858825466" sldId="304"/>
        </pc:sldMkLst>
      </pc:sldChg>
      <pc:sldChg chg="del">
        <pc:chgData name="Aritra Mitra" userId="ed282abb-f77d-4912-ae2d-92fef056a80d" providerId="ADAL" clId="{2D99788F-6833-416A-B91A-E1775DF8F536}" dt="2020-10-01T05:40:34.292" v="1573" actId="2696"/>
        <pc:sldMkLst>
          <pc:docMk/>
          <pc:sldMk cId="3445461959" sldId="305"/>
        </pc:sldMkLst>
      </pc:sldChg>
      <pc:sldChg chg="del">
        <pc:chgData name="Aritra Mitra" userId="ed282abb-f77d-4912-ae2d-92fef056a80d" providerId="ADAL" clId="{2D99788F-6833-416A-B91A-E1775DF8F536}" dt="2020-10-01T21:53:15.385" v="3690" actId="2696"/>
        <pc:sldMkLst>
          <pc:docMk/>
          <pc:sldMk cId="3263130873" sldId="306"/>
        </pc:sldMkLst>
      </pc:sldChg>
      <pc:sldChg chg="modSp">
        <pc:chgData name="Aritra Mitra" userId="ed282abb-f77d-4912-ae2d-92fef056a80d" providerId="ADAL" clId="{2D99788F-6833-416A-B91A-E1775DF8F536}" dt="2020-10-02T04:02:23.838" v="6090" actId="207"/>
        <pc:sldMkLst>
          <pc:docMk/>
          <pc:sldMk cId="4023951773" sldId="307"/>
        </pc:sldMkLst>
        <pc:spChg chg="mod">
          <ac:chgData name="Aritra Mitra" userId="ed282abb-f77d-4912-ae2d-92fef056a80d" providerId="ADAL" clId="{2D99788F-6833-416A-B91A-E1775DF8F536}" dt="2020-10-02T04:02:23.838" v="6090" actId="207"/>
          <ac:spMkLst>
            <pc:docMk/>
            <pc:sldMk cId="4023951773" sldId="307"/>
            <ac:spMk id="2" creationId="{00000000-0000-0000-0000-000000000000}"/>
          </ac:spMkLst>
        </pc:spChg>
      </pc:sldChg>
      <pc:sldChg chg="modSp">
        <pc:chgData name="Aritra Mitra" userId="ed282abb-f77d-4912-ae2d-92fef056a80d" providerId="ADAL" clId="{2D99788F-6833-416A-B91A-E1775DF8F536}" dt="2020-10-02T03:28:24.090" v="4836" actId="20577"/>
        <pc:sldMkLst>
          <pc:docMk/>
          <pc:sldMk cId="799342535" sldId="308"/>
        </pc:sldMkLst>
        <pc:spChg chg="mod">
          <ac:chgData name="Aritra Mitra" userId="ed282abb-f77d-4912-ae2d-92fef056a80d" providerId="ADAL" clId="{2D99788F-6833-416A-B91A-E1775DF8F536}" dt="2020-10-02T03:28:24.090" v="4836" actId="20577"/>
          <ac:spMkLst>
            <pc:docMk/>
            <pc:sldMk cId="799342535" sldId="308"/>
            <ac:spMk id="3" creationId="{31E89C09-130F-4C7E-9729-93AAD11765C4}"/>
          </ac:spMkLst>
        </pc:spChg>
      </pc:sldChg>
      <pc:sldChg chg="modSp">
        <pc:chgData name="Aritra Mitra" userId="ed282abb-f77d-4912-ae2d-92fef056a80d" providerId="ADAL" clId="{2D99788F-6833-416A-B91A-E1775DF8F536}" dt="2020-10-02T05:00:09.156" v="7021" actId="114"/>
        <pc:sldMkLst>
          <pc:docMk/>
          <pc:sldMk cId="1396407964" sldId="309"/>
        </pc:sldMkLst>
        <pc:spChg chg="mod">
          <ac:chgData name="Aritra Mitra" userId="ed282abb-f77d-4912-ae2d-92fef056a80d" providerId="ADAL" clId="{2D99788F-6833-416A-B91A-E1775DF8F536}" dt="2020-10-02T05:00:09.156" v="7021" actId="114"/>
          <ac:spMkLst>
            <pc:docMk/>
            <pc:sldMk cId="1396407964" sldId="309"/>
            <ac:spMk id="3" creationId="{7E1B7547-AC4C-497F-84A7-E6AD85DC7824}"/>
          </ac:spMkLst>
        </pc:spChg>
      </pc:sldChg>
      <pc:sldChg chg="del">
        <pc:chgData name="Aritra Mitra" userId="ed282abb-f77d-4912-ae2d-92fef056a80d" providerId="ADAL" clId="{2D99788F-6833-416A-B91A-E1775DF8F536}" dt="2020-10-01T23:40:36.627" v="4804" actId="2696"/>
        <pc:sldMkLst>
          <pc:docMk/>
          <pc:sldMk cId="3851850704" sldId="311"/>
        </pc:sldMkLst>
      </pc:sldChg>
      <pc:sldChg chg="del">
        <pc:chgData name="Aritra Mitra" userId="ed282abb-f77d-4912-ae2d-92fef056a80d" providerId="ADAL" clId="{2D99788F-6833-416A-B91A-E1775DF8F536}" dt="2020-10-01T23:40:39.027" v="4805" actId="2696"/>
        <pc:sldMkLst>
          <pc:docMk/>
          <pc:sldMk cId="1225291238" sldId="312"/>
        </pc:sldMkLst>
      </pc:sldChg>
      <pc:sldChg chg="del">
        <pc:chgData name="Aritra Mitra" userId="ed282abb-f77d-4912-ae2d-92fef056a80d" providerId="ADAL" clId="{2D99788F-6833-416A-B91A-E1775DF8F536}" dt="2020-10-01T23:40:42.764" v="4806" actId="2696"/>
        <pc:sldMkLst>
          <pc:docMk/>
          <pc:sldMk cId="4216948484" sldId="313"/>
        </pc:sldMkLst>
      </pc:sldChg>
      <pc:sldChg chg="del">
        <pc:chgData name="Aritra Mitra" userId="ed282abb-f77d-4912-ae2d-92fef056a80d" providerId="ADAL" clId="{2D99788F-6833-416A-B91A-E1775DF8F536}" dt="2020-10-01T23:40:50.433" v="4807" actId="2696"/>
        <pc:sldMkLst>
          <pc:docMk/>
          <pc:sldMk cId="1399936581" sldId="314"/>
        </pc:sldMkLst>
      </pc:sldChg>
      <pc:sldChg chg="del">
        <pc:chgData name="Aritra Mitra" userId="ed282abb-f77d-4912-ae2d-92fef056a80d" providerId="ADAL" clId="{2D99788F-6833-416A-B91A-E1775DF8F536}" dt="2020-10-01T23:40:51.924" v="4808" actId="2696"/>
        <pc:sldMkLst>
          <pc:docMk/>
          <pc:sldMk cId="2575046587" sldId="315"/>
        </pc:sldMkLst>
      </pc:sldChg>
      <pc:sldChg chg="del">
        <pc:chgData name="Aritra Mitra" userId="ed282abb-f77d-4912-ae2d-92fef056a80d" providerId="ADAL" clId="{2D99788F-6833-416A-B91A-E1775DF8F536}" dt="2020-10-01T23:40:56.872" v="4809" actId="2696"/>
        <pc:sldMkLst>
          <pc:docMk/>
          <pc:sldMk cId="2051638894" sldId="316"/>
        </pc:sldMkLst>
      </pc:sldChg>
      <pc:sldChg chg="del">
        <pc:chgData name="Aritra Mitra" userId="ed282abb-f77d-4912-ae2d-92fef056a80d" providerId="ADAL" clId="{2D99788F-6833-416A-B91A-E1775DF8F536}" dt="2020-10-01T23:40:58.342" v="4810" actId="2696"/>
        <pc:sldMkLst>
          <pc:docMk/>
          <pc:sldMk cId="215066754" sldId="317"/>
        </pc:sldMkLst>
      </pc:sldChg>
      <pc:sldChg chg="addSp delSp modSp add">
        <pc:chgData name="Aritra Mitra" userId="ed282abb-f77d-4912-ae2d-92fef056a80d" providerId="ADAL" clId="{2D99788F-6833-416A-B91A-E1775DF8F536}" dt="2020-10-01T02:51:24.890" v="454" actId="1036"/>
        <pc:sldMkLst>
          <pc:docMk/>
          <pc:sldMk cId="2458513484" sldId="318"/>
        </pc:sldMkLst>
        <pc:spChg chg="mod">
          <ac:chgData name="Aritra Mitra" userId="ed282abb-f77d-4912-ae2d-92fef056a80d" providerId="ADAL" clId="{2D99788F-6833-416A-B91A-E1775DF8F536}" dt="2020-10-01T02:36:58.622" v="120" actId="20577"/>
          <ac:spMkLst>
            <pc:docMk/>
            <pc:sldMk cId="2458513484" sldId="318"/>
            <ac:spMk id="2" creationId="{8BD71FF6-A30B-4B6A-BF1A-C2DBC4AB0F3A}"/>
          </ac:spMkLst>
        </pc:spChg>
        <pc:spChg chg="del">
          <ac:chgData name="Aritra Mitra" userId="ed282abb-f77d-4912-ae2d-92fef056a80d" providerId="ADAL" clId="{2D99788F-6833-416A-B91A-E1775DF8F536}" dt="2020-10-01T02:37:02.570" v="121" actId="478"/>
          <ac:spMkLst>
            <pc:docMk/>
            <pc:sldMk cId="2458513484" sldId="318"/>
            <ac:spMk id="3" creationId="{5ACD1DDE-1E7B-4B3E-86CC-90C2C6952893}"/>
          </ac:spMkLst>
        </pc:spChg>
        <pc:spChg chg="add mod">
          <ac:chgData name="Aritra Mitra" userId="ed282abb-f77d-4912-ae2d-92fef056a80d" providerId="ADAL" clId="{2D99788F-6833-416A-B91A-E1775DF8F536}" dt="2020-10-01T02:45:06.336" v="335" actId="1035"/>
          <ac:spMkLst>
            <pc:docMk/>
            <pc:sldMk cId="2458513484" sldId="318"/>
            <ac:spMk id="9" creationId="{AA9CB992-FFB3-48BF-A5EE-7A776AE12C13}"/>
          </ac:spMkLst>
        </pc:spChg>
        <pc:spChg chg="add mod">
          <ac:chgData name="Aritra Mitra" userId="ed282abb-f77d-4912-ae2d-92fef056a80d" providerId="ADAL" clId="{2D99788F-6833-416A-B91A-E1775DF8F536}" dt="2020-10-01T02:47:15.392" v="406" actId="208"/>
          <ac:spMkLst>
            <pc:docMk/>
            <pc:sldMk cId="2458513484" sldId="318"/>
            <ac:spMk id="10" creationId="{7E0ED9A4-6BDF-4132-B3B8-7B3DA57D1F0D}"/>
          </ac:spMkLst>
        </pc:spChg>
        <pc:spChg chg="add mod">
          <ac:chgData name="Aritra Mitra" userId="ed282abb-f77d-4912-ae2d-92fef056a80d" providerId="ADAL" clId="{2D99788F-6833-416A-B91A-E1775DF8F536}" dt="2020-10-01T02:47:21.005" v="407" actId="207"/>
          <ac:spMkLst>
            <pc:docMk/>
            <pc:sldMk cId="2458513484" sldId="318"/>
            <ac:spMk id="11" creationId="{2A8FA99D-DBCD-4210-B6A6-B879846AB20B}"/>
          </ac:spMkLst>
        </pc:spChg>
        <pc:spChg chg="add mod">
          <ac:chgData name="Aritra Mitra" userId="ed282abb-f77d-4912-ae2d-92fef056a80d" providerId="ADAL" clId="{2D99788F-6833-416A-B91A-E1775DF8F536}" dt="2020-10-01T02:45:16.023" v="375" actId="1036"/>
          <ac:spMkLst>
            <pc:docMk/>
            <pc:sldMk cId="2458513484" sldId="318"/>
            <ac:spMk id="12" creationId="{8EFAA983-9B9B-4F8B-B1A5-BB091FA995D0}"/>
          </ac:spMkLst>
        </pc:spChg>
        <pc:spChg chg="add mod">
          <ac:chgData name="Aritra Mitra" userId="ed282abb-f77d-4912-ae2d-92fef056a80d" providerId="ADAL" clId="{2D99788F-6833-416A-B91A-E1775DF8F536}" dt="2020-10-01T02:45:51.262" v="392" actId="1037"/>
          <ac:spMkLst>
            <pc:docMk/>
            <pc:sldMk cId="2458513484" sldId="318"/>
            <ac:spMk id="13" creationId="{DEFB5235-0BA7-4087-AE5B-C8A7BC2050A0}"/>
          </ac:spMkLst>
        </pc:spChg>
        <pc:spChg chg="add mod">
          <ac:chgData name="Aritra Mitra" userId="ed282abb-f77d-4912-ae2d-92fef056a80d" providerId="ADAL" clId="{2D99788F-6833-416A-B91A-E1775DF8F536}" dt="2020-10-01T02:51:24.890" v="454" actId="1036"/>
          <ac:spMkLst>
            <pc:docMk/>
            <pc:sldMk cId="2458513484" sldId="318"/>
            <ac:spMk id="22" creationId="{CD5CDFF6-7604-4D72-B164-808A96B5C43A}"/>
          </ac:spMkLst>
        </pc:spChg>
        <pc:picChg chg="add mod">
          <ac:chgData name="Aritra Mitra" userId="ed282abb-f77d-4912-ae2d-92fef056a80d" providerId="ADAL" clId="{2D99788F-6833-416A-B91A-E1775DF8F536}" dt="2020-10-01T02:45:06.336" v="335" actId="1035"/>
          <ac:picMkLst>
            <pc:docMk/>
            <pc:sldMk cId="2458513484" sldId="318"/>
            <ac:picMk id="5" creationId="{0FF356CE-55E6-4278-BB4C-DCFF773DCB73}"/>
          </ac:picMkLst>
        </pc:picChg>
        <pc:picChg chg="add del mod">
          <ac:chgData name="Aritra Mitra" userId="ed282abb-f77d-4912-ae2d-92fef056a80d" providerId="ADAL" clId="{2D99788F-6833-416A-B91A-E1775DF8F536}" dt="2020-10-01T02:41:03.515" v="136" actId="478"/>
          <ac:picMkLst>
            <pc:docMk/>
            <pc:sldMk cId="2458513484" sldId="318"/>
            <ac:picMk id="6" creationId="{844225C1-BF93-4968-8F8B-56A8E91CD439}"/>
          </ac:picMkLst>
        </pc:picChg>
        <pc:picChg chg="add mod">
          <ac:chgData name="Aritra Mitra" userId="ed282abb-f77d-4912-ae2d-92fef056a80d" providerId="ADAL" clId="{2D99788F-6833-416A-B91A-E1775DF8F536}" dt="2020-10-01T02:45:06.336" v="335" actId="1035"/>
          <ac:picMkLst>
            <pc:docMk/>
            <pc:sldMk cId="2458513484" sldId="318"/>
            <ac:picMk id="7" creationId="{AFC7CF49-9D1A-46D4-AEE3-0397F8ACA6F8}"/>
          </ac:picMkLst>
        </pc:picChg>
        <pc:picChg chg="add mod">
          <ac:chgData name="Aritra Mitra" userId="ed282abb-f77d-4912-ae2d-92fef056a80d" providerId="ADAL" clId="{2D99788F-6833-416A-B91A-E1775DF8F536}" dt="2020-10-01T02:45:06.336" v="335" actId="1035"/>
          <ac:picMkLst>
            <pc:docMk/>
            <pc:sldMk cId="2458513484" sldId="318"/>
            <ac:picMk id="8" creationId="{CC9A07C3-CF71-4B29-A7DB-019472A9010C}"/>
          </ac:picMkLst>
        </pc:picChg>
        <pc:cxnChg chg="add mod">
          <ac:chgData name="Aritra Mitra" userId="ed282abb-f77d-4912-ae2d-92fef056a80d" providerId="ADAL" clId="{2D99788F-6833-416A-B91A-E1775DF8F536}" dt="2020-10-01T02:47:01.887" v="405" actId="208"/>
          <ac:cxnSpMkLst>
            <pc:docMk/>
            <pc:sldMk cId="2458513484" sldId="318"/>
            <ac:cxnSpMk id="15" creationId="{B172AB60-5EA8-4EB3-8FD5-5759AF7B42D6}"/>
          </ac:cxnSpMkLst>
        </pc:cxnChg>
        <pc:cxnChg chg="add mod">
          <ac:chgData name="Aritra Mitra" userId="ed282abb-f77d-4912-ae2d-92fef056a80d" providerId="ADAL" clId="{2D99788F-6833-416A-B91A-E1775DF8F536}" dt="2020-10-01T02:47:01.887" v="405" actId="208"/>
          <ac:cxnSpMkLst>
            <pc:docMk/>
            <pc:sldMk cId="2458513484" sldId="318"/>
            <ac:cxnSpMk id="16" creationId="{3218EA14-2F0B-455F-84E3-4D0E622FE1A2}"/>
          </ac:cxnSpMkLst>
        </pc:cxnChg>
        <pc:cxnChg chg="add mod">
          <ac:chgData name="Aritra Mitra" userId="ed282abb-f77d-4912-ae2d-92fef056a80d" providerId="ADAL" clId="{2D99788F-6833-416A-B91A-E1775DF8F536}" dt="2020-10-01T02:47:01.887" v="405" actId="208"/>
          <ac:cxnSpMkLst>
            <pc:docMk/>
            <pc:sldMk cId="2458513484" sldId="318"/>
            <ac:cxnSpMk id="20" creationId="{3A01D5BE-1B8F-466B-B718-68816BC06184}"/>
          </ac:cxnSpMkLst>
        </pc:cxnChg>
      </pc:sldChg>
      <pc:sldChg chg="addSp modSp add">
        <pc:chgData name="Aritra Mitra" userId="ed282abb-f77d-4912-ae2d-92fef056a80d" providerId="ADAL" clId="{2D99788F-6833-416A-B91A-E1775DF8F536}" dt="2020-10-01T04:52:04.678" v="1336" actId="20577"/>
        <pc:sldMkLst>
          <pc:docMk/>
          <pc:sldMk cId="2329812678" sldId="319"/>
        </pc:sldMkLst>
        <pc:spChg chg="mod">
          <ac:chgData name="Aritra Mitra" userId="ed282abb-f77d-4912-ae2d-92fef056a80d" providerId="ADAL" clId="{2D99788F-6833-416A-B91A-E1775DF8F536}" dt="2020-10-01T03:06:03.923" v="674" actId="20577"/>
          <ac:spMkLst>
            <pc:docMk/>
            <pc:sldMk cId="2329812678" sldId="319"/>
            <ac:spMk id="2" creationId="{AA6E6356-0EAB-41B3-824D-A77C81CB6F7D}"/>
          </ac:spMkLst>
        </pc:spChg>
        <pc:spChg chg="mod">
          <ac:chgData name="Aritra Mitra" userId="ed282abb-f77d-4912-ae2d-92fef056a80d" providerId="ADAL" clId="{2D99788F-6833-416A-B91A-E1775DF8F536}" dt="2020-10-01T04:52:04.678" v="1336" actId="20577"/>
          <ac:spMkLst>
            <pc:docMk/>
            <pc:sldMk cId="2329812678" sldId="319"/>
            <ac:spMk id="3" creationId="{76F6E5B2-4AEB-4FD1-96F9-953409D80689}"/>
          </ac:spMkLst>
        </pc:spChg>
        <pc:spChg chg="add mod">
          <ac:chgData name="Aritra Mitra" userId="ed282abb-f77d-4912-ae2d-92fef056a80d" providerId="ADAL" clId="{2D99788F-6833-416A-B91A-E1775DF8F536}" dt="2020-10-01T04:41:15.006" v="1023" actId="1036"/>
          <ac:spMkLst>
            <pc:docMk/>
            <pc:sldMk cId="2329812678" sldId="319"/>
            <ac:spMk id="4" creationId="{676BB75E-7F39-4DFB-A5EF-750CEE438C8A}"/>
          </ac:spMkLst>
        </pc:spChg>
        <pc:spChg chg="add mod">
          <ac:chgData name="Aritra Mitra" userId="ed282abb-f77d-4912-ae2d-92fef056a80d" providerId="ADAL" clId="{2D99788F-6833-416A-B91A-E1775DF8F536}" dt="2020-10-01T04:46:16.956" v="1113" actId="1076"/>
          <ac:spMkLst>
            <pc:docMk/>
            <pc:sldMk cId="2329812678" sldId="319"/>
            <ac:spMk id="5" creationId="{1FD59075-30A3-417D-9F72-350644FAB63F}"/>
          </ac:spMkLst>
        </pc:spChg>
      </pc:sldChg>
      <pc:sldChg chg="addSp delSp modSp add">
        <pc:chgData name="Aritra Mitra" userId="ed282abb-f77d-4912-ae2d-92fef056a80d" providerId="ADAL" clId="{2D99788F-6833-416A-B91A-E1775DF8F536}" dt="2020-10-01T05:33:44.467" v="1487" actId="1076"/>
        <pc:sldMkLst>
          <pc:docMk/>
          <pc:sldMk cId="532271188" sldId="320"/>
        </pc:sldMkLst>
        <pc:spChg chg="mod">
          <ac:chgData name="Aritra Mitra" userId="ed282abb-f77d-4912-ae2d-92fef056a80d" providerId="ADAL" clId="{2D99788F-6833-416A-B91A-E1775DF8F536}" dt="2020-10-01T05:09:57.812" v="1377" actId="20577"/>
          <ac:spMkLst>
            <pc:docMk/>
            <pc:sldMk cId="532271188" sldId="320"/>
            <ac:spMk id="2" creationId="{8BD71FF6-A30B-4B6A-BF1A-C2DBC4AB0F3A}"/>
          </ac:spMkLst>
        </pc:spChg>
        <pc:spChg chg="add del mod">
          <ac:chgData name="Aritra Mitra" userId="ed282abb-f77d-4912-ae2d-92fef056a80d" providerId="ADAL" clId="{2D99788F-6833-416A-B91A-E1775DF8F536}" dt="2020-10-01T05:11:59.273" v="1429" actId="478"/>
          <ac:spMkLst>
            <pc:docMk/>
            <pc:sldMk cId="532271188" sldId="320"/>
            <ac:spMk id="4" creationId="{A6CAD93F-12E4-4DCC-B90E-E5727737F13C}"/>
          </ac:spMkLst>
        </pc:spChg>
        <pc:spChg chg="mod">
          <ac:chgData name="Aritra Mitra" userId="ed282abb-f77d-4912-ae2d-92fef056a80d" providerId="ADAL" clId="{2D99788F-6833-416A-B91A-E1775DF8F536}" dt="2020-10-01T05:10:37.636" v="1420" actId="1076"/>
          <ac:spMkLst>
            <pc:docMk/>
            <pc:sldMk cId="532271188" sldId="320"/>
            <ac:spMk id="13" creationId="{DEFB5235-0BA7-4087-AE5B-C8A7BC2050A0}"/>
          </ac:spMkLst>
        </pc:spChg>
        <pc:spChg chg="add mod">
          <ac:chgData name="Aritra Mitra" userId="ed282abb-f77d-4912-ae2d-92fef056a80d" providerId="ADAL" clId="{2D99788F-6833-416A-B91A-E1775DF8F536}" dt="2020-10-01T05:11:11.982" v="1424" actId="1076"/>
          <ac:spMkLst>
            <pc:docMk/>
            <pc:sldMk cId="532271188" sldId="320"/>
            <ac:spMk id="17" creationId="{7584B4D9-C685-487F-BC2A-1AE2ECAF81E0}"/>
          </ac:spMkLst>
        </pc:spChg>
        <pc:spChg chg="add mod">
          <ac:chgData name="Aritra Mitra" userId="ed282abb-f77d-4912-ae2d-92fef056a80d" providerId="ADAL" clId="{2D99788F-6833-416A-B91A-E1775DF8F536}" dt="2020-10-01T05:32:31.643" v="1474" actId="14100"/>
          <ac:spMkLst>
            <pc:docMk/>
            <pc:sldMk cId="532271188" sldId="320"/>
            <ac:spMk id="18" creationId="{A86BDD0E-0566-407E-B387-D052314BD814}"/>
          </ac:spMkLst>
        </pc:spChg>
        <pc:spChg chg="add mod">
          <ac:chgData name="Aritra Mitra" userId="ed282abb-f77d-4912-ae2d-92fef056a80d" providerId="ADAL" clId="{2D99788F-6833-416A-B91A-E1775DF8F536}" dt="2020-10-01T05:11:26.556" v="1426" actId="1076"/>
          <ac:spMkLst>
            <pc:docMk/>
            <pc:sldMk cId="532271188" sldId="320"/>
            <ac:spMk id="19" creationId="{EDD23A73-F9F3-4476-9C19-08A266F87CBC}"/>
          </ac:spMkLst>
        </pc:spChg>
        <pc:spChg chg="add mod">
          <ac:chgData name="Aritra Mitra" userId="ed282abb-f77d-4912-ae2d-92fef056a80d" providerId="ADAL" clId="{2D99788F-6833-416A-B91A-E1775DF8F536}" dt="2020-10-01T05:12:35.047" v="1434" actId="1076"/>
          <ac:spMkLst>
            <pc:docMk/>
            <pc:sldMk cId="532271188" sldId="320"/>
            <ac:spMk id="21" creationId="{7AD17223-0E82-4E2A-8FDD-94B9C30BE8B4}"/>
          </ac:spMkLst>
        </pc:spChg>
        <pc:spChg chg="del">
          <ac:chgData name="Aritra Mitra" userId="ed282abb-f77d-4912-ae2d-92fef056a80d" providerId="ADAL" clId="{2D99788F-6833-416A-B91A-E1775DF8F536}" dt="2020-10-01T05:11:54.037" v="1428" actId="478"/>
          <ac:spMkLst>
            <pc:docMk/>
            <pc:sldMk cId="532271188" sldId="320"/>
            <ac:spMk id="22" creationId="{CD5CDFF6-7604-4D72-B164-808A96B5C43A}"/>
          </ac:spMkLst>
        </pc:spChg>
        <pc:cxnChg chg="add del mod">
          <ac:chgData name="Aritra Mitra" userId="ed282abb-f77d-4912-ae2d-92fef056a80d" providerId="ADAL" clId="{2D99788F-6833-416A-B91A-E1775DF8F536}" dt="2020-10-01T05:32:28.449" v="1472" actId="11529"/>
          <ac:cxnSpMkLst>
            <pc:docMk/>
            <pc:sldMk cId="532271188" sldId="320"/>
            <ac:cxnSpMk id="14" creationId="{26E5E3F2-1D12-497B-B1A7-E5DBB06DC587}"/>
          </ac:cxnSpMkLst>
        </pc:cxnChg>
        <pc:cxnChg chg="del">
          <ac:chgData name="Aritra Mitra" userId="ed282abb-f77d-4912-ae2d-92fef056a80d" providerId="ADAL" clId="{2D99788F-6833-416A-B91A-E1775DF8F536}" dt="2020-10-01T05:32:09.035" v="1466" actId="478"/>
          <ac:cxnSpMkLst>
            <pc:docMk/>
            <pc:sldMk cId="532271188" sldId="320"/>
            <ac:cxnSpMk id="15" creationId="{B172AB60-5EA8-4EB3-8FD5-5759AF7B42D6}"/>
          </ac:cxnSpMkLst>
        </pc:cxnChg>
        <pc:cxnChg chg="add del">
          <ac:chgData name="Aritra Mitra" userId="ed282abb-f77d-4912-ae2d-92fef056a80d" providerId="ADAL" clId="{2D99788F-6833-416A-B91A-E1775DF8F536}" dt="2020-10-01T05:32:36.659" v="1475" actId="478"/>
          <ac:cxnSpMkLst>
            <pc:docMk/>
            <pc:sldMk cId="532271188" sldId="320"/>
            <ac:cxnSpMk id="16" creationId="{3218EA14-2F0B-455F-84E3-4D0E622FE1A2}"/>
          </ac:cxnSpMkLst>
        </pc:cxnChg>
        <pc:cxnChg chg="add del">
          <ac:chgData name="Aritra Mitra" userId="ed282abb-f77d-4912-ae2d-92fef056a80d" providerId="ADAL" clId="{2D99788F-6833-416A-B91A-E1775DF8F536}" dt="2020-10-01T05:32:38.894" v="1476" actId="478"/>
          <ac:cxnSpMkLst>
            <pc:docMk/>
            <pc:sldMk cId="532271188" sldId="320"/>
            <ac:cxnSpMk id="20" creationId="{3A01D5BE-1B8F-466B-B718-68816BC06184}"/>
          </ac:cxnSpMkLst>
        </pc:cxnChg>
        <pc:cxnChg chg="add mod">
          <ac:chgData name="Aritra Mitra" userId="ed282abb-f77d-4912-ae2d-92fef056a80d" providerId="ADAL" clId="{2D99788F-6833-416A-B91A-E1775DF8F536}" dt="2020-10-01T05:33:44.467" v="1487" actId="1076"/>
          <ac:cxnSpMkLst>
            <pc:docMk/>
            <pc:sldMk cId="532271188" sldId="320"/>
            <ac:cxnSpMk id="24" creationId="{3F9642B2-1341-47EC-A446-DCEBC33AEA33}"/>
          </ac:cxnSpMkLst>
        </pc:cxnChg>
        <pc:cxnChg chg="add mod">
          <ac:chgData name="Aritra Mitra" userId="ed282abb-f77d-4912-ae2d-92fef056a80d" providerId="ADAL" clId="{2D99788F-6833-416A-B91A-E1775DF8F536}" dt="2020-10-01T05:33:34.314" v="1485" actId="1582"/>
          <ac:cxnSpMkLst>
            <pc:docMk/>
            <pc:sldMk cId="532271188" sldId="320"/>
            <ac:cxnSpMk id="26" creationId="{900AE4EE-3AE4-40BA-A28C-2A5C144B0FFC}"/>
          </ac:cxnSpMkLst>
        </pc:cxnChg>
        <pc:cxnChg chg="add mod">
          <ac:chgData name="Aritra Mitra" userId="ed282abb-f77d-4912-ae2d-92fef056a80d" providerId="ADAL" clId="{2D99788F-6833-416A-B91A-E1775DF8F536}" dt="2020-10-01T05:33:34.314" v="1485" actId="1582"/>
          <ac:cxnSpMkLst>
            <pc:docMk/>
            <pc:sldMk cId="532271188" sldId="320"/>
            <ac:cxnSpMk id="30" creationId="{00DFC678-5FF5-4C53-A336-D029A15D3BA0}"/>
          </ac:cxnSpMkLst>
        </pc:cxnChg>
      </pc:sldChg>
      <pc:sldChg chg="addSp delSp modSp add">
        <pc:chgData name="Aritra Mitra" userId="ed282abb-f77d-4912-ae2d-92fef056a80d" providerId="ADAL" clId="{2D99788F-6833-416A-B91A-E1775DF8F536}" dt="2020-10-01T05:34:44.903" v="1495"/>
        <pc:sldMkLst>
          <pc:docMk/>
          <pc:sldMk cId="270087539" sldId="321"/>
        </pc:sldMkLst>
        <pc:spChg chg="mod">
          <ac:chgData name="Aritra Mitra" userId="ed282abb-f77d-4912-ae2d-92fef056a80d" providerId="ADAL" clId="{2D99788F-6833-416A-B91A-E1775DF8F536}" dt="2020-10-01T05:31:48.775" v="1465" actId="207"/>
          <ac:spMkLst>
            <pc:docMk/>
            <pc:sldMk cId="270087539" sldId="321"/>
            <ac:spMk id="11" creationId="{2A8FA99D-DBCD-4210-B6A6-B879846AB20B}"/>
          </ac:spMkLst>
        </pc:spChg>
        <pc:spChg chg="del">
          <ac:chgData name="Aritra Mitra" userId="ed282abb-f77d-4912-ae2d-92fef056a80d" providerId="ADAL" clId="{2D99788F-6833-416A-B91A-E1775DF8F536}" dt="2020-10-01T05:34:25.856" v="1493" actId="478"/>
          <ac:spMkLst>
            <pc:docMk/>
            <pc:sldMk cId="270087539" sldId="321"/>
            <ac:spMk id="12" creationId="{8EFAA983-9B9B-4F8B-B1A5-BB091FA995D0}"/>
          </ac:spMkLst>
        </pc:spChg>
        <pc:spChg chg="del">
          <ac:chgData name="Aritra Mitra" userId="ed282abb-f77d-4912-ae2d-92fef056a80d" providerId="ADAL" clId="{2D99788F-6833-416A-B91A-E1775DF8F536}" dt="2020-10-01T05:34:23.230" v="1492" actId="478"/>
          <ac:spMkLst>
            <pc:docMk/>
            <pc:sldMk cId="270087539" sldId="321"/>
            <ac:spMk id="13" creationId="{DEFB5235-0BA7-4087-AE5B-C8A7BC2050A0}"/>
          </ac:spMkLst>
        </pc:spChg>
        <pc:spChg chg="mod">
          <ac:chgData name="Aritra Mitra" userId="ed282abb-f77d-4912-ae2d-92fef056a80d" providerId="ADAL" clId="{2D99788F-6833-416A-B91A-E1775DF8F536}" dt="2020-10-01T05:34:44.903" v="1495"/>
          <ac:spMkLst>
            <pc:docMk/>
            <pc:sldMk cId="270087539" sldId="321"/>
            <ac:spMk id="21" creationId="{7AD17223-0E82-4E2A-8FDD-94B9C30BE8B4}"/>
          </ac:spMkLst>
        </pc:spChg>
        <pc:cxnChg chg="del">
          <ac:chgData name="Aritra Mitra" userId="ed282abb-f77d-4912-ae2d-92fef056a80d" providerId="ADAL" clId="{2D99788F-6833-416A-B91A-E1775DF8F536}" dt="2020-10-01T05:33:56.308" v="1488" actId="478"/>
          <ac:cxnSpMkLst>
            <pc:docMk/>
            <pc:sldMk cId="270087539" sldId="321"/>
            <ac:cxnSpMk id="15" creationId="{B172AB60-5EA8-4EB3-8FD5-5759AF7B42D6}"/>
          </ac:cxnSpMkLst>
        </pc:cxnChg>
        <pc:cxnChg chg="del">
          <ac:chgData name="Aritra Mitra" userId="ed282abb-f77d-4912-ae2d-92fef056a80d" providerId="ADAL" clId="{2D99788F-6833-416A-B91A-E1775DF8F536}" dt="2020-10-01T05:34:03.556" v="1489" actId="478"/>
          <ac:cxnSpMkLst>
            <pc:docMk/>
            <pc:sldMk cId="270087539" sldId="321"/>
            <ac:cxnSpMk id="16" creationId="{3218EA14-2F0B-455F-84E3-4D0E622FE1A2}"/>
          </ac:cxnSpMkLst>
        </pc:cxnChg>
        <pc:cxnChg chg="del">
          <ac:chgData name="Aritra Mitra" userId="ed282abb-f77d-4912-ae2d-92fef056a80d" providerId="ADAL" clId="{2D99788F-6833-416A-B91A-E1775DF8F536}" dt="2020-10-01T05:34:06.271" v="1490" actId="478"/>
          <ac:cxnSpMkLst>
            <pc:docMk/>
            <pc:sldMk cId="270087539" sldId="321"/>
            <ac:cxnSpMk id="20" creationId="{3A01D5BE-1B8F-466B-B718-68816BC06184}"/>
          </ac:cxnSpMkLst>
        </pc:cxnChg>
        <pc:cxnChg chg="add">
          <ac:chgData name="Aritra Mitra" userId="ed282abb-f77d-4912-ae2d-92fef056a80d" providerId="ADAL" clId="{2D99788F-6833-416A-B91A-E1775DF8F536}" dt="2020-10-01T05:34:06.982" v="1491"/>
          <ac:cxnSpMkLst>
            <pc:docMk/>
            <pc:sldMk cId="270087539" sldId="321"/>
            <ac:cxnSpMk id="22" creationId="{C8259CF1-30BA-4AF0-BA7F-26B4BC7FC8CC}"/>
          </ac:cxnSpMkLst>
        </pc:cxnChg>
        <pc:cxnChg chg="add">
          <ac:chgData name="Aritra Mitra" userId="ed282abb-f77d-4912-ae2d-92fef056a80d" providerId="ADAL" clId="{2D99788F-6833-416A-B91A-E1775DF8F536}" dt="2020-10-01T05:34:06.982" v="1491"/>
          <ac:cxnSpMkLst>
            <pc:docMk/>
            <pc:sldMk cId="270087539" sldId="321"/>
            <ac:cxnSpMk id="23" creationId="{9D35579E-6593-414E-B2C9-7456DD95E380}"/>
          </ac:cxnSpMkLst>
        </pc:cxnChg>
        <pc:cxnChg chg="add">
          <ac:chgData name="Aritra Mitra" userId="ed282abb-f77d-4912-ae2d-92fef056a80d" providerId="ADAL" clId="{2D99788F-6833-416A-B91A-E1775DF8F536}" dt="2020-10-01T05:34:06.982" v="1491"/>
          <ac:cxnSpMkLst>
            <pc:docMk/>
            <pc:sldMk cId="270087539" sldId="321"/>
            <ac:cxnSpMk id="24" creationId="{D731CD5F-531B-46BD-8951-8E6AFA0ADC4D}"/>
          </ac:cxnSpMkLst>
        </pc:cxnChg>
      </pc:sldChg>
      <pc:sldChg chg="addSp delSp modSp add">
        <pc:chgData name="Aritra Mitra" userId="ed282abb-f77d-4912-ae2d-92fef056a80d" providerId="ADAL" clId="{2D99788F-6833-416A-B91A-E1775DF8F536}" dt="2020-10-01T05:40:19.326" v="1572" actId="1076"/>
        <pc:sldMkLst>
          <pc:docMk/>
          <pc:sldMk cId="1312544755" sldId="322"/>
        </pc:sldMkLst>
        <pc:spChg chg="mod">
          <ac:chgData name="Aritra Mitra" userId="ed282abb-f77d-4912-ae2d-92fef056a80d" providerId="ADAL" clId="{2D99788F-6833-416A-B91A-E1775DF8F536}" dt="2020-10-01T05:36:59.809" v="1525" actId="1076"/>
          <ac:spMkLst>
            <pc:docMk/>
            <pc:sldMk cId="1312544755" sldId="322"/>
            <ac:spMk id="9" creationId="{AA9CB992-FFB3-48BF-A5EE-7A776AE12C13}"/>
          </ac:spMkLst>
        </pc:spChg>
        <pc:spChg chg="mod">
          <ac:chgData name="Aritra Mitra" userId="ed282abb-f77d-4912-ae2d-92fef056a80d" providerId="ADAL" clId="{2D99788F-6833-416A-B91A-E1775DF8F536}" dt="2020-10-01T05:36:51.926" v="1524" actId="1037"/>
          <ac:spMkLst>
            <pc:docMk/>
            <pc:sldMk cId="1312544755" sldId="322"/>
            <ac:spMk id="10" creationId="{7E0ED9A4-6BDF-4132-B3B8-7B3DA57D1F0D}"/>
          </ac:spMkLst>
        </pc:spChg>
        <pc:spChg chg="mod">
          <ac:chgData name="Aritra Mitra" userId="ed282abb-f77d-4912-ae2d-92fef056a80d" providerId="ADAL" clId="{2D99788F-6833-416A-B91A-E1775DF8F536}" dt="2020-10-01T05:38:58.215" v="1549" actId="1076"/>
          <ac:spMkLst>
            <pc:docMk/>
            <pc:sldMk cId="1312544755" sldId="322"/>
            <ac:spMk id="11" creationId="{2A8FA99D-DBCD-4210-B6A6-B879846AB20B}"/>
          </ac:spMkLst>
        </pc:spChg>
        <pc:spChg chg="mod">
          <ac:chgData name="Aritra Mitra" userId="ed282abb-f77d-4912-ae2d-92fef056a80d" providerId="ADAL" clId="{2D99788F-6833-416A-B91A-E1775DF8F536}" dt="2020-10-01T05:40:11.212" v="1571" actId="1076"/>
          <ac:spMkLst>
            <pc:docMk/>
            <pc:sldMk cId="1312544755" sldId="322"/>
            <ac:spMk id="17" creationId="{7584B4D9-C685-487F-BC2A-1AE2ECAF81E0}"/>
          </ac:spMkLst>
        </pc:spChg>
        <pc:spChg chg="del mod">
          <ac:chgData name="Aritra Mitra" userId="ed282abb-f77d-4912-ae2d-92fef056a80d" providerId="ADAL" clId="{2D99788F-6833-416A-B91A-E1775DF8F536}" dt="2020-10-01T05:39:17.104" v="1562" actId="478"/>
          <ac:spMkLst>
            <pc:docMk/>
            <pc:sldMk cId="1312544755" sldId="322"/>
            <ac:spMk id="18" creationId="{A86BDD0E-0566-407E-B387-D052314BD814}"/>
          </ac:spMkLst>
        </pc:spChg>
        <pc:spChg chg="del mod">
          <ac:chgData name="Aritra Mitra" userId="ed282abb-f77d-4912-ae2d-92fef056a80d" providerId="ADAL" clId="{2D99788F-6833-416A-B91A-E1775DF8F536}" dt="2020-10-01T05:39:20.693" v="1563" actId="478"/>
          <ac:spMkLst>
            <pc:docMk/>
            <pc:sldMk cId="1312544755" sldId="322"/>
            <ac:spMk id="19" creationId="{EDD23A73-F9F3-4476-9C19-08A266F87CBC}"/>
          </ac:spMkLst>
        </pc:spChg>
        <pc:spChg chg="mod">
          <ac:chgData name="Aritra Mitra" userId="ed282abb-f77d-4912-ae2d-92fef056a80d" providerId="ADAL" clId="{2D99788F-6833-416A-B91A-E1775DF8F536}" dt="2020-10-01T05:36:29.234" v="1502" actId="1076"/>
          <ac:spMkLst>
            <pc:docMk/>
            <pc:sldMk cId="1312544755" sldId="322"/>
            <ac:spMk id="21" creationId="{7AD17223-0E82-4E2A-8FDD-94B9C30BE8B4}"/>
          </ac:spMkLst>
        </pc:spChg>
        <pc:spChg chg="add mod">
          <ac:chgData name="Aritra Mitra" userId="ed282abb-f77d-4912-ae2d-92fef056a80d" providerId="ADAL" clId="{2D99788F-6833-416A-B91A-E1775DF8F536}" dt="2020-10-01T05:40:19.326" v="1572" actId="1076"/>
          <ac:spMkLst>
            <pc:docMk/>
            <pc:sldMk cId="1312544755" sldId="322"/>
            <ac:spMk id="28" creationId="{36150E3D-CEFB-419D-AD4C-F345310E1078}"/>
          </ac:spMkLst>
        </pc:spChg>
        <pc:spChg chg="add mod">
          <ac:chgData name="Aritra Mitra" userId="ed282abb-f77d-4912-ae2d-92fef056a80d" providerId="ADAL" clId="{2D99788F-6833-416A-B91A-E1775DF8F536}" dt="2020-10-01T05:39:58.505" v="1570" actId="1076"/>
          <ac:spMkLst>
            <pc:docMk/>
            <pc:sldMk cId="1312544755" sldId="322"/>
            <ac:spMk id="29" creationId="{B226E09D-D941-4C5A-859D-B16D5FB2787C}"/>
          </ac:spMkLst>
        </pc:spChg>
        <pc:picChg chg="mod">
          <ac:chgData name="Aritra Mitra" userId="ed282abb-f77d-4912-ae2d-92fef056a80d" providerId="ADAL" clId="{2D99788F-6833-416A-B91A-E1775DF8F536}" dt="2020-10-01T05:36:51.926" v="1524" actId="1037"/>
          <ac:picMkLst>
            <pc:docMk/>
            <pc:sldMk cId="1312544755" sldId="322"/>
            <ac:picMk id="5" creationId="{0FF356CE-55E6-4278-BB4C-DCFF773DCB73}"/>
          </ac:picMkLst>
        </pc:picChg>
        <pc:picChg chg="mod">
          <ac:chgData name="Aritra Mitra" userId="ed282abb-f77d-4912-ae2d-92fef056a80d" providerId="ADAL" clId="{2D99788F-6833-416A-B91A-E1775DF8F536}" dt="2020-10-01T05:36:51.926" v="1524" actId="1037"/>
          <ac:picMkLst>
            <pc:docMk/>
            <pc:sldMk cId="1312544755" sldId="322"/>
            <ac:picMk id="7" creationId="{AFC7CF49-9D1A-46D4-AEE3-0397F8ACA6F8}"/>
          </ac:picMkLst>
        </pc:picChg>
        <pc:picChg chg="mod">
          <ac:chgData name="Aritra Mitra" userId="ed282abb-f77d-4912-ae2d-92fef056a80d" providerId="ADAL" clId="{2D99788F-6833-416A-B91A-E1775DF8F536}" dt="2020-10-01T05:36:51.926" v="1524" actId="1037"/>
          <ac:picMkLst>
            <pc:docMk/>
            <pc:sldMk cId="1312544755" sldId="322"/>
            <ac:picMk id="8" creationId="{CC9A07C3-CF71-4B29-A7DB-019472A9010C}"/>
          </ac:picMkLst>
        </pc:picChg>
        <pc:cxnChg chg="mod">
          <ac:chgData name="Aritra Mitra" userId="ed282abb-f77d-4912-ae2d-92fef056a80d" providerId="ADAL" clId="{2D99788F-6833-416A-B91A-E1775DF8F536}" dt="2020-10-01T05:37:55.697" v="1535" actId="14100"/>
          <ac:cxnSpMkLst>
            <pc:docMk/>
            <pc:sldMk cId="1312544755" sldId="322"/>
            <ac:cxnSpMk id="22" creationId="{C8259CF1-30BA-4AF0-BA7F-26B4BC7FC8CC}"/>
          </ac:cxnSpMkLst>
        </pc:cxnChg>
        <pc:cxnChg chg="mod">
          <ac:chgData name="Aritra Mitra" userId="ed282abb-f77d-4912-ae2d-92fef056a80d" providerId="ADAL" clId="{2D99788F-6833-416A-B91A-E1775DF8F536}" dt="2020-10-01T05:38:11.521" v="1540" actId="14100"/>
          <ac:cxnSpMkLst>
            <pc:docMk/>
            <pc:sldMk cId="1312544755" sldId="322"/>
            <ac:cxnSpMk id="23" creationId="{9D35579E-6593-414E-B2C9-7456DD95E380}"/>
          </ac:cxnSpMkLst>
        </pc:cxnChg>
        <pc:cxnChg chg="mod">
          <ac:chgData name="Aritra Mitra" userId="ed282abb-f77d-4912-ae2d-92fef056a80d" providerId="ADAL" clId="{2D99788F-6833-416A-B91A-E1775DF8F536}" dt="2020-10-01T05:38:35.156" v="1546" actId="14100"/>
          <ac:cxnSpMkLst>
            <pc:docMk/>
            <pc:sldMk cId="1312544755" sldId="322"/>
            <ac:cxnSpMk id="24" creationId="{D731CD5F-531B-46BD-8951-8E6AFA0ADC4D}"/>
          </ac:cxnSpMkLst>
        </pc:cxnChg>
      </pc:sldChg>
      <pc:sldChg chg="addSp delSp modSp add">
        <pc:chgData name="Aritra Mitra" userId="ed282abb-f77d-4912-ae2d-92fef056a80d" providerId="ADAL" clId="{2D99788F-6833-416A-B91A-E1775DF8F536}" dt="2020-10-01T18:34:58.459" v="2217" actId="478"/>
        <pc:sldMkLst>
          <pc:docMk/>
          <pc:sldMk cId="1963313966" sldId="323"/>
        </pc:sldMkLst>
        <pc:spChg chg="mod">
          <ac:chgData name="Aritra Mitra" userId="ed282abb-f77d-4912-ae2d-92fef056a80d" providerId="ADAL" clId="{2D99788F-6833-416A-B91A-E1775DF8F536}" dt="2020-10-01T17:29:57.301" v="1618" actId="20577"/>
          <ac:spMkLst>
            <pc:docMk/>
            <pc:sldMk cId="1963313966" sldId="323"/>
            <ac:spMk id="2" creationId="{584D6733-4727-486E-BAA4-3DC90D767A76}"/>
          </ac:spMkLst>
        </pc:spChg>
        <pc:spChg chg="del">
          <ac:chgData name="Aritra Mitra" userId="ed282abb-f77d-4912-ae2d-92fef056a80d" providerId="ADAL" clId="{2D99788F-6833-416A-B91A-E1775DF8F536}" dt="2020-10-01T17:30:06.457" v="1619" actId="478"/>
          <ac:spMkLst>
            <pc:docMk/>
            <pc:sldMk cId="1963313966" sldId="323"/>
            <ac:spMk id="3" creationId="{AFC9E318-AB54-4689-88A2-006085C0225C}"/>
          </ac:spMkLst>
        </pc:spChg>
        <pc:spChg chg="add mod">
          <ac:chgData name="Aritra Mitra" userId="ed282abb-f77d-4912-ae2d-92fef056a80d" providerId="ADAL" clId="{2D99788F-6833-416A-B91A-E1775DF8F536}" dt="2020-10-01T17:43:51.787" v="1824" actId="164"/>
          <ac:spMkLst>
            <pc:docMk/>
            <pc:sldMk cId="1963313966" sldId="323"/>
            <ac:spMk id="6" creationId="{3C023D84-43A0-4137-868E-A6C9C032DD0A}"/>
          </ac:spMkLst>
        </pc:spChg>
        <pc:spChg chg="add mod">
          <ac:chgData name="Aritra Mitra" userId="ed282abb-f77d-4912-ae2d-92fef056a80d" providerId="ADAL" clId="{2D99788F-6833-416A-B91A-E1775DF8F536}" dt="2020-10-01T17:43:51.787" v="1824" actId="164"/>
          <ac:spMkLst>
            <pc:docMk/>
            <pc:sldMk cId="1963313966" sldId="323"/>
            <ac:spMk id="7" creationId="{05CDA4DC-D1D7-41D4-B546-E03EB2D43EFD}"/>
          </ac:spMkLst>
        </pc:spChg>
        <pc:spChg chg="add mod">
          <ac:chgData name="Aritra Mitra" userId="ed282abb-f77d-4912-ae2d-92fef056a80d" providerId="ADAL" clId="{2D99788F-6833-416A-B91A-E1775DF8F536}" dt="2020-10-01T17:43:51.787" v="1824" actId="164"/>
          <ac:spMkLst>
            <pc:docMk/>
            <pc:sldMk cId="1963313966" sldId="323"/>
            <ac:spMk id="8" creationId="{634B5B3B-28CE-4615-B079-BED5CB6905D4}"/>
          </ac:spMkLst>
        </pc:spChg>
        <pc:spChg chg="add mod">
          <ac:chgData name="Aritra Mitra" userId="ed282abb-f77d-4912-ae2d-92fef056a80d" providerId="ADAL" clId="{2D99788F-6833-416A-B91A-E1775DF8F536}" dt="2020-10-01T18:00:22.913" v="2032" actId="255"/>
          <ac:spMkLst>
            <pc:docMk/>
            <pc:sldMk cId="1963313966" sldId="323"/>
            <ac:spMk id="16" creationId="{2D5EE6BA-1D92-4272-B22C-C086E3B50DC0}"/>
          </ac:spMkLst>
        </pc:spChg>
        <pc:spChg chg="add mod">
          <ac:chgData name="Aritra Mitra" userId="ed282abb-f77d-4912-ae2d-92fef056a80d" providerId="ADAL" clId="{2D99788F-6833-416A-B91A-E1775DF8F536}" dt="2020-10-01T18:00:59.326" v="2038" actId="1076"/>
          <ac:spMkLst>
            <pc:docMk/>
            <pc:sldMk cId="1963313966" sldId="323"/>
            <ac:spMk id="17" creationId="{C3BB1917-0B03-463D-B716-8F59458958BA}"/>
          </ac:spMkLst>
        </pc:spChg>
        <pc:spChg chg="add mod">
          <ac:chgData name="Aritra Mitra" userId="ed282abb-f77d-4912-ae2d-92fef056a80d" providerId="ADAL" clId="{2D99788F-6833-416A-B91A-E1775DF8F536}" dt="2020-10-01T17:43:51.787" v="1824" actId="164"/>
          <ac:spMkLst>
            <pc:docMk/>
            <pc:sldMk cId="1963313966" sldId="323"/>
            <ac:spMk id="20" creationId="{7DEF2F0A-0797-4404-B6EC-B5C323AA0B58}"/>
          </ac:spMkLst>
        </pc:spChg>
        <pc:spChg chg="add mod">
          <ac:chgData name="Aritra Mitra" userId="ed282abb-f77d-4912-ae2d-92fef056a80d" providerId="ADAL" clId="{2D99788F-6833-416A-B91A-E1775DF8F536}" dt="2020-10-01T17:43:51.787" v="1824" actId="164"/>
          <ac:spMkLst>
            <pc:docMk/>
            <pc:sldMk cId="1963313966" sldId="323"/>
            <ac:spMk id="21" creationId="{25E4B1A7-ACB7-486D-B9A0-43AEF64AA51A}"/>
          </ac:spMkLst>
        </pc:spChg>
        <pc:spChg chg="add del mod">
          <ac:chgData name="Aritra Mitra" userId="ed282abb-f77d-4912-ae2d-92fef056a80d" providerId="ADAL" clId="{2D99788F-6833-416A-B91A-E1775DF8F536}" dt="2020-10-01T17:43:09.487" v="1822" actId="478"/>
          <ac:spMkLst>
            <pc:docMk/>
            <pc:sldMk cId="1963313966" sldId="323"/>
            <ac:spMk id="22" creationId="{B9E4A7A8-0946-4AF0-8AA7-365D5EAE2048}"/>
          </ac:spMkLst>
        </pc:spChg>
        <pc:spChg chg="add mod">
          <ac:chgData name="Aritra Mitra" userId="ed282abb-f77d-4912-ae2d-92fef056a80d" providerId="ADAL" clId="{2D99788F-6833-416A-B91A-E1775DF8F536}" dt="2020-10-01T17:47:05.867" v="1839" actId="1582"/>
          <ac:spMkLst>
            <pc:docMk/>
            <pc:sldMk cId="1963313966" sldId="323"/>
            <ac:spMk id="24" creationId="{3557439B-2BBD-41CA-88CD-EA3E41BB9BAF}"/>
          </ac:spMkLst>
        </pc:spChg>
        <pc:spChg chg="add mod">
          <ac:chgData name="Aritra Mitra" userId="ed282abb-f77d-4912-ae2d-92fef056a80d" providerId="ADAL" clId="{2D99788F-6833-416A-B91A-E1775DF8F536}" dt="2020-10-01T17:48:30.293" v="1858" actId="14100"/>
          <ac:spMkLst>
            <pc:docMk/>
            <pc:sldMk cId="1963313966" sldId="323"/>
            <ac:spMk id="25" creationId="{F416AFF0-F3B5-422B-8989-363C90A08E66}"/>
          </ac:spMkLst>
        </pc:spChg>
        <pc:spChg chg="add mod">
          <ac:chgData name="Aritra Mitra" userId="ed282abb-f77d-4912-ae2d-92fef056a80d" providerId="ADAL" clId="{2D99788F-6833-416A-B91A-E1775DF8F536}" dt="2020-10-01T17:47:44.601" v="1846" actId="207"/>
          <ac:spMkLst>
            <pc:docMk/>
            <pc:sldMk cId="1963313966" sldId="323"/>
            <ac:spMk id="26" creationId="{3CC05BFF-FDAA-4A3A-AF02-E39A3442DB41}"/>
          </ac:spMkLst>
        </pc:spChg>
        <pc:spChg chg="add mod">
          <ac:chgData name="Aritra Mitra" userId="ed282abb-f77d-4912-ae2d-92fef056a80d" providerId="ADAL" clId="{2D99788F-6833-416A-B91A-E1775DF8F536}" dt="2020-10-01T17:48:21.458" v="1857" actId="1076"/>
          <ac:spMkLst>
            <pc:docMk/>
            <pc:sldMk cId="1963313966" sldId="323"/>
            <ac:spMk id="27" creationId="{988C5CD7-803C-4179-9E63-4AB9DC2FED9D}"/>
          </ac:spMkLst>
        </pc:spChg>
        <pc:spChg chg="add del mod">
          <ac:chgData name="Aritra Mitra" userId="ed282abb-f77d-4912-ae2d-92fef056a80d" providerId="ADAL" clId="{2D99788F-6833-416A-B91A-E1775DF8F536}" dt="2020-10-01T17:48:52.878" v="1872" actId="478"/>
          <ac:spMkLst>
            <pc:docMk/>
            <pc:sldMk cId="1963313966" sldId="323"/>
            <ac:spMk id="28" creationId="{27E415EA-022C-4634-9C84-F3F0489349F9}"/>
          </ac:spMkLst>
        </pc:spChg>
        <pc:spChg chg="add mod">
          <ac:chgData name="Aritra Mitra" userId="ed282abb-f77d-4912-ae2d-92fef056a80d" providerId="ADAL" clId="{2D99788F-6833-416A-B91A-E1775DF8F536}" dt="2020-10-01T17:49:27.438" v="1891" actId="1076"/>
          <ac:spMkLst>
            <pc:docMk/>
            <pc:sldMk cId="1963313966" sldId="323"/>
            <ac:spMk id="29" creationId="{07BB4EA3-1C3A-4B6A-9F5B-46EEBC185297}"/>
          </ac:spMkLst>
        </pc:spChg>
        <pc:spChg chg="add mod">
          <ac:chgData name="Aritra Mitra" userId="ed282abb-f77d-4912-ae2d-92fef056a80d" providerId="ADAL" clId="{2D99788F-6833-416A-B91A-E1775DF8F536}" dt="2020-10-01T17:49:43.541" v="1895" actId="20577"/>
          <ac:spMkLst>
            <pc:docMk/>
            <pc:sldMk cId="1963313966" sldId="323"/>
            <ac:spMk id="30" creationId="{6E95C532-C82E-4FD3-8DEE-40E99B032D0F}"/>
          </ac:spMkLst>
        </pc:spChg>
        <pc:spChg chg="add mod">
          <ac:chgData name="Aritra Mitra" userId="ed282abb-f77d-4912-ae2d-92fef056a80d" providerId="ADAL" clId="{2D99788F-6833-416A-B91A-E1775DF8F536}" dt="2020-10-01T18:01:39.135" v="2040" actId="20577"/>
          <ac:spMkLst>
            <pc:docMk/>
            <pc:sldMk cId="1963313966" sldId="323"/>
            <ac:spMk id="31" creationId="{F803C9DA-32D6-46D2-89DE-0312C01370AF}"/>
          </ac:spMkLst>
        </pc:spChg>
        <pc:spChg chg="add mod">
          <ac:chgData name="Aritra Mitra" userId="ed282abb-f77d-4912-ae2d-92fef056a80d" providerId="ADAL" clId="{2D99788F-6833-416A-B91A-E1775DF8F536}" dt="2020-10-01T18:01:43.648" v="2042" actId="20577"/>
          <ac:spMkLst>
            <pc:docMk/>
            <pc:sldMk cId="1963313966" sldId="323"/>
            <ac:spMk id="32" creationId="{C09639C4-5B15-4943-92D9-6D6A6B50CAD4}"/>
          </ac:spMkLst>
        </pc:spChg>
        <pc:spChg chg="add mod">
          <ac:chgData name="Aritra Mitra" userId="ed282abb-f77d-4912-ae2d-92fef056a80d" providerId="ADAL" clId="{2D99788F-6833-416A-B91A-E1775DF8F536}" dt="2020-10-01T18:01:57.617" v="2047" actId="20577"/>
          <ac:spMkLst>
            <pc:docMk/>
            <pc:sldMk cId="1963313966" sldId="323"/>
            <ac:spMk id="33" creationId="{32B06746-C5F0-4414-8A5D-1F9AB9517C8B}"/>
          </ac:spMkLst>
        </pc:spChg>
        <pc:spChg chg="add mod">
          <ac:chgData name="Aritra Mitra" userId="ed282abb-f77d-4912-ae2d-92fef056a80d" providerId="ADAL" clId="{2D99788F-6833-416A-B91A-E1775DF8F536}" dt="2020-10-01T18:28:26.819" v="2058" actId="207"/>
          <ac:spMkLst>
            <pc:docMk/>
            <pc:sldMk cId="1963313966" sldId="323"/>
            <ac:spMk id="37" creationId="{CA641772-B136-45E5-BA26-8063CC103ADF}"/>
          </ac:spMkLst>
        </pc:spChg>
        <pc:spChg chg="add mod">
          <ac:chgData name="Aritra Mitra" userId="ed282abb-f77d-4912-ae2d-92fef056a80d" providerId="ADAL" clId="{2D99788F-6833-416A-B91A-E1775DF8F536}" dt="2020-10-01T18:30:05.700" v="2117" actId="27107"/>
          <ac:spMkLst>
            <pc:docMk/>
            <pc:sldMk cId="1963313966" sldId="323"/>
            <ac:spMk id="38" creationId="{E611371A-AC87-4BED-BB16-B5591F1AF554}"/>
          </ac:spMkLst>
        </pc:spChg>
        <pc:spChg chg="add del mod">
          <ac:chgData name="Aritra Mitra" userId="ed282abb-f77d-4912-ae2d-92fef056a80d" providerId="ADAL" clId="{2D99788F-6833-416A-B91A-E1775DF8F536}" dt="2020-10-01T18:34:58.459" v="2217" actId="478"/>
          <ac:spMkLst>
            <pc:docMk/>
            <pc:sldMk cId="1963313966" sldId="323"/>
            <ac:spMk id="39" creationId="{2E068F29-0798-4EEE-858A-D5EC9D747B41}"/>
          </ac:spMkLst>
        </pc:spChg>
        <pc:spChg chg="add del mod">
          <ac:chgData name="Aritra Mitra" userId="ed282abb-f77d-4912-ae2d-92fef056a80d" providerId="ADAL" clId="{2D99788F-6833-416A-B91A-E1775DF8F536}" dt="2020-10-01T18:34:50.939" v="2216" actId="478"/>
          <ac:spMkLst>
            <pc:docMk/>
            <pc:sldMk cId="1963313966" sldId="323"/>
            <ac:spMk id="42" creationId="{606334F3-ABC9-4176-BF54-287FEBDB4D15}"/>
          </ac:spMkLst>
        </pc:spChg>
        <pc:spChg chg="add del mod">
          <ac:chgData name="Aritra Mitra" userId="ed282abb-f77d-4912-ae2d-92fef056a80d" providerId="ADAL" clId="{2D99788F-6833-416A-B91A-E1775DF8F536}" dt="2020-10-01T18:34:44.902" v="2214" actId="478"/>
          <ac:spMkLst>
            <pc:docMk/>
            <pc:sldMk cId="1963313966" sldId="323"/>
            <ac:spMk id="43" creationId="{A85F43C2-05C4-466B-981B-B04C668EACF2}"/>
          </ac:spMkLst>
        </pc:spChg>
        <pc:grpChg chg="add mod">
          <ac:chgData name="Aritra Mitra" userId="ed282abb-f77d-4912-ae2d-92fef056a80d" providerId="ADAL" clId="{2D99788F-6833-416A-B91A-E1775DF8F536}" dt="2020-10-01T18:00:49.336" v="2037" actId="20577"/>
          <ac:grpSpMkLst>
            <pc:docMk/>
            <pc:sldMk cId="1963313966" sldId="323"/>
            <ac:grpSpMk id="23" creationId="{99FCAB88-5FB7-4191-9C9E-DFFFC1F4B3AB}"/>
          </ac:grpSpMkLst>
        </pc:grpChg>
        <pc:cxnChg chg="add mod">
          <ac:chgData name="Aritra Mitra" userId="ed282abb-f77d-4912-ae2d-92fef056a80d" providerId="ADAL" clId="{2D99788F-6833-416A-B91A-E1775DF8F536}" dt="2020-10-01T17:43:51.787" v="1824" actId="164"/>
          <ac:cxnSpMkLst>
            <pc:docMk/>
            <pc:sldMk cId="1963313966" sldId="323"/>
            <ac:cxnSpMk id="5" creationId="{479B3BEE-94AF-4A03-8074-8BB7C6550233}"/>
          </ac:cxnSpMkLst>
        </pc:cxnChg>
        <pc:cxnChg chg="add mod">
          <ac:chgData name="Aritra Mitra" userId="ed282abb-f77d-4912-ae2d-92fef056a80d" providerId="ADAL" clId="{2D99788F-6833-416A-B91A-E1775DF8F536}" dt="2020-10-01T17:43:51.787" v="1824" actId="164"/>
          <ac:cxnSpMkLst>
            <pc:docMk/>
            <pc:sldMk cId="1963313966" sldId="323"/>
            <ac:cxnSpMk id="10" creationId="{97939240-30A7-4151-8F42-57073ACC2780}"/>
          </ac:cxnSpMkLst>
        </pc:cxnChg>
        <pc:cxnChg chg="add mod">
          <ac:chgData name="Aritra Mitra" userId="ed282abb-f77d-4912-ae2d-92fef056a80d" providerId="ADAL" clId="{2D99788F-6833-416A-B91A-E1775DF8F536}" dt="2020-10-01T17:43:51.787" v="1824" actId="164"/>
          <ac:cxnSpMkLst>
            <pc:docMk/>
            <pc:sldMk cId="1963313966" sldId="323"/>
            <ac:cxnSpMk id="12" creationId="{8B359A2C-EFB1-481C-8A68-948596E1F267}"/>
          </ac:cxnSpMkLst>
        </pc:cxnChg>
        <pc:cxnChg chg="add mod">
          <ac:chgData name="Aritra Mitra" userId="ed282abb-f77d-4912-ae2d-92fef056a80d" providerId="ADAL" clId="{2D99788F-6833-416A-B91A-E1775DF8F536}" dt="2020-10-01T17:43:51.787" v="1824" actId="164"/>
          <ac:cxnSpMkLst>
            <pc:docMk/>
            <pc:sldMk cId="1963313966" sldId="323"/>
            <ac:cxnSpMk id="15" creationId="{D6F24001-6FF1-4DBD-BEA1-2F6EEA71E6ED}"/>
          </ac:cxnSpMkLst>
        </pc:cxnChg>
        <pc:cxnChg chg="add mod">
          <ac:chgData name="Aritra Mitra" userId="ed282abb-f77d-4912-ae2d-92fef056a80d" providerId="ADAL" clId="{2D99788F-6833-416A-B91A-E1775DF8F536}" dt="2020-10-01T17:43:51.787" v="1824" actId="164"/>
          <ac:cxnSpMkLst>
            <pc:docMk/>
            <pc:sldMk cId="1963313966" sldId="323"/>
            <ac:cxnSpMk id="19" creationId="{A0B4A8CF-DCC0-484E-9FEC-6C7A441FBBEA}"/>
          </ac:cxnSpMkLst>
        </pc:cxnChg>
        <pc:cxnChg chg="add del mod">
          <ac:chgData name="Aritra Mitra" userId="ed282abb-f77d-4912-ae2d-92fef056a80d" providerId="ADAL" clId="{2D99788F-6833-416A-B91A-E1775DF8F536}" dt="2020-10-01T18:27:25.208" v="2050" actId="478"/>
          <ac:cxnSpMkLst>
            <pc:docMk/>
            <pc:sldMk cId="1963313966" sldId="323"/>
            <ac:cxnSpMk id="35" creationId="{11210C23-9561-4FB0-A4F8-8BDA643F4639}"/>
          </ac:cxnSpMkLst>
        </pc:cxnChg>
        <pc:cxnChg chg="add del mod">
          <ac:chgData name="Aritra Mitra" userId="ed282abb-f77d-4912-ae2d-92fef056a80d" providerId="ADAL" clId="{2D99788F-6833-416A-B91A-E1775DF8F536}" dt="2020-10-01T18:34:40.991" v="2213" actId="478"/>
          <ac:cxnSpMkLst>
            <pc:docMk/>
            <pc:sldMk cId="1963313966" sldId="323"/>
            <ac:cxnSpMk id="41" creationId="{7160E220-9F14-4FCB-B626-23D800EADB12}"/>
          </ac:cxnSpMkLst>
        </pc:cxnChg>
      </pc:sldChg>
      <pc:sldChg chg="delSp modSp add del">
        <pc:chgData name="Aritra Mitra" userId="ed282abb-f77d-4912-ae2d-92fef056a80d" providerId="ADAL" clId="{2D99788F-6833-416A-B91A-E1775DF8F536}" dt="2020-10-01T20:14:31.311" v="2750" actId="2696"/>
        <pc:sldMkLst>
          <pc:docMk/>
          <pc:sldMk cId="56900279" sldId="324"/>
        </pc:sldMkLst>
        <pc:spChg chg="mod">
          <ac:chgData name="Aritra Mitra" userId="ed282abb-f77d-4912-ae2d-92fef056a80d" providerId="ADAL" clId="{2D99788F-6833-416A-B91A-E1775DF8F536}" dt="2020-10-01T18:35:50.498" v="2247" actId="20577"/>
          <ac:spMkLst>
            <pc:docMk/>
            <pc:sldMk cId="56900279" sldId="324"/>
            <ac:spMk id="2" creationId="{21426ACC-BCDB-4121-AB76-B1C6ED2D9E5A}"/>
          </ac:spMkLst>
        </pc:spChg>
        <pc:spChg chg="del mod">
          <ac:chgData name="Aritra Mitra" userId="ed282abb-f77d-4912-ae2d-92fef056a80d" providerId="ADAL" clId="{2D99788F-6833-416A-B91A-E1775DF8F536}" dt="2020-10-01T18:35:57.322" v="2249" actId="478"/>
          <ac:spMkLst>
            <pc:docMk/>
            <pc:sldMk cId="56900279" sldId="324"/>
            <ac:spMk id="3" creationId="{D1CA554D-D335-4D49-A6EB-7FB42798F87C}"/>
          </ac:spMkLst>
        </pc:spChg>
      </pc:sldChg>
      <pc:sldChg chg="addSp delSp modSp add">
        <pc:chgData name="Aritra Mitra" userId="ed282abb-f77d-4912-ae2d-92fef056a80d" providerId="ADAL" clId="{2D99788F-6833-416A-B91A-E1775DF8F536}" dt="2020-10-01T20:12:21.682" v="2749" actId="1076"/>
        <pc:sldMkLst>
          <pc:docMk/>
          <pc:sldMk cId="1492268902" sldId="325"/>
        </pc:sldMkLst>
        <pc:spChg chg="mod">
          <ac:chgData name="Aritra Mitra" userId="ed282abb-f77d-4912-ae2d-92fef056a80d" providerId="ADAL" clId="{2D99788F-6833-416A-B91A-E1775DF8F536}" dt="2020-10-01T19:54:40.241" v="2275" actId="20577"/>
          <ac:spMkLst>
            <pc:docMk/>
            <pc:sldMk cId="1492268902" sldId="325"/>
            <ac:spMk id="2" creationId="{584D6733-4727-486E-BAA4-3DC90D767A76}"/>
          </ac:spMkLst>
        </pc:spChg>
        <pc:spChg chg="add mod">
          <ac:chgData name="Aritra Mitra" userId="ed282abb-f77d-4912-ae2d-92fef056a80d" providerId="ADAL" clId="{2D99788F-6833-416A-B91A-E1775DF8F536}" dt="2020-10-01T19:57:04.525" v="2338" actId="1076"/>
          <ac:spMkLst>
            <pc:docMk/>
            <pc:sldMk cId="1492268902" sldId="325"/>
            <ac:spMk id="3" creationId="{5FB17349-5154-43DB-82C8-B4272BFF3DFF}"/>
          </ac:spMkLst>
        </pc:spChg>
        <pc:spChg chg="add mod">
          <ac:chgData name="Aritra Mitra" userId="ed282abb-f77d-4912-ae2d-92fef056a80d" providerId="ADAL" clId="{2D99788F-6833-416A-B91A-E1775DF8F536}" dt="2020-10-01T20:00:06.211" v="2432" actId="1076"/>
          <ac:spMkLst>
            <pc:docMk/>
            <pc:sldMk cId="1492268902" sldId="325"/>
            <ac:spMk id="4" creationId="{6D148D8E-F5D2-4DB3-BEB5-164742B2BE28}"/>
          </ac:spMkLst>
        </pc:spChg>
        <pc:spChg chg="add mod">
          <ac:chgData name="Aritra Mitra" userId="ed282abb-f77d-4912-ae2d-92fef056a80d" providerId="ADAL" clId="{2D99788F-6833-416A-B91A-E1775DF8F536}" dt="2020-10-01T20:03:32.039" v="2476" actId="1076"/>
          <ac:spMkLst>
            <pc:docMk/>
            <pc:sldMk cId="1492268902" sldId="325"/>
            <ac:spMk id="9" creationId="{7A0E6869-EBBB-42DB-BCC0-4610C5A1DC47}"/>
          </ac:spMkLst>
        </pc:spChg>
        <pc:spChg chg="add del mod">
          <ac:chgData name="Aritra Mitra" userId="ed282abb-f77d-4912-ae2d-92fef056a80d" providerId="ADAL" clId="{2D99788F-6833-416A-B91A-E1775DF8F536}" dt="2020-10-01T20:04:01.326" v="2478" actId="478"/>
          <ac:spMkLst>
            <pc:docMk/>
            <pc:sldMk cId="1492268902" sldId="325"/>
            <ac:spMk id="11" creationId="{6A1B2AF8-9CA4-417C-842F-22B0A114FB7E}"/>
          </ac:spMkLst>
        </pc:spChg>
        <pc:spChg chg="add mod">
          <ac:chgData name="Aritra Mitra" userId="ed282abb-f77d-4912-ae2d-92fef056a80d" providerId="ADAL" clId="{2D99788F-6833-416A-B91A-E1775DF8F536}" dt="2020-10-01T20:05:43.445" v="2576" actId="207"/>
          <ac:spMkLst>
            <pc:docMk/>
            <pc:sldMk cId="1492268902" sldId="325"/>
            <ac:spMk id="13" creationId="{9D103F2D-EA22-4F99-923D-D7B3F1022784}"/>
          </ac:spMkLst>
        </pc:spChg>
        <pc:spChg chg="add mod">
          <ac:chgData name="Aritra Mitra" userId="ed282abb-f77d-4912-ae2d-92fef056a80d" providerId="ADAL" clId="{2D99788F-6833-416A-B91A-E1775DF8F536}" dt="2020-10-01T20:12:21.682" v="2749" actId="1076"/>
          <ac:spMkLst>
            <pc:docMk/>
            <pc:sldMk cId="1492268902" sldId="325"/>
            <ac:spMk id="14" creationId="{16BA142D-0AF7-449D-89DD-8534F9EEE91A}"/>
          </ac:spMkLst>
        </pc:spChg>
        <pc:spChg chg="del">
          <ac:chgData name="Aritra Mitra" userId="ed282abb-f77d-4912-ae2d-92fef056a80d" providerId="ADAL" clId="{2D99788F-6833-416A-B91A-E1775DF8F536}" dt="2020-10-01T19:55:20.396" v="2279" actId="478"/>
          <ac:spMkLst>
            <pc:docMk/>
            <pc:sldMk cId="1492268902" sldId="325"/>
            <ac:spMk id="16" creationId="{2D5EE6BA-1D92-4272-B22C-C086E3B50DC0}"/>
          </ac:spMkLst>
        </pc:spChg>
        <pc:spChg chg="del">
          <ac:chgData name="Aritra Mitra" userId="ed282abb-f77d-4912-ae2d-92fef056a80d" providerId="ADAL" clId="{2D99788F-6833-416A-B91A-E1775DF8F536}" dt="2020-10-01T19:56:00.631" v="2289" actId="478"/>
          <ac:spMkLst>
            <pc:docMk/>
            <pc:sldMk cId="1492268902" sldId="325"/>
            <ac:spMk id="20" creationId="{7DEF2F0A-0797-4404-B6EC-B5C323AA0B58}"/>
          </ac:spMkLst>
        </pc:spChg>
        <pc:spChg chg="del">
          <ac:chgData name="Aritra Mitra" userId="ed282abb-f77d-4912-ae2d-92fef056a80d" providerId="ADAL" clId="{2D99788F-6833-416A-B91A-E1775DF8F536}" dt="2020-10-01T19:55:57.165" v="2288" actId="478"/>
          <ac:spMkLst>
            <pc:docMk/>
            <pc:sldMk cId="1492268902" sldId="325"/>
            <ac:spMk id="21" creationId="{25E4B1A7-ACB7-486D-B9A0-43AEF64AA51A}"/>
          </ac:spMkLst>
        </pc:spChg>
        <pc:spChg chg="del">
          <ac:chgData name="Aritra Mitra" userId="ed282abb-f77d-4912-ae2d-92fef056a80d" providerId="ADAL" clId="{2D99788F-6833-416A-B91A-E1775DF8F536}" dt="2020-10-01T19:55:29.919" v="2282" actId="478"/>
          <ac:spMkLst>
            <pc:docMk/>
            <pc:sldMk cId="1492268902" sldId="325"/>
            <ac:spMk id="24" creationId="{3557439B-2BBD-41CA-88CD-EA3E41BB9BAF}"/>
          </ac:spMkLst>
        </pc:spChg>
        <pc:spChg chg="del">
          <ac:chgData name="Aritra Mitra" userId="ed282abb-f77d-4912-ae2d-92fef056a80d" providerId="ADAL" clId="{2D99788F-6833-416A-B91A-E1775DF8F536}" dt="2020-10-01T19:55:32.518" v="2283" actId="478"/>
          <ac:spMkLst>
            <pc:docMk/>
            <pc:sldMk cId="1492268902" sldId="325"/>
            <ac:spMk id="25" creationId="{F416AFF0-F3B5-422B-8989-363C90A08E66}"/>
          </ac:spMkLst>
        </pc:spChg>
        <pc:spChg chg="del">
          <ac:chgData name="Aritra Mitra" userId="ed282abb-f77d-4912-ae2d-92fef056a80d" providerId="ADAL" clId="{2D99788F-6833-416A-B91A-E1775DF8F536}" dt="2020-10-01T19:55:41.273" v="2285" actId="478"/>
          <ac:spMkLst>
            <pc:docMk/>
            <pc:sldMk cId="1492268902" sldId="325"/>
            <ac:spMk id="26" creationId="{3CC05BFF-FDAA-4A3A-AF02-E39A3442DB41}"/>
          </ac:spMkLst>
        </pc:spChg>
        <pc:spChg chg="del">
          <ac:chgData name="Aritra Mitra" userId="ed282abb-f77d-4912-ae2d-92fef056a80d" providerId="ADAL" clId="{2D99788F-6833-416A-B91A-E1775DF8F536}" dt="2020-10-01T19:55:44.740" v="2286" actId="478"/>
          <ac:spMkLst>
            <pc:docMk/>
            <pc:sldMk cId="1492268902" sldId="325"/>
            <ac:spMk id="27" creationId="{988C5CD7-803C-4179-9E63-4AB9DC2FED9D}"/>
          </ac:spMkLst>
        </pc:spChg>
        <pc:spChg chg="add mod">
          <ac:chgData name="Aritra Mitra" userId="ed282abb-f77d-4912-ae2d-92fef056a80d" providerId="ADAL" clId="{2D99788F-6833-416A-B91A-E1775DF8F536}" dt="2020-10-01T19:57:17.331" v="2341" actId="1076"/>
          <ac:spMkLst>
            <pc:docMk/>
            <pc:sldMk cId="1492268902" sldId="325"/>
            <ac:spMk id="28" creationId="{4142D081-E595-4D6D-96F9-3101B1DF9EDA}"/>
          </ac:spMkLst>
        </pc:spChg>
        <pc:spChg chg="mod">
          <ac:chgData name="Aritra Mitra" userId="ed282abb-f77d-4912-ae2d-92fef056a80d" providerId="ADAL" clId="{2D99788F-6833-416A-B91A-E1775DF8F536}" dt="2020-10-01T19:56:30.353" v="2331" actId="1076"/>
          <ac:spMkLst>
            <pc:docMk/>
            <pc:sldMk cId="1492268902" sldId="325"/>
            <ac:spMk id="29" creationId="{07BB4EA3-1C3A-4B6A-9F5B-46EEBC185297}"/>
          </ac:spMkLst>
        </pc:spChg>
        <pc:spChg chg="mod">
          <ac:chgData name="Aritra Mitra" userId="ed282abb-f77d-4912-ae2d-92fef056a80d" providerId="ADAL" clId="{2D99788F-6833-416A-B91A-E1775DF8F536}" dt="2020-10-01T19:56:25.090" v="2330" actId="1037"/>
          <ac:spMkLst>
            <pc:docMk/>
            <pc:sldMk cId="1492268902" sldId="325"/>
            <ac:spMk id="30" creationId="{6E95C532-C82E-4FD3-8DEE-40E99B032D0F}"/>
          </ac:spMkLst>
        </pc:spChg>
        <pc:spChg chg="mod">
          <ac:chgData name="Aritra Mitra" userId="ed282abb-f77d-4912-ae2d-92fef056a80d" providerId="ADAL" clId="{2D99788F-6833-416A-B91A-E1775DF8F536}" dt="2020-10-01T19:56:25.090" v="2330" actId="1037"/>
          <ac:spMkLst>
            <pc:docMk/>
            <pc:sldMk cId="1492268902" sldId="325"/>
            <ac:spMk id="31" creationId="{F803C9DA-32D6-46D2-89DE-0312C01370AF}"/>
          </ac:spMkLst>
        </pc:spChg>
        <pc:spChg chg="del">
          <ac:chgData name="Aritra Mitra" userId="ed282abb-f77d-4912-ae2d-92fef056a80d" providerId="ADAL" clId="{2D99788F-6833-416A-B91A-E1775DF8F536}" dt="2020-10-01T19:55:48.089" v="2287" actId="478"/>
          <ac:spMkLst>
            <pc:docMk/>
            <pc:sldMk cId="1492268902" sldId="325"/>
            <ac:spMk id="32" creationId="{C09639C4-5B15-4943-92D9-6D6A6B50CAD4}"/>
          </ac:spMkLst>
        </pc:spChg>
        <pc:spChg chg="del">
          <ac:chgData name="Aritra Mitra" userId="ed282abb-f77d-4912-ae2d-92fef056a80d" providerId="ADAL" clId="{2D99788F-6833-416A-B91A-E1775DF8F536}" dt="2020-10-01T19:55:36.944" v="2284" actId="478"/>
          <ac:spMkLst>
            <pc:docMk/>
            <pc:sldMk cId="1492268902" sldId="325"/>
            <ac:spMk id="33" creationId="{32B06746-C5F0-4414-8A5D-1F9AB9517C8B}"/>
          </ac:spMkLst>
        </pc:spChg>
        <pc:spChg chg="add mod">
          <ac:chgData name="Aritra Mitra" userId="ed282abb-f77d-4912-ae2d-92fef056a80d" providerId="ADAL" clId="{2D99788F-6833-416A-B91A-E1775DF8F536}" dt="2020-10-01T19:57:37.714" v="2347" actId="1037"/>
          <ac:spMkLst>
            <pc:docMk/>
            <pc:sldMk cId="1492268902" sldId="325"/>
            <ac:spMk id="34" creationId="{DEB81608-42BA-45CA-BB61-BA70B76991D8}"/>
          </ac:spMkLst>
        </pc:spChg>
        <pc:spChg chg="add mod">
          <ac:chgData name="Aritra Mitra" userId="ed282abb-f77d-4912-ae2d-92fef056a80d" providerId="ADAL" clId="{2D99788F-6833-416A-B91A-E1775DF8F536}" dt="2020-10-01T19:58:29.579" v="2392" actId="688"/>
          <ac:spMkLst>
            <pc:docMk/>
            <pc:sldMk cId="1492268902" sldId="325"/>
            <ac:spMk id="35" creationId="{EB88C0C6-A6B0-4729-A278-D901F3944C1B}"/>
          </ac:spMkLst>
        </pc:spChg>
        <pc:spChg chg="add mod">
          <ac:chgData name="Aritra Mitra" userId="ed282abb-f77d-4912-ae2d-92fef056a80d" providerId="ADAL" clId="{2D99788F-6833-416A-B91A-E1775DF8F536}" dt="2020-10-01T19:58:45.945" v="2394" actId="1076"/>
          <ac:spMkLst>
            <pc:docMk/>
            <pc:sldMk cId="1492268902" sldId="325"/>
            <ac:spMk id="36" creationId="{4B2382C2-E567-4974-A0C3-529BC891881F}"/>
          </ac:spMkLst>
        </pc:spChg>
        <pc:spChg chg="del">
          <ac:chgData name="Aritra Mitra" userId="ed282abb-f77d-4912-ae2d-92fef056a80d" providerId="ADAL" clId="{2D99788F-6833-416A-B91A-E1775DF8F536}" dt="2020-10-01T19:55:23.102" v="2280" actId="478"/>
          <ac:spMkLst>
            <pc:docMk/>
            <pc:sldMk cId="1492268902" sldId="325"/>
            <ac:spMk id="37" creationId="{CA641772-B136-45E5-BA26-8063CC103ADF}"/>
          </ac:spMkLst>
        </pc:spChg>
        <pc:spChg chg="del">
          <ac:chgData name="Aritra Mitra" userId="ed282abb-f77d-4912-ae2d-92fef056a80d" providerId="ADAL" clId="{2D99788F-6833-416A-B91A-E1775DF8F536}" dt="2020-10-01T19:55:26.530" v="2281" actId="478"/>
          <ac:spMkLst>
            <pc:docMk/>
            <pc:sldMk cId="1492268902" sldId="325"/>
            <ac:spMk id="38" creationId="{E611371A-AC87-4BED-BB16-B5591F1AF554}"/>
          </ac:spMkLst>
        </pc:spChg>
        <pc:spChg chg="add mod">
          <ac:chgData name="Aritra Mitra" userId="ed282abb-f77d-4912-ae2d-92fef056a80d" providerId="ADAL" clId="{2D99788F-6833-416A-B91A-E1775DF8F536}" dt="2020-10-01T19:59:09.229" v="2398" actId="1076"/>
          <ac:spMkLst>
            <pc:docMk/>
            <pc:sldMk cId="1492268902" sldId="325"/>
            <ac:spMk id="39" creationId="{212BC1AB-E8D9-41B4-ACE9-DCE7101591BA}"/>
          </ac:spMkLst>
        </pc:spChg>
        <pc:spChg chg="add mod">
          <ac:chgData name="Aritra Mitra" userId="ed282abb-f77d-4912-ae2d-92fef056a80d" providerId="ADAL" clId="{2D99788F-6833-416A-B91A-E1775DF8F536}" dt="2020-10-01T20:00:32.534" v="2439" actId="1076"/>
          <ac:spMkLst>
            <pc:docMk/>
            <pc:sldMk cId="1492268902" sldId="325"/>
            <ac:spMk id="40" creationId="{67A6E361-D1E1-4D65-B1E6-6ADBD192D9EE}"/>
          </ac:spMkLst>
        </pc:spChg>
        <pc:spChg chg="add mod">
          <ac:chgData name="Aritra Mitra" userId="ed282abb-f77d-4912-ae2d-92fef056a80d" providerId="ADAL" clId="{2D99788F-6833-416A-B91A-E1775DF8F536}" dt="2020-10-01T20:03:24.508" v="2475" actId="1076"/>
          <ac:spMkLst>
            <pc:docMk/>
            <pc:sldMk cId="1492268902" sldId="325"/>
            <ac:spMk id="41" creationId="{834228F1-8E02-4C96-BAB1-4F54EFA05191}"/>
          </ac:spMkLst>
        </pc:spChg>
        <pc:grpChg chg="mod">
          <ac:chgData name="Aritra Mitra" userId="ed282abb-f77d-4912-ae2d-92fef056a80d" providerId="ADAL" clId="{2D99788F-6833-416A-B91A-E1775DF8F536}" dt="2020-10-01T19:56:10.191" v="2290" actId="1076"/>
          <ac:grpSpMkLst>
            <pc:docMk/>
            <pc:sldMk cId="1492268902" sldId="325"/>
            <ac:grpSpMk id="23" creationId="{99FCAB88-5FB7-4191-9C9E-DFFFC1F4B3AB}"/>
          </ac:grpSpMkLst>
        </pc:grpChg>
        <pc:cxnChg chg="del">
          <ac:chgData name="Aritra Mitra" userId="ed282abb-f77d-4912-ae2d-92fef056a80d" providerId="ADAL" clId="{2D99788F-6833-416A-B91A-E1775DF8F536}" dt="2020-10-01T19:55:09.002" v="2276" actId="478"/>
          <ac:cxnSpMkLst>
            <pc:docMk/>
            <pc:sldMk cId="1492268902" sldId="325"/>
            <ac:cxnSpMk id="10" creationId="{97939240-30A7-4151-8F42-57073ACC2780}"/>
          </ac:cxnSpMkLst>
        </pc:cxnChg>
        <pc:cxnChg chg="del">
          <ac:chgData name="Aritra Mitra" userId="ed282abb-f77d-4912-ae2d-92fef056a80d" providerId="ADAL" clId="{2D99788F-6833-416A-B91A-E1775DF8F536}" dt="2020-10-01T19:55:12.867" v="2277" actId="478"/>
          <ac:cxnSpMkLst>
            <pc:docMk/>
            <pc:sldMk cId="1492268902" sldId="325"/>
            <ac:cxnSpMk id="12" creationId="{8B359A2C-EFB1-481C-8A68-948596E1F267}"/>
          </ac:cxnSpMkLst>
        </pc:cxnChg>
        <pc:cxnChg chg="del">
          <ac:chgData name="Aritra Mitra" userId="ed282abb-f77d-4912-ae2d-92fef056a80d" providerId="ADAL" clId="{2D99788F-6833-416A-B91A-E1775DF8F536}" dt="2020-10-01T19:55:16.258" v="2278" actId="478"/>
          <ac:cxnSpMkLst>
            <pc:docMk/>
            <pc:sldMk cId="1492268902" sldId="325"/>
            <ac:cxnSpMk id="15" creationId="{D6F24001-6FF1-4DBD-BEA1-2F6EEA71E6ED}"/>
          </ac:cxnSpMkLst>
        </pc:cxnChg>
      </pc:sldChg>
      <pc:sldChg chg="addSp modSp add modAnim">
        <pc:chgData name="Aritra Mitra" userId="ed282abb-f77d-4912-ae2d-92fef056a80d" providerId="ADAL" clId="{2D99788F-6833-416A-B91A-E1775DF8F536}" dt="2020-10-01T21:51:49.649" v="3689"/>
        <pc:sldMkLst>
          <pc:docMk/>
          <pc:sldMk cId="4217198577" sldId="326"/>
        </pc:sldMkLst>
        <pc:spChg chg="mod">
          <ac:chgData name="Aritra Mitra" userId="ed282abb-f77d-4912-ae2d-92fef056a80d" providerId="ADAL" clId="{2D99788F-6833-416A-B91A-E1775DF8F536}" dt="2020-10-01T20:15:39.989" v="2788" actId="20577"/>
          <ac:spMkLst>
            <pc:docMk/>
            <pc:sldMk cId="4217198577" sldId="326"/>
            <ac:spMk id="2" creationId="{11D3B21F-E8CF-4555-AA78-F990F1CD4EA8}"/>
          </ac:spMkLst>
        </pc:spChg>
        <pc:spChg chg="mod">
          <ac:chgData name="Aritra Mitra" userId="ed282abb-f77d-4912-ae2d-92fef056a80d" providerId="ADAL" clId="{2D99788F-6833-416A-B91A-E1775DF8F536}" dt="2020-10-01T21:43:14.252" v="3631" actId="207"/>
          <ac:spMkLst>
            <pc:docMk/>
            <pc:sldMk cId="4217198577" sldId="326"/>
            <ac:spMk id="3" creationId="{615830C4-1392-45DD-9481-0E577D9D019E}"/>
          </ac:spMkLst>
        </pc:spChg>
        <pc:spChg chg="add mod">
          <ac:chgData name="Aritra Mitra" userId="ed282abb-f77d-4912-ae2d-92fef056a80d" providerId="ADAL" clId="{2D99788F-6833-416A-B91A-E1775DF8F536}" dt="2020-10-01T21:38:35.575" v="3471" actId="208"/>
          <ac:spMkLst>
            <pc:docMk/>
            <pc:sldMk cId="4217198577" sldId="326"/>
            <ac:spMk id="4" creationId="{E37DB109-8F14-4D90-9220-B66727DCA5FF}"/>
          </ac:spMkLst>
        </pc:spChg>
        <pc:spChg chg="add mod">
          <ac:chgData name="Aritra Mitra" userId="ed282abb-f77d-4912-ae2d-92fef056a80d" providerId="ADAL" clId="{2D99788F-6833-416A-B91A-E1775DF8F536}" dt="2020-10-01T21:39:52.242" v="3602" actId="1076"/>
          <ac:spMkLst>
            <pc:docMk/>
            <pc:sldMk cId="4217198577" sldId="326"/>
            <ac:spMk id="5" creationId="{98A45844-65B8-46DF-A4FB-6BC7CCF84FBD}"/>
          </ac:spMkLst>
        </pc:spChg>
        <pc:spChg chg="add mod">
          <ac:chgData name="Aritra Mitra" userId="ed282abb-f77d-4912-ae2d-92fef056a80d" providerId="ADAL" clId="{2D99788F-6833-416A-B91A-E1775DF8F536}" dt="2020-10-01T21:45:48.715" v="3647" actId="207"/>
          <ac:spMkLst>
            <pc:docMk/>
            <pc:sldMk cId="4217198577" sldId="326"/>
            <ac:spMk id="8" creationId="{C0440C00-C4B1-4E7D-945D-975F5BBB4275}"/>
          </ac:spMkLst>
        </pc:spChg>
        <pc:spChg chg="add mod">
          <ac:chgData name="Aritra Mitra" userId="ed282abb-f77d-4912-ae2d-92fef056a80d" providerId="ADAL" clId="{2D99788F-6833-416A-B91A-E1775DF8F536}" dt="2020-10-01T21:46:41.631" v="3684" actId="1037"/>
          <ac:spMkLst>
            <pc:docMk/>
            <pc:sldMk cId="4217198577" sldId="326"/>
            <ac:spMk id="9" creationId="{72CA0BD2-8A41-418F-8D9A-D916BB0D8907}"/>
          </ac:spMkLst>
        </pc:spChg>
        <pc:spChg chg="add mod">
          <ac:chgData name="Aritra Mitra" userId="ed282abb-f77d-4912-ae2d-92fef056a80d" providerId="ADAL" clId="{2D99788F-6833-416A-B91A-E1775DF8F536}" dt="2020-10-01T21:46:30.187" v="3665" actId="1076"/>
          <ac:spMkLst>
            <pc:docMk/>
            <pc:sldMk cId="4217198577" sldId="326"/>
            <ac:spMk id="10" creationId="{AA3DD35B-F60B-4083-8804-FE4BF2F9EA08}"/>
          </ac:spMkLst>
        </pc:spChg>
        <pc:cxnChg chg="add mod">
          <ac:chgData name="Aritra Mitra" userId="ed282abb-f77d-4912-ae2d-92fef056a80d" providerId="ADAL" clId="{2D99788F-6833-416A-B91A-E1775DF8F536}" dt="2020-10-01T21:44:54.185" v="3634" actId="208"/>
          <ac:cxnSpMkLst>
            <pc:docMk/>
            <pc:sldMk cId="4217198577" sldId="326"/>
            <ac:cxnSpMk id="7" creationId="{9126876A-8CF6-4BCE-AC3D-DEE30D713778}"/>
          </ac:cxnSpMkLst>
        </pc:cxnChg>
      </pc:sldChg>
      <pc:sldChg chg="addSp modSp add modAnim">
        <pc:chgData name="Aritra Mitra" userId="ed282abb-f77d-4912-ae2d-92fef056a80d" providerId="ADAL" clId="{2D99788F-6833-416A-B91A-E1775DF8F536}" dt="2020-10-01T22:03:26.547" v="4078" actId="1076"/>
        <pc:sldMkLst>
          <pc:docMk/>
          <pc:sldMk cId="4277721791" sldId="327"/>
        </pc:sldMkLst>
        <pc:spChg chg="mod">
          <ac:chgData name="Aritra Mitra" userId="ed282abb-f77d-4912-ae2d-92fef056a80d" providerId="ADAL" clId="{2D99788F-6833-416A-B91A-E1775DF8F536}" dt="2020-10-01T21:54:56.022" v="3736" actId="20577"/>
          <ac:spMkLst>
            <pc:docMk/>
            <pc:sldMk cId="4277721791" sldId="327"/>
            <ac:spMk id="2" creationId="{4A07CFBF-4BD5-49A6-B9CB-B1C715EE37AC}"/>
          </ac:spMkLst>
        </pc:spChg>
        <pc:spChg chg="mod">
          <ac:chgData name="Aritra Mitra" userId="ed282abb-f77d-4912-ae2d-92fef056a80d" providerId="ADAL" clId="{2D99788F-6833-416A-B91A-E1775DF8F536}" dt="2020-10-01T22:00:34.189" v="4012" actId="5793"/>
          <ac:spMkLst>
            <pc:docMk/>
            <pc:sldMk cId="4277721791" sldId="327"/>
            <ac:spMk id="3" creationId="{00320443-7F95-47C9-B120-D889FE8AB253}"/>
          </ac:spMkLst>
        </pc:spChg>
        <pc:spChg chg="add mod">
          <ac:chgData name="Aritra Mitra" userId="ed282abb-f77d-4912-ae2d-92fef056a80d" providerId="ADAL" clId="{2D99788F-6833-416A-B91A-E1775DF8F536}" dt="2020-10-01T22:03:26.547" v="4078" actId="1076"/>
          <ac:spMkLst>
            <pc:docMk/>
            <pc:sldMk cId="4277721791" sldId="327"/>
            <ac:spMk id="4" creationId="{15F83E95-3F75-4CD3-8A75-31EC46D5549F}"/>
          </ac:spMkLst>
        </pc:spChg>
      </pc:sldChg>
      <pc:sldChg chg="modSp add modAnim">
        <pc:chgData name="Aritra Mitra" userId="ed282abb-f77d-4912-ae2d-92fef056a80d" providerId="ADAL" clId="{2D99788F-6833-416A-B91A-E1775DF8F536}" dt="2020-10-01T23:38:12.952" v="4803"/>
        <pc:sldMkLst>
          <pc:docMk/>
          <pc:sldMk cId="3509197492" sldId="328"/>
        </pc:sldMkLst>
        <pc:spChg chg="mod">
          <ac:chgData name="Aritra Mitra" userId="ed282abb-f77d-4912-ae2d-92fef056a80d" providerId="ADAL" clId="{2D99788F-6833-416A-B91A-E1775DF8F536}" dt="2020-10-01T23:31:29.753" v="4110" actId="20577"/>
          <ac:spMkLst>
            <pc:docMk/>
            <pc:sldMk cId="3509197492" sldId="328"/>
            <ac:spMk id="2" creationId="{C65875EA-6057-4BB2-A530-A952283CE0D9}"/>
          </ac:spMkLst>
        </pc:spChg>
        <pc:spChg chg="mod">
          <ac:chgData name="Aritra Mitra" userId="ed282abb-f77d-4912-ae2d-92fef056a80d" providerId="ADAL" clId="{2D99788F-6833-416A-B91A-E1775DF8F536}" dt="2020-10-01T23:37:47.110" v="4799" actId="207"/>
          <ac:spMkLst>
            <pc:docMk/>
            <pc:sldMk cId="3509197492" sldId="328"/>
            <ac:spMk id="3" creationId="{2853C9DB-4E8B-4924-91C1-0E457E31CF0C}"/>
          </ac:spMkLst>
        </pc:spChg>
      </pc:sldChg>
      <pc:sldChg chg="modSp add">
        <pc:chgData name="Aritra Mitra" userId="ed282abb-f77d-4912-ae2d-92fef056a80d" providerId="ADAL" clId="{2D99788F-6833-416A-B91A-E1775DF8F536}" dt="2020-10-02T04:54:18.445" v="6960" actId="207"/>
        <pc:sldMkLst>
          <pc:docMk/>
          <pc:sldMk cId="1450086462" sldId="329"/>
        </pc:sldMkLst>
        <pc:spChg chg="mod">
          <ac:chgData name="Aritra Mitra" userId="ed282abb-f77d-4912-ae2d-92fef056a80d" providerId="ADAL" clId="{2D99788F-6833-416A-B91A-E1775DF8F536}" dt="2020-10-02T03:29:17.603" v="4872" actId="20577"/>
          <ac:spMkLst>
            <pc:docMk/>
            <pc:sldMk cId="1450086462" sldId="329"/>
            <ac:spMk id="2" creationId="{3DAF860D-51F4-4F8E-B508-3F5173B23C38}"/>
          </ac:spMkLst>
        </pc:spChg>
        <pc:spChg chg="mod">
          <ac:chgData name="Aritra Mitra" userId="ed282abb-f77d-4912-ae2d-92fef056a80d" providerId="ADAL" clId="{2D99788F-6833-416A-B91A-E1775DF8F536}" dt="2020-10-02T04:54:18.445" v="6960" actId="207"/>
          <ac:spMkLst>
            <pc:docMk/>
            <pc:sldMk cId="1450086462" sldId="329"/>
            <ac:spMk id="3" creationId="{46FB3D8C-BCBA-4574-85F3-6EA8CA15CB6B}"/>
          </ac:spMkLst>
        </pc:spChg>
      </pc:sldChg>
      <pc:sldChg chg="modSp add">
        <pc:chgData name="Aritra Mitra" userId="ed282abb-f77d-4912-ae2d-92fef056a80d" providerId="ADAL" clId="{2D99788F-6833-416A-B91A-E1775DF8F536}" dt="2020-10-02T04:02:09.664" v="6089" actId="207"/>
        <pc:sldMkLst>
          <pc:docMk/>
          <pc:sldMk cId="4152048599" sldId="330"/>
        </pc:sldMkLst>
        <pc:spChg chg="mod">
          <ac:chgData name="Aritra Mitra" userId="ed282abb-f77d-4912-ae2d-92fef056a80d" providerId="ADAL" clId="{2D99788F-6833-416A-B91A-E1775DF8F536}" dt="2020-10-02T04:02:09.664" v="6089" actId="207"/>
          <ac:spMkLst>
            <pc:docMk/>
            <pc:sldMk cId="4152048599" sldId="330"/>
            <ac:spMk id="2" creationId="{579B9670-0A55-49AD-8EDC-5D943097D5EE}"/>
          </ac:spMkLst>
        </pc:spChg>
        <pc:spChg chg="mod">
          <ac:chgData name="Aritra Mitra" userId="ed282abb-f77d-4912-ae2d-92fef056a80d" providerId="ADAL" clId="{2D99788F-6833-416A-B91A-E1775DF8F536}" dt="2020-10-02T03:58:44.200" v="6065" actId="207"/>
          <ac:spMkLst>
            <pc:docMk/>
            <pc:sldMk cId="4152048599" sldId="330"/>
            <ac:spMk id="3" creationId="{8A701292-2D91-4656-90C5-4978E50DD7F6}"/>
          </ac:spMkLst>
        </pc:spChg>
      </pc:sldChg>
      <pc:sldChg chg="modSp add modAnim">
        <pc:chgData name="Aritra Mitra" userId="ed282abb-f77d-4912-ae2d-92fef056a80d" providerId="ADAL" clId="{2D99788F-6833-416A-B91A-E1775DF8F536}" dt="2020-10-02T04:44:45.777" v="6959"/>
        <pc:sldMkLst>
          <pc:docMk/>
          <pc:sldMk cId="3104783824" sldId="331"/>
        </pc:sldMkLst>
        <pc:spChg chg="mod">
          <ac:chgData name="Aritra Mitra" userId="ed282abb-f77d-4912-ae2d-92fef056a80d" providerId="ADAL" clId="{2D99788F-6833-416A-B91A-E1775DF8F536}" dt="2020-10-02T04:21:58.544" v="6135" actId="207"/>
          <ac:spMkLst>
            <pc:docMk/>
            <pc:sldMk cId="3104783824" sldId="331"/>
            <ac:spMk id="2" creationId="{78CCC97C-B952-4A5B-8185-B973E076F77A}"/>
          </ac:spMkLst>
        </pc:spChg>
        <pc:spChg chg="mod">
          <ac:chgData name="Aritra Mitra" userId="ed282abb-f77d-4912-ae2d-92fef056a80d" providerId="ADAL" clId="{2D99788F-6833-416A-B91A-E1775DF8F536}" dt="2020-10-02T04:44:22.292" v="6956" actId="207"/>
          <ac:spMkLst>
            <pc:docMk/>
            <pc:sldMk cId="3104783824" sldId="331"/>
            <ac:spMk id="3" creationId="{A662D94C-EAEC-4F3E-B27D-52CE899FDBE7}"/>
          </ac:spMkLst>
        </pc:spChg>
      </pc:sldChg>
      <pc:sldChg chg="modSp add modAnim">
        <pc:chgData name="Aritra Mitra" userId="ed282abb-f77d-4912-ae2d-92fef056a80d" providerId="ADAL" clId="{2D99788F-6833-416A-B91A-E1775DF8F536}" dt="2020-10-02T05:10:42.671" v="7677"/>
        <pc:sldMkLst>
          <pc:docMk/>
          <pc:sldMk cId="3300055802" sldId="332"/>
        </pc:sldMkLst>
        <pc:spChg chg="mod">
          <ac:chgData name="Aritra Mitra" userId="ed282abb-f77d-4912-ae2d-92fef056a80d" providerId="ADAL" clId="{2D99788F-6833-416A-B91A-E1775DF8F536}" dt="2020-10-02T05:06:47.389" v="7279" actId="20577"/>
          <ac:spMkLst>
            <pc:docMk/>
            <pc:sldMk cId="3300055802" sldId="332"/>
            <ac:spMk id="2" creationId="{787E3F02-4D2A-4065-A38F-9B7C1607FBCC}"/>
          </ac:spMkLst>
        </pc:spChg>
        <pc:spChg chg="mod">
          <ac:chgData name="Aritra Mitra" userId="ed282abb-f77d-4912-ae2d-92fef056a80d" providerId="ADAL" clId="{2D99788F-6833-416A-B91A-E1775DF8F536}" dt="2020-10-02T05:09:36.583" v="7673" actId="5793"/>
          <ac:spMkLst>
            <pc:docMk/>
            <pc:sldMk cId="3300055802" sldId="332"/>
            <ac:spMk id="3" creationId="{3901171A-D77F-4E7C-A73B-5C744274C64D}"/>
          </ac:spMkLst>
        </pc:spChg>
      </pc:sldChg>
      <pc:sldChg chg="add">
        <pc:chgData name="Aritra Mitra" userId="ed282abb-f77d-4912-ae2d-92fef056a80d" providerId="ADAL" clId="{2D99788F-6833-416A-B91A-E1775DF8F536}" dt="2020-10-02T15:06:50.767" v="8842"/>
        <pc:sldMkLst>
          <pc:docMk/>
          <pc:sldMk cId="3652091866" sldId="389"/>
        </pc:sldMkLst>
      </pc:sldChg>
      <pc:sldChg chg="add">
        <pc:chgData name="Aritra Mitra" userId="ed282abb-f77d-4912-ae2d-92fef056a80d" providerId="ADAL" clId="{2D99788F-6833-416A-B91A-E1775DF8F536}" dt="2020-10-02T14:07:42.423" v="7681"/>
        <pc:sldMkLst>
          <pc:docMk/>
          <pc:sldMk cId="3870610312" sldId="1079"/>
        </pc:sldMkLst>
      </pc:sldChg>
      <pc:sldChg chg="add del">
        <pc:chgData name="Aritra Mitra" userId="ed282abb-f77d-4912-ae2d-92fef056a80d" providerId="ADAL" clId="{2D99788F-6833-416A-B91A-E1775DF8F536}" dt="2020-10-02T15:07:40.891" v="8845" actId="2696"/>
        <pc:sldMkLst>
          <pc:docMk/>
          <pc:sldMk cId="3246731728" sldId="1119"/>
        </pc:sldMkLst>
      </pc:sldChg>
      <pc:sldChg chg="add del">
        <pc:chgData name="Aritra Mitra" userId="ed282abb-f77d-4912-ae2d-92fef056a80d" providerId="ADAL" clId="{2D99788F-6833-416A-B91A-E1775DF8F536}" dt="2020-10-02T15:07:39.137" v="8844" actId="2696"/>
        <pc:sldMkLst>
          <pc:docMk/>
          <pc:sldMk cId="3005122981" sldId="1129"/>
        </pc:sldMkLst>
      </pc:sldChg>
      <pc:sldChg chg="add modAnim">
        <pc:chgData name="Aritra Mitra" userId="ed282abb-f77d-4912-ae2d-92fef056a80d" providerId="ADAL" clId="{2D99788F-6833-416A-B91A-E1775DF8F536}" dt="2020-10-02T14:31:40.059" v="8316"/>
        <pc:sldMkLst>
          <pc:docMk/>
          <pc:sldMk cId="3715668343" sldId="1161"/>
        </pc:sldMkLst>
      </pc:sldChg>
      <pc:sldChg chg="add del">
        <pc:chgData name="Aritra Mitra" userId="ed282abb-f77d-4912-ae2d-92fef056a80d" providerId="ADAL" clId="{2D99788F-6833-416A-B91A-E1775DF8F536}" dt="2020-10-02T15:20:10.309" v="8900" actId="2696"/>
        <pc:sldMkLst>
          <pc:docMk/>
          <pc:sldMk cId="4061077140" sldId="1173"/>
        </pc:sldMkLst>
      </pc:sldChg>
      <pc:sldChg chg="modSp add">
        <pc:chgData name="Aritra Mitra" userId="ed282abb-f77d-4912-ae2d-92fef056a80d" providerId="ADAL" clId="{2D99788F-6833-416A-B91A-E1775DF8F536}" dt="2020-10-02T15:32:14.097" v="8959" actId="20577"/>
        <pc:sldMkLst>
          <pc:docMk/>
          <pc:sldMk cId="751811388" sldId="1190"/>
        </pc:sldMkLst>
        <pc:spChg chg="mod">
          <ac:chgData name="Aritra Mitra" userId="ed282abb-f77d-4912-ae2d-92fef056a80d" providerId="ADAL" clId="{2D99788F-6833-416A-B91A-E1775DF8F536}" dt="2020-10-02T15:32:14.097" v="8959" actId="20577"/>
          <ac:spMkLst>
            <pc:docMk/>
            <pc:sldMk cId="751811388" sldId="1190"/>
            <ac:spMk id="3" creationId="{00000000-0000-0000-0000-000000000000}"/>
          </ac:spMkLst>
        </pc:spChg>
        <pc:picChg chg="mod">
          <ac:chgData name="Aritra Mitra" userId="ed282abb-f77d-4912-ae2d-92fef056a80d" providerId="ADAL" clId="{2D99788F-6833-416A-B91A-E1775DF8F536}" dt="2020-10-02T15:32:04.006" v="8955" actId="1036"/>
          <ac:picMkLst>
            <pc:docMk/>
            <pc:sldMk cId="751811388" sldId="1190"/>
            <ac:picMk id="60" creationId="{6CD027BA-3772-4CBF-B1A2-DF3336349A96}"/>
          </ac:picMkLst>
        </pc:picChg>
      </pc:sldChg>
      <pc:sldChg chg="delSp modSp add delAnim modAnim">
        <pc:chgData name="Aritra Mitra" userId="ed282abb-f77d-4912-ae2d-92fef056a80d" providerId="ADAL" clId="{2D99788F-6833-416A-B91A-E1775DF8F536}" dt="2020-10-02T14:31:03.688" v="8315"/>
        <pc:sldMkLst>
          <pc:docMk/>
          <pc:sldMk cId="1270474072" sldId="1201"/>
        </pc:sldMkLst>
        <pc:spChg chg="mod">
          <ac:chgData name="Aritra Mitra" userId="ed282abb-f77d-4912-ae2d-92fef056a80d" providerId="ADAL" clId="{2D99788F-6833-416A-B91A-E1775DF8F536}" dt="2020-10-02T14:30:56.766" v="8314" actId="207"/>
          <ac:spMkLst>
            <pc:docMk/>
            <pc:sldMk cId="1270474072" sldId="1201"/>
            <ac:spMk id="3" creationId="{133C3B2D-2772-4BA4-B287-E83F3BBEEFAB}"/>
          </ac:spMkLst>
        </pc:spChg>
        <pc:spChg chg="del">
          <ac:chgData name="Aritra Mitra" userId="ed282abb-f77d-4912-ae2d-92fef056a80d" providerId="ADAL" clId="{2D99788F-6833-416A-B91A-E1775DF8F536}" dt="2020-10-02T14:28:36.994" v="8209" actId="478"/>
          <ac:spMkLst>
            <pc:docMk/>
            <pc:sldMk cId="1270474072" sldId="1201"/>
            <ac:spMk id="8" creationId="{EEB6C4D9-6485-45D6-8FB0-2108D882D0E9}"/>
          </ac:spMkLst>
        </pc:spChg>
      </pc:sldChg>
      <pc:sldChg chg="addSp modSp add modAnim">
        <pc:chgData name="Aritra Mitra" userId="ed282abb-f77d-4912-ae2d-92fef056a80d" providerId="ADAL" clId="{2D99788F-6833-416A-B91A-E1775DF8F536}" dt="2020-10-02T15:27:59.455" v="8901"/>
        <pc:sldMkLst>
          <pc:docMk/>
          <pc:sldMk cId="3498256755" sldId="1208"/>
        </pc:sldMkLst>
        <pc:spChg chg="add mod">
          <ac:chgData name="Aritra Mitra" userId="ed282abb-f77d-4912-ae2d-92fef056a80d" providerId="ADAL" clId="{2D99788F-6833-416A-B91A-E1775DF8F536}" dt="2020-10-02T14:38:59.639" v="8474" actId="207"/>
          <ac:spMkLst>
            <pc:docMk/>
            <pc:sldMk cId="3498256755" sldId="1208"/>
            <ac:spMk id="2" creationId="{9A7AB529-82AE-4316-B690-CC1AEFCE6378}"/>
          </ac:spMkLst>
        </pc:spChg>
        <pc:spChg chg="mod">
          <ac:chgData name="Aritra Mitra" userId="ed282abb-f77d-4912-ae2d-92fef056a80d" providerId="ADAL" clId="{2D99788F-6833-416A-B91A-E1775DF8F536}" dt="2020-10-02T14:34:09.418" v="8370" actId="20577"/>
          <ac:spMkLst>
            <pc:docMk/>
            <pc:sldMk cId="3498256755" sldId="1208"/>
            <ac:spMk id="11" creationId="{964F4A62-2494-41EE-AED2-7241E934DA3D}"/>
          </ac:spMkLst>
        </pc:spChg>
      </pc:sldChg>
      <pc:sldChg chg="add">
        <pc:chgData name="Aritra Mitra" userId="ed282abb-f77d-4912-ae2d-92fef056a80d" providerId="ADAL" clId="{2D99788F-6833-416A-B91A-E1775DF8F536}" dt="2020-10-02T14:05:51.452" v="7680"/>
        <pc:sldMkLst>
          <pc:docMk/>
          <pc:sldMk cId="197174769" sldId="1234"/>
        </pc:sldMkLst>
      </pc:sldChg>
      <pc:sldChg chg="add del ord">
        <pc:chgData name="Aritra Mitra" userId="ed282abb-f77d-4912-ae2d-92fef056a80d" providerId="ADAL" clId="{2D99788F-6833-416A-B91A-E1775DF8F536}" dt="2020-10-02T15:07:38.462" v="8843" actId="2696"/>
        <pc:sldMkLst>
          <pc:docMk/>
          <pc:sldMk cId="1612426837" sldId="1238"/>
        </pc:sldMkLst>
      </pc:sldChg>
      <pc:sldChg chg="modSp add">
        <pc:chgData name="Aritra Mitra" userId="ed282abb-f77d-4912-ae2d-92fef056a80d" providerId="ADAL" clId="{2D99788F-6833-416A-B91A-E1775DF8F536}" dt="2020-10-02T15:19:14.801" v="8899" actId="1036"/>
        <pc:sldMkLst>
          <pc:docMk/>
          <pc:sldMk cId="2684119754" sldId="1243"/>
        </pc:sldMkLst>
        <pc:picChg chg="mod">
          <ac:chgData name="Aritra Mitra" userId="ed282abb-f77d-4912-ae2d-92fef056a80d" providerId="ADAL" clId="{2D99788F-6833-416A-B91A-E1775DF8F536}" dt="2020-10-02T15:19:14.801" v="8899" actId="1036"/>
          <ac:picMkLst>
            <pc:docMk/>
            <pc:sldMk cId="2684119754" sldId="1243"/>
            <ac:picMk id="22" creationId="{FE1F638E-97D6-4DE7-A1C5-17AB8144829B}"/>
          </ac:picMkLst>
        </pc:picChg>
      </pc:sldChg>
      <pc:sldChg chg="add">
        <pc:chgData name="Aritra Mitra" userId="ed282abb-f77d-4912-ae2d-92fef056a80d" providerId="ADAL" clId="{2D99788F-6833-416A-B91A-E1775DF8F536}" dt="2020-10-02T14:02:01.630" v="7678"/>
        <pc:sldMkLst>
          <pc:docMk/>
          <pc:sldMk cId="1043607009" sldId="1244"/>
        </pc:sldMkLst>
      </pc:sldChg>
      <pc:sldChg chg="add">
        <pc:chgData name="Aritra Mitra" userId="ed282abb-f77d-4912-ae2d-92fef056a80d" providerId="ADAL" clId="{2D99788F-6833-416A-B91A-E1775DF8F536}" dt="2020-10-02T14:05:19.493" v="7679"/>
        <pc:sldMkLst>
          <pc:docMk/>
          <pc:sldMk cId="1877388902" sldId="1252"/>
        </pc:sldMkLst>
      </pc:sldChg>
      <pc:sldChg chg="addSp delSp modSp add modAnim">
        <pc:chgData name="Aritra Mitra" userId="ed282abb-f77d-4912-ae2d-92fef056a80d" providerId="ADAL" clId="{2D99788F-6833-416A-B91A-E1775DF8F536}" dt="2020-10-02T14:29:32.969" v="8251" actId="20577"/>
        <pc:sldMkLst>
          <pc:docMk/>
          <pc:sldMk cId="3471643901" sldId="1253"/>
        </pc:sldMkLst>
        <pc:spChg chg="mod">
          <ac:chgData name="Aritra Mitra" userId="ed282abb-f77d-4912-ae2d-92fef056a80d" providerId="ADAL" clId="{2D99788F-6833-416A-B91A-E1775DF8F536}" dt="2020-10-02T14:29:32.969" v="8251" actId="20577"/>
          <ac:spMkLst>
            <pc:docMk/>
            <pc:sldMk cId="3471643901" sldId="1253"/>
            <ac:spMk id="2" creationId="{E455C76E-620B-4771-8E3F-2CDAD1A3D693}"/>
          </ac:spMkLst>
        </pc:spChg>
        <pc:spChg chg="del mod">
          <ac:chgData name="Aritra Mitra" userId="ed282abb-f77d-4912-ae2d-92fef056a80d" providerId="ADAL" clId="{2D99788F-6833-416A-B91A-E1775DF8F536}" dt="2020-10-02T14:11:58.466" v="7706" actId="478"/>
          <ac:spMkLst>
            <pc:docMk/>
            <pc:sldMk cId="3471643901" sldId="1253"/>
            <ac:spMk id="3" creationId="{DD07D509-B3B9-450F-A59C-86EEEE72E700}"/>
          </ac:spMkLst>
        </pc:spChg>
        <pc:spChg chg="add mod topLvl">
          <ac:chgData name="Aritra Mitra" userId="ed282abb-f77d-4912-ae2d-92fef056a80d" providerId="ADAL" clId="{2D99788F-6833-416A-B91A-E1775DF8F536}" dt="2020-10-02T14:20:06.341" v="7799" actId="164"/>
          <ac:spMkLst>
            <pc:docMk/>
            <pc:sldMk cId="3471643901" sldId="1253"/>
            <ac:spMk id="6" creationId="{1879CBAA-91E9-4D84-8199-9D93BCCB89E7}"/>
          </ac:spMkLst>
        </pc:spChg>
        <pc:spChg chg="add del mod">
          <ac:chgData name="Aritra Mitra" userId="ed282abb-f77d-4912-ae2d-92fef056a80d" providerId="ADAL" clId="{2D99788F-6833-416A-B91A-E1775DF8F536}" dt="2020-10-02T14:18:04.835" v="7754" actId="478"/>
          <ac:spMkLst>
            <pc:docMk/>
            <pc:sldMk cId="3471643901" sldId="1253"/>
            <ac:spMk id="7" creationId="{D4AE9499-C8EB-4777-86BF-DDEF48683072}"/>
          </ac:spMkLst>
        </pc:spChg>
        <pc:spChg chg="add mod topLvl">
          <ac:chgData name="Aritra Mitra" userId="ed282abb-f77d-4912-ae2d-92fef056a80d" providerId="ADAL" clId="{2D99788F-6833-416A-B91A-E1775DF8F536}" dt="2020-10-02T14:20:06.341" v="7799" actId="164"/>
          <ac:spMkLst>
            <pc:docMk/>
            <pc:sldMk cId="3471643901" sldId="1253"/>
            <ac:spMk id="8" creationId="{CF49D9E8-F1BF-4B88-B4FC-0ADA90867DD2}"/>
          </ac:spMkLst>
        </pc:spChg>
        <pc:spChg chg="add mod topLvl">
          <ac:chgData name="Aritra Mitra" userId="ed282abb-f77d-4912-ae2d-92fef056a80d" providerId="ADAL" clId="{2D99788F-6833-416A-B91A-E1775DF8F536}" dt="2020-10-02T14:20:06.341" v="7799" actId="164"/>
          <ac:spMkLst>
            <pc:docMk/>
            <pc:sldMk cId="3471643901" sldId="1253"/>
            <ac:spMk id="9" creationId="{4F41F71F-AE61-44A4-B1B1-98C77A989D36}"/>
          </ac:spMkLst>
        </pc:spChg>
        <pc:spChg chg="add mod topLvl">
          <ac:chgData name="Aritra Mitra" userId="ed282abb-f77d-4912-ae2d-92fef056a80d" providerId="ADAL" clId="{2D99788F-6833-416A-B91A-E1775DF8F536}" dt="2020-10-02T14:20:06.341" v="7799" actId="164"/>
          <ac:spMkLst>
            <pc:docMk/>
            <pc:sldMk cId="3471643901" sldId="1253"/>
            <ac:spMk id="10" creationId="{91E0BAA8-D156-48EB-95B3-68182F97AC0D}"/>
          </ac:spMkLst>
        </pc:spChg>
        <pc:spChg chg="add mod topLvl">
          <ac:chgData name="Aritra Mitra" userId="ed282abb-f77d-4912-ae2d-92fef056a80d" providerId="ADAL" clId="{2D99788F-6833-416A-B91A-E1775DF8F536}" dt="2020-10-02T14:20:06.341" v="7799" actId="164"/>
          <ac:spMkLst>
            <pc:docMk/>
            <pc:sldMk cId="3471643901" sldId="1253"/>
            <ac:spMk id="11" creationId="{A82594E7-45F3-43ED-9AC8-3959158C4A97}"/>
          </ac:spMkLst>
        </pc:spChg>
        <pc:spChg chg="add mod topLvl">
          <ac:chgData name="Aritra Mitra" userId="ed282abb-f77d-4912-ae2d-92fef056a80d" providerId="ADAL" clId="{2D99788F-6833-416A-B91A-E1775DF8F536}" dt="2020-10-02T14:20:06.341" v="7799" actId="164"/>
          <ac:spMkLst>
            <pc:docMk/>
            <pc:sldMk cId="3471643901" sldId="1253"/>
            <ac:spMk id="12" creationId="{739061D1-B7AE-4DAF-8529-4FD8B0AD5E53}"/>
          </ac:spMkLst>
        </pc:spChg>
        <pc:spChg chg="add mod">
          <ac:chgData name="Aritra Mitra" userId="ed282abb-f77d-4912-ae2d-92fef056a80d" providerId="ADAL" clId="{2D99788F-6833-416A-B91A-E1775DF8F536}" dt="2020-10-02T14:28:03.931" v="8205" actId="207"/>
          <ac:spMkLst>
            <pc:docMk/>
            <pc:sldMk cId="3471643901" sldId="1253"/>
            <ac:spMk id="15" creationId="{AAB231B9-588B-40DF-800F-1DCF00DBBAB4}"/>
          </ac:spMkLst>
        </pc:spChg>
        <pc:grpChg chg="add del mod">
          <ac:chgData name="Aritra Mitra" userId="ed282abb-f77d-4912-ae2d-92fef056a80d" providerId="ADAL" clId="{2D99788F-6833-416A-B91A-E1775DF8F536}" dt="2020-10-02T14:19:55.547" v="7798" actId="165"/>
          <ac:grpSpMkLst>
            <pc:docMk/>
            <pc:sldMk cId="3471643901" sldId="1253"/>
            <ac:grpSpMk id="13" creationId="{36B0E6EB-27FA-43C7-AC63-7DE172E5C025}"/>
          </ac:grpSpMkLst>
        </pc:grpChg>
        <pc:grpChg chg="add mod">
          <ac:chgData name="Aritra Mitra" userId="ed282abb-f77d-4912-ae2d-92fef056a80d" providerId="ADAL" clId="{2D99788F-6833-416A-B91A-E1775DF8F536}" dt="2020-10-02T14:20:09.072" v="7822" actId="1037"/>
          <ac:grpSpMkLst>
            <pc:docMk/>
            <pc:sldMk cId="3471643901" sldId="1253"/>
            <ac:grpSpMk id="14" creationId="{460557D6-F8A0-4C4A-8DFD-40F8323E39CA}"/>
          </ac:grpSpMkLst>
        </pc:grpChg>
        <pc:picChg chg="add mod">
          <ac:chgData name="Aritra Mitra" userId="ed282abb-f77d-4912-ae2d-92fef056a80d" providerId="ADAL" clId="{2D99788F-6833-416A-B91A-E1775DF8F536}" dt="2020-10-02T14:20:06.341" v="7799" actId="164"/>
          <ac:picMkLst>
            <pc:docMk/>
            <pc:sldMk cId="3471643901" sldId="1253"/>
            <ac:picMk id="5" creationId="{8A04E681-EF17-49FE-8257-DA471C73E190}"/>
          </ac:picMkLst>
        </pc:picChg>
      </pc:sldChg>
      <pc:sldChg chg="modSp add del">
        <pc:chgData name="Aritra Mitra" userId="ed282abb-f77d-4912-ae2d-92fef056a80d" providerId="ADAL" clId="{2D99788F-6833-416A-B91A-E1775DF8F536}" dt="2020-10-02T14:32:56.987" v="8329" actId="2696"/>
        <pc:sldMkLst>
          <pc:docMk/>
          <pc:sldMk cId="1055765714" sldId="1254"/>
        </pc:sldMkLst>
        <pc:spChg chg="mod">
          <ac:chgData name="Aritra Mitra" userId="ed282abb-f77d-4912-ae2d-92fef056a80d" providerId="ADAL" clId="{2D99788F-6833-416A-B91A-E1775DF8F536}" dt="2020-10-02T14:32:08.438" v="8328" actId="20577"/>
          <ac:spMkLst>
            <pc:docMk/>
            <pc:sldMk cId="1055765714" sldId="1254"/>
            <ac:spMk id="2" creationId="{4BAD17A9-BF87-4DC8-B8DD-73AA6488DEF3}"/>
          </ac:spMkLst>
        </pc:spChg>
      </pc:sldChg>
      <pc:sldChg chg="modSp add del">
        <pc:chgData name="Aritra Mitra" userId="ed282abb-f77d-4912-ae2d-92fef056a80d" providerId="ADAL" clId="{2D99788F-6833-416A-B91A-E1775DF8F536}" dt="2020-10-02T14:29:19.755" v="8210" actId="2696"/>
        <pc:sldMkLst>
          <pc:docMk/>
          <pc:sldMk cId="1874809889" sldId="1254"/>
        </pc:sldMkLst>
        <pc:spChg chg="mod">
          <ac:chgData name="Aritra Mitra" userId="ed282abb-f77d-4912-ae2d-92fef056a80d" providerId="ADAL" clId="{2D99788F-6833-416A-B91A-E1775DF8F536}" dt="2020-10-02T14:27:10.792" v="8198" actId="14100"/>
          <ac:spMkLst>
            <pc:docMk/>
            <pc:sldMk cId="1874809889" sldId="1254"/>
            <ac:spMk id="3" creationId="{206186E8-1620-4B33-B92F-FAD5DA66E528}"/>
          </ac:spMkLst>
        </pc:spChg>
      </pc:sldChg>
      <pc:sldChg chg="modSp add">
        <pc:chgData name="Aritra Mitra" userId="ed282abb-f77d-4912-ae2d-92fef056a80d" providerId="ADAL" clId="{2D99788F-6833-416A-B91A-E1775DF8F536}" dt="2020-10-02T15:04:51" v="8840" actId="207"/>
        <pc:sldMkLst>
          <pc:docMk/>
          <pc:sldMk cId="2388966633" sldId="1254"/>
        </pc:sldMkLst>
        <pc:spChg chg="mod">
          <ac:chgData name="Aritra Mitra" userId="ed282abb-f77d-4912-ae2d-92fef056a80d" providerId="ADAL" clId="{2D99788F-6833-416A-B91A-E1775DF8F536}" dt="2020-10-02T14:58:07.482" v="8487" actId="20577"/>
          <ac:spMkLst>
            <pc:docMk/>
            <pc:sldMk cId="2388966633" sldId="1254"/>
            <ac:spMk id="2" creationId="{A1E61439-1E44-41CF-8E97-43FB44DAC9C0}"/>
          </ac:spMkLst>
        </pc:spChg>
        <pc:spChg chg="mod">
          <ac:chgData name="Aritra Mitra" userId="ed282abb-f77d-4912-ae2d-92fef056a80d" providerId="ADAL" clId="{2D99788F-6833-416A-B91A-E1775DF8F536}" dt="2020-10-02T15:04:51" v="8840" actId="207"/>
          <ac:spMkLst>
            <pc:docMk/>
            <pc:sldMk cId="2388966633" sldId="1254"/>
            <ac:spMk id="3" creationId="{13414A82-C633-4063-B83D-AAF943A60C50}"/>
          </ac:spMkLst>
        </pc:spChg>
      </pc:sldChg>
      <pc:sldChg chg="add">
        <pc:chgData name="Aritra Mitra" userId="ed282abb-f77d-4912-ae2d-92fef056a80d" providerId="ADAL" clId="{2D99788F-6833-416A-B91A-E1775DF8F536}" dt="2020-10-02T15:06:50.767" v="8842"/>
        <pc:sldMkLst>
          <pc:docMk/>
          <pc:sldMk cId="1829845218" sldId="1255"/>
        </pc:sldMkLst>
      </pc:sldChg>
      <pc:sldChg chg="modSp add">
        <pc:chgData name="Aritra Mitra" userId="ed282abb-f77d-4912-ae2d-92fef056a80d" providerId="ADAL" clId="{2D99788F-6833-416A-B91A-E1775DF8F536}" dt="2020-10-02T15:08:25.961" v="8898" actId="207"/>
        <pc:sldMkLst>
          <pc:docMk/>
          <pc:sldMk cId="974629170" sldId="1256"/>
        </pc:sldMkLst>
        <pc:spChg chg="mod">
          <ac:chgData name="Aritra Mitra" userId="ed282abb-f77d-4912-ae2d-92fef056a80d" providerId="ADAL" clId="{2D99788F-6833-416A-B91A-E1775DF8F536}" dt="2020-10-02T15:08:25.961" v="8898" actId="207"/>
          <ac:spMkLst>
            <pc:docMk/>
            <pc:sldMk cId="974629170" sldId="1256"/>
            <ac:spMk id="2" creationId="{00000000-0000-0000-0000-000000000000}"/>
          </ac:spMkLst>
        </pc:spChg>
      </pc:sldChg>
      <pc:sldChg chg="modSp add">
        <pc:chgData name="Aritra Mitra" userId="ed282abb-f77d-4912-ae2d-92fef056a80d" providerId="ADAL" clId="{2D99788F-6833-416A-B91A-E1775DF8F536}" dt="2020-10-02T17:47:04.485" v="9237" actId="20577"/>
        <pc:sldMkLst>
          <pc:docMk/>
          <pc:sldMk cId="1659080909" sldId="1257"/>
        </pc:sldMkLst>
        <pc:spChg chg="mod">
          <ac:chgData name="Aritra Mitra" userId="ed282abb-f77d-4912-ae2d-92fef056a80d" providerId="ADAL" clId="{2D99788F-6833-416A-B91A-E1775DF8F536}" dt="2020-10-02T17:45:16.200" v="8975" actId="20577"/>
          <ac:spMkLst>
            <pc:docMk/>
            <pc:sldMk cId="1659080909" sldId="1257"/>
            <ac:spMk id="2" creationId="{AB3AC0A4-1054-4113-AFF6-90A550FF1395}"/>
          </ac:spMkLst>
        </pc:spChg>
        <pc:spChg chg="mod">
          <ac:chgData name="Aritra Mitra" userId="ed282abb-f77d-4912-ae2d-92fef056a80d" providerId="ADAL" clId="{2D99788F-6833-416A-B91A-E1775DF8F536}" dt="2020-10-02T17:47:04.485" v="9237" actId="20577"/>
          <ac:spMkLst>
            <pc:docMk/>
            <pc:sldMk cId="1659080909" sldId="1257"/>
            <ac:spMk id="3" creationId="{329DB132-BDB5-47DD-8944-1687D0A101C6}"/>
          </ac:spMkLst>
        </pc:spChg>
      </pc:sldChg>
    </pc:docChg>
  </pc:docChgLst>
  <pc:docChgLst>
    <pc:chgData name="Mitra, Aritra" userId="c0528902-d414-4a78-8a62-a5dcc8d4eb67" providerId="ADAL" clId="{37B3FC15-985D-4867-90D0-AE3154708557}"/>
    <pc:docChg chg="undo custSel addSld delSld modSld sldOrd modSection">
      <pc:chgData name="Mitra, Aritra" userId="c0528902-d414-4a78-8a62-a5dcc8d4eb67" providerId="ADAL" clId="{37B3FC15-985D-4867-90D0-AE3154708557}" dt="2022-01-07T13:45:42.805" v="6979" actId="20577"/>
      <pc:docMkLst>
        <pc:docMk/>
      </pc:docMkLst>
      <pc:sldChg chg="delSp modSp mod">
        <pc:chgData name="Mitra, Aritra" userId="c0528902-d414-4a78-8a62-a5dcc8d4eb67" providerId="ADAL" clId="{37B3FC15-985D-4867-90D0-AE3154708557}" dt="2022-01-07T06:45:56.617" v="100" actId="1037"/>
        <pc:sldMkLst>
          <pc:docMk/>
          <pc:sldMk cId="3695319144" sldId="301"/>
        </pc:sldMkLst>
        <pc:spChg chg="mod">
          <ac:chgData name="Mitra, Aritra" userId="c0528902-d414-4a78-8a62-a5dcc8d4eb67" providerId="ADAL" clId="{37B3FC15-985D-4867-90D0-AE3154708557}" dt="2022-01-07T06:45:22.104" v="77" actId="20577"/>
          <ac:spMkLst>
            <pc:docMk/>
            <pc:sldMk cId="3695319144" sldId="301"/>
            <ac:spMk id="2" creationId="{00000000-0000-0000-0000-000000000000}"/>
          </ac:spMkLst>
        </pc:spChg>
        <pc:spChg chg="mod">
          <ac:chgData name="Mitra, Aritra" userId="c0528902-d414-4a78-8a62-a5dcc8d4eb67" providerId="ADAL" clId="{37B3FC15-985D-4867-90D0-AE3154708557}" dt="2022-01-07T06:45:56.617" v="100" actId="1037"/>
          <ac:spMkLst>
            <pc:docMk/>
            <pc:sldMk cId="3695319144" sldId="301"/>
            <ac:spMk id="3" creationId="{00000000-0000-0000-0000-000000000000}"/>
          </ac:spMkLst>
        </pc:spChg>
        <pc:spChg chg="del">
          <ac:chgData name="Mitra, Aritra" userId="c0528902-d414-4a78-8a62-a5dcc8d4eb67" providerId="ADAL" clId="{37B3FC15-985D-4867-90D0-AE3154708557}" dt="2022-01-07T06:45:32.825" v="78" actId="478"/>
          <ac:spMkLst>
            <pc:docMk/>
            <pc:sldMk cId="3695319144" sldId="301"/>
            <ac:spMk id="4" creationId="{256825C6-10F2-45BC-AA5A-470383906571}"/>
          </ac:spMkLst>
        </pc:spChg>
        <pc:spChg chg="del">
          <ac:chgData name="Mitra, Aritra" userId="c0528902-d414-4a78-8a62-a5dcc8d4eb67" providerId="ADAL" clId="{37B3FC15-985D-4867-90D0-AE3154708557}" dt="2022-01-07T06:45:36.357" v="79" actId="478"/>
          <ac:spMkLst>
            <pc:docMk/>
            <pc:sldMk cId="3695319144" sldId="301"/>
            <ac:spMk id="5" creationId="{BF4A3F77-BCD0-4437-A31D-C1EC025E0F38}"/>
          </ac:spMkLst>
        </pc:spChg>
        <pc:spChg chg="del">
          <ac:chgData name="Mitra, Aritra" userId="c0528902-d414-4a78-8a62-a5dcc8d4eb67" providerId="ADAL" clId="{37B3FC15-985D-4867-90D0-AE3154708557}" dt="2022-01-07T06:45:39.521" v="80" actId="478"/>
          <ac:spMkLst>
            <pc:docMk/>
            <pc:sldMk cId="3695319144" sldId="301"/>
            <ac:spMk id="6" creationId="{D57E22E9-6B63-4FEB-B363-A068AAFCDC2A}"/>
          </ac:spMkLst>
        </pc:spChg>
      </pc:sldChg>
      <pc:sldChg chg="del">
        <pc:chgData name="Mitra, Aritra" userId="c0528902-d414-4a78-8a62-a5dcc8d4eb67" providerId="ADAL" clId="{37B3FC15-985D-4867-90D0-AE3154708557}" dt="2022-01-07T06:47:01.325" v="103" actId="47"/>
        <pc:sldMkLst>
          <pc:docMk/>
          <pc:sldMk cId="646558840" sldId="302"/>
        </pc:sldMkLst>
      </pc:sldChg>
      <pc:sldChg chg="addSp delSp modSp new mod">
        <pc:chgData name="Mitra, Aritra" userId="c0528902-d414-4a78-8a62-a5dcc8d4eb67" providerId="ADAL" clId="{37B3FC15-985D-4867-90D0-AE3154708557}" dt="2022-01-07T07:16:19.035" v="1010" actId="27107"/>
        <pc:sldMkLst>
          <pc:docMk/>
          <pc:sldMk cId="1838838544" sldId="302"/>
        </pc:sldMkLst>
        <pc:spChg chg="mod">
          <ac:chgData name="Mitra, Aritra" userId="c0528902-d414-4a78-8a62-a5dcc8d4eb67" providerId="ADAL" clId="{37B3FC15-985D-4867-90D0-AE3154708557}" dt="2022-01-07T06:55:22.604" v="151" actId="20577"/>
          <ac:spMkLst>
            <pc:docMk/>
            <pc:sldMk cId="1838838544" sldId="302"/>
            <ac:spMk id="2" creationId="{7D62B3BD-8B2D-4347-A70B-82ACE4AF9ACB}"/>
          </ac:spMkLst>
        </pc:spChg>
        <pc:spChg chg="del mod">
          <ac:chgData name="Mitra, Aritra" userId="c0528902-d414-4a78-8a62-a5dcc8d4eb67" providerId="ADAL" clId="{37B3FC15-985D-4867-90D0-AE3154708557}" dt="2022-01-07T06:55:37.684" v="153" actId="478"/>
          <ac:spMkLst>
            <pc:docMk/>
            <pc:sldMk cId="1838838544" sldId="302"/>
            <ac:spMk id="3" creationId="{613CEE57-C8FA-40FD-9232-9465F0974C91}"/>
          </ac:spMkLst>
        </pc:spChg>
        <pc:spChg chg="add mod">
          <ac:chgData name="Mitra, Aritra" userId="c0528902-d414-4a78-8a62-a5dcc8d4eb67" providerId="ADAL" clId="{37B3FC15-985D-4867-90D0-AE3154708557}" dt="2022-01-07T07:00:09.624" v="318" actId="207"/>
          <ac:spMkLst>
            <pc:docMk/>
            <pc:sldMk cId="1838838544" sldId="302"/>
            <ac:spMk id="4" creationId="{00C898A8-78C3-461D-B405-A7F0EAC8E046}"/>
          </ac:spMkLst>
        </pc:spChg>
        <pc:spChg chg="add mod">
          <ac:chgData name="Mitra, Aritra" userId="c0528902-d414-4a78-8a62-a5dcc8d4eb67" providerId="ADAL" clId="{37B3FC15-985D-4867-90D0-AE3154708557}" dt="2022-01-07T07:16:19.035" v="1010" actId="27107"/>
          <ac:spMkLst>
            <pc:docMk/>
            <pc:sldMk cId="1838838544" sldId="302"/>
            <ac:spMk id="5" creationId="{9E964F60-3DD1-4E45-8F15-4CD6176D70C6}"/>
          </ac:spMkLst>
        </pc:spChg>
        <pc:spChg chg="add del mod">
          <ac:chgData name="Mitra, Aritra" userId="c0528902-d414-4a78-8a62-a5dcc8d4eb67" providerId="ADAL" clId="{37B3FC15-985D-4867-90D0-AE3154708557}" dt="2022-01-07T07:11:36.059" v="805"/>
          <ac:spMkLst>
            <pc:docMk/>
            <pc:sldMk cId="1838838544" sldId="302"/>
            <ac:spMk id="12" creationId="{E17AA3DE-4269-437F-9217-2809D8CB68A9}"/>
          </ac:spMkLst>
        </pc:spChg>
        <pc:spChg chg="add mod">
          <ac:chgData name="Mitra, Aritra" userId="c0528902-d414-4a78-8a62-a5dcc8d4eb67" providerId="ADAL" clId="{37B3FC15-985D-4867-90D0-AE3154708557}" dt="2022-01-07T07:14:37.907" v="997" actId="255"/>
          <ac:spMkLst>
            <pc:docMk/>
            <pc:sldMk cId="1838838544" sldId="302"/>
            <ac:spMk id="13" creationId="{9CB0F269-7790-4401-A5C2-5842E31748A6}"/>
          </ac:spMkLst>
        </pc:spChg>
        <pc:spChg chg="add mod">
          <ac:chgData name="Mitra, Aritra" userId="c0528902-d414-4a78-8a62-a5dcc8d4eb67" providerId="ADAL" clId="{37B3FC15-985D-4867-90D0-AE3154708557}" dt="2022-01-07T07:15:16.395" v="1009" actId="1035"/>
          <ac:spMkLst>
            <pc:docMk/>
            <pc:sldMk cId="1838838544" sldId="302"/>
            <ac:spMk id="14" creationId="{DF52420B-5D2E-47E3-AE4E-110C4545FBDA}"/>
          </ac:spMkLst>
        </pc:spChg>
        <pc:spChg chg="add mod">
          <ac:chgData name="Mitra, Aritra" userId="c0528902-d414-4a78-8a62-a5dcc8d4eb67" providerId="ADAL" clId="{37B3FC15-985D-4867-90D0-AE3154708557}" dt="2022-01-07T07:15:03.673" v="1001" actId="1076"/>
          <ac:spMkLst>
            <pc:docMk/>
            <pc:sldMk cId="1838838544" sldId="302"/>
            <ac:spMk id="15" creationId="{497D9CE2-68A4-4ED7-94E3-064D78C5D123}"/>
          </ac:spMkLst>
        </pc:spChg>
        <pc:picChg chg="add mod">
          <ac:chgData name="Mitra, Aritra" userId="c0528902-d414-4a78-8a62-a5dcc8d4eb67" providerId="ADAL" clId="{37B3FC15-985D-4867-90D0-AE3154708557}" dt="2022-01-07T07:09:17.084" v="656" actId="1036"/>
          <ac:picMkLst>
            <pc:docMk/>
            <pc:sldMk cId="1838838544" sldId="302"/>
            <ac:picMk id="7" creationId="{FAF29DE9-6BBA-4604-8589-8AE6CE21DE75}"/>
          </ac:picMkLst>
        </pc:picChg>
        <pc:picChg chg="add mod">
          <ac:chgData name="Mitra, Aritra" userId="c0528902-d414-4a78-8a62-a5dcc8d4eb67" providerId="ADAL" clId="{37B3FC15-985D-4867-90D0-AE3154708557}" dt="2022-01-07T07:09:36.924" v="768" actId="1038"/>
          <ac:picMkLst>
            <pc:docMk/>
            <pc:sldMk cId="1838838544" sldId="302"/>
            <ac:picMk id="9" creationId="{D8023865-1F64-4E42-8CA9-3DEE585FC14F}"/>
          </ac:picMkLst>
        </pc:picChg>
        <pc:picChg chg="add mod">
          <ac:chgData name="Mitra, Aritra" userId="c0528902-d414-4a78-8a62-a5dcc8d4eb67" providerId="ADAL" clId="{37B3FC15-985D-4867-90D0-AE3154708557}" dt="2022-01-07T07:09:39.955" v="778" actId="1037"/>
          <ac:picMkLst>
            <pc:docMk/>
            <pc:sldMk cId="1838838544" sldId="302"/>
            <ac:picMk id="11" creationId="{F982046D-AEEF-47B5-A86B-02D39F86F74E}"/>
          </ac:picMkLst>
        </pc:picChg>
      </pc:sldChg>
      <pc:sldChg chg="addSp delSp modSp new mod setBg setClrOvrMap">
        <pc:chgData name="Mitra, Aritra" userId="c0528902-d414-4a78-8a62-a5dcc8d4eb67" providerId="ADAL" clId="{37B3FC15-985D-4867-90D0-AE3154708557}" dt="2022-01-07T10:44:17.289" v="3233" actId="113"/>
        <pc:sldMkLst>
          <pc:docMk/>
          <pc:sldMk cId="3364518446" sldId="303"/>
        </pc:sldMkLst>
        <pc:spChg chg="mod">
          <ac:chgData name="Mitra, Aritra" userId="c0528902-d414-4a78-8a62-a5dcc8d4eb67" providerId="ADAL" clId="{37B3FC15-985D-4867-90D0-AE3154708557}" dt="2022-01-07T07:43:31.532" v="1908" actId="26606"/>
          <ac:spMkLst>
            <pc:docMk/>
            <pc:sldMk cId="3364518446" sldId="303"/>
            <ac:spMk id="2" creationId="{1ADC69B0-82AE-4849-8A8A-A03817A4957D}"/>
          </ac:spMkLst>
        </pc:spChg>
        <pc:spChg chg="mod ord">
          <ac:chgData name="Mitra, Aritra" userId="c0528902-d414-4a78-8a62-a5dcc8d4eb67" providerId="ADAL" clId="{37B3FC15-985D-4867-90D0-AE3154708557}" dt="2022-01-07T07:43:42.800" v="1910" actId="26606"/>
          <ac:spMkLst>
            <pc:docMk/>
            <pc:sldMk cId="3364518446" sldId="303"/>
            <ac:spMk id="3" creationId="{839033EA-C1A1-4209-943D-6AEDDA4A138C}"/>
          </ac:spMkLst>
        </pc:spChg>
        <pc:spChg chg="add mod">
          <ac:chgData name="Mitra, Aritra" userId="c0528902-d414-4a78-8a62-a5dcc8d4eb67" providerId="ADAL" clId="{37B3FC15-985D-4867-90D0-AE3154708557}" dt="2022-01-07T10:44:17.289" v="3233" actId="113"/>
          <ac:spMkLst>
            <pc:docMk/>
            <pc:sldMk cId="3364518446" sldId="303"/>
            <ac:spMk id="12" creationId="{4A4612FC-E331-4F42-A486-C6519AFC50C3}"/>
          </ac:spMkLst>
        </pc:spChg>
        <pc:spChg chg="add del">
          <ac:chgData name="Mitra, Aritra" userId="c0528902-d414-4a78-8a62-a5dcc8d4eb67" providerId="ADAL" clId="{37B3FC15-985D-4867-90D0-AE3154708557}" dt="2022-01-07T07:28:21.710" v="1239" actId="26606"/>
          <ac:spMkLst>
            <pc:docMk/>
            <pc:sldMk cId="3364518446" sldId="303"/>
            <ac:spMk id="16" creationId="{D2B783EE-0239-4717-BBEA-8C9EAC61C824}"/>
          </ac:spMkLst>
        </pc:spChg>
        <pc:spChg chg="add del">
          <ac:chgData name="Mitra, Aritra" userId="c0528902-d414-4a78-8a62-a5dcc8d4eb67" providerId="ADAL" clId="{37B3FC15-985D-4867-90D0-AE3154708557}" dt="2022-01-07T07:28:21.710" v="1239" actId="26606"/>
          <ac:spMkLst>
            <pc:docMk/>
            <pc:sldMk cId="3364518446" sldId="303"/>
            <ac:spMk id="18" creationId="{A7B99495-F43F-4D80-A44F-2CB4764EB90B}"/>
          </ac:spMkLst>
        </pc:spChg>
        <pc:spChg chg="add del">
          <ac:chgData name="Mitra, Aritra" userId="c0528902-d414-4a78-8a62-a5dcc8d4eb67" providerId="ADAL" clId="{37B3FC15-985D-4867-90D0-AE3154708557}" dt="2022-01-07T07:28:21.710" v="1239" actId="26606"/>
          <ac:spMkLst>
            <pc:docMk/>
            <pc:sldMk cId="3364518446" sldId="303"/>
            <ac:spMk id="20" creationId="{70BEB1E7-2F88-40BC-B73D-42E5B6F80BFC}"/>
          </ac:spMkLst>
        </pc:spChg>
        <pc:spChg chg="add del">
          <ac:chgData name="Mitra, Aritra" userId="c0528902-d414-4a78-8a62-a5dcc8d4eb67" providerId="ADAL" clId="{37B3FC15-985D-4867-90D0-AE3154708557}" dt="2022-01-07T07:28:24.018" v="1241" actId="26606"/>
          <ac:spMkLst>
            <pc:docMk/>
            <pc:sldMk cId="3364518446" sldId="303"/>
            <ac:spMk id="22" creationId="{A86541C6-61B1-4DAA-B57A-EAF3F24F0491}"/>
          </ac:spMkLst>
        </pc:spChg>
        <pc:spChg chg="add del">
          <ac:chgData name="Mitra, Aritra" userId="c0528902-d414-4a78-8a62-a5dcc8d4eb67" providerId="ADAL" clId="{37B3FC15-985D-4867-90D0-AE3154708557}" dt="2022-01-07T07:28:24.018" v="1241" actId="26606"/>
          <ac:spMkLst>
            <pc:docMk/>
            <pc:sldMk cId="3364518446" sldId="303"/>
            <ac:spMk id="23" creationId="{71750011-2006-46BB-AFDE-C6E461752333}"/>
          </ac:spMkLst>
        </pc:spChg>
        <pc:spChg chg="add del">
          <ac:chgData name="Mitra, Aritra" userId="c0528902-d414-4a78-8a62-a5dcc8d4eb67" providerId="ADAL" clId="{37B3FC15-985D-4867-90D0-AE3154708557}" dt="2022-01-07T07:28:25.317" v="1243" actId="26606"/>
          <ac:spMkLst>
            <pc:docMk/>
            <pc:sldMk cId="3364518446" sldId="303"/>
            <ac:spMk id="25" creationId="{D2B783EE-0239-4717-BBEA-8C9EAC61C824}"/>
          </ac:spMkLst>
        </pc:spChg>
        <pc:spChg chg="add del">
          <ac:chgData name="Mitra, Aritra" userId="c0528902-d414-4a78-8a62-a5dcc8d4eb67" providerId="ADAL" clId="{37B3FC15-985D-4867-90D0-AE3154708557}" dt="2022-01-07T07:28:25.317" v="1243" actId="26606"/>
          <ac:spMkLst>
            <pc:docMk/>
            <pc:sldMk cId="3364518446" sldId="303"/>
            <ac:spMk id="26" creationId="{A7B99495-F43F-4D80-A44F-2CB4764EB90B}"/>
          </ac:spMkLst>
        </pc:spChg>
        <pc:spChg chg="add del">
          <ac:chgData name="Mitra, Aritra" userId="c0528902-d414-4a78-8a62-a5dcc8d4eb67" providerId="ADAL" clId="{37B3FC15-985D-4867-90D0-AE3154708557}" dt="2022-01-07T07:28:25.317" v="1243" actId="26606"/>
          <ac:spMkLst>
            <pc:docMk/>
            <pc:sldMk cId="3364518446" sldId="303"/>
            <ac:spMk id="27" creationId="{70BEB1E7-2F88-40BC-B73D-42E5B6F80BFC}"/>
          </ac:spMkLst>
        </pc:spChg>
        <pc:spChg chg="add del">
          <ac:chgData name="Mitra, Aritra" userId="c0528902-d414-4a78-8a62-a5dcc8d4eb67" providerId="ADAL" clId="{37B3FC15-985D-4867-90D0-AE3154708557}" dt="2022-01-07T07:28:26.626" v="1245" actId="26606"/>
          <ac:spMkLst>
            <pc:docMk/>
            <pc:sldMk cId="3364518446" sldId="303"/>
            <ac:spMk id="42" creationId="{5A0118C5-4F8D-4CF4-BADD-53FEACC6C42A}"/>
          </ac:spMkLst>
        </pc:spChg>
        <pc:spChg chg="add del">
          <ac:chgData name="Mitra, Aritra" userId="c0528902-d414-4a78-8a62-a5dcc8d4eb67" providerId="ADAL" clId="{37B3FC15-985D-4867-90D0-AE3154708557}" dt="2022-01-07T07:28:26.626" v="1245" actId="26606"/>
          <ac:spMkLst>
            <pc:docMk/>
            <pc:sldMk cId="3364518446" sldId="303"/>
            <ac:spMk id="47" creationId="{CAEBFCD5-5356-4326-8D39-8235A46CD7B2}"/>
          </ac:spMkLst>
        </pc:spChg>
        <pc:spChg chg="add del">
          <ac:chgData name="Mitra, Aritra" userId="c0528902-d414-4a78-8a62-a5dcc8d4eb67" providerId="ADAL" clId="{37B3FC15-985D-4867-90D0-AE3154708557}" dt="2022-01-07T07:28:27.406" v="1247" actId="26606"/>
          <ac:spMkLst>
            <pc:docMk/>
            <pc:sldMk cId="3364518446" sldId="303"/>
            <ac:spMk id="49" creationId="{A86541C6-61B1-4DAA-B57A-EAF3F24F0491}"/>
          </ac:spMkLst>
        </pc:spChg>
        <pc:spChg chg="add del">
          <ac:chgData name="Mitra, Aritra" userId="c0528902-d414-4a78-8a62-a5dcc8d4eb67" providerId="ADAL" clId="{37B3FC15-985D-4867-90D0-AE3154708557}" dt="2022-01-07T07:28:27.406" v="1247" actId="26606"/>
          <ac:spMkLst>
            <pc:docMk/>
            <pc:sldMk cId="3364518446" sldId="303"/>
            <ac:spMk id="50" creationId="{71750011-2006-46BB-AFDE-C6E461752333}"/>
          </ac:spMkLst>
        </pc:spChg>
        <pc:spChg chg="add del">
          <ac:chgData name="Mitra, Aritra" userId="c0528902-d414-4a78-8a62-a5dcc8d4eb67" providerId="ADAL" clId="{37B3FC15-985D-4867-90D0-AE3154708557}" dt="2022-01-07T07:43:42.800" v="1910" actId="26606"/>
          <ac:spMkLst>
            <pc:docMk/>
            <pc:sldMk cId="3364518446" sldId="303"/>
            <ac:spMk id="52" creationId="{D2B783EE-0239-4717-BBEA-8C9EAC61C824}"/>
          </ac:spMkLst>
        </pc:spChg>
        <pc:spChg chg="add del">
          <ac:chgData name="Mitra, Aritra" userId="c0528902-d414-4a78-8a62-a5dcc8d4eb67" providerId="ADAL" clId="{37B3FC15-985D-4867-90D0-AE3154708557}" dt="2022-01-07T07:43:42.800" v="1910" actId="26606"/>
          <ac:spMkLst>
            <pc:docMk/>
            <pc:sldMk cId="3364518446" sldId="303"/>
            <ac:spMk id="53" creationId="{A7B99495-F43F-4D80-A44F-2CB4764EB90B}"/>
          </ac:spMkLst>
        </pc:spChg>
        <pc:spChg chg="add del">
          <ac:chgData name="Mitra, Aritra" userId="c0528902-d414-4a78-8a62-a5dcc8d4eb67" providerId="ADAL" clId="{37B3FC15-985D-4867-90D0-AE3154708557}" dt="2022-01-07T07:43:42.800" v="1910" actId="26606"/>
          <ac:spMkLst>
            <pc:docMk/>
            <pc:sldMk cId="3364518446" sldId="303"/>
            <ac:spMk id="54" creationId="{70BEB1E7-2F88-40BC-B73D-42E5B6F80BFC}"/>
          </ac:spMkLst>
        </pc:spChg>
        <pc:spChg chg="add del">
          <ac:chgData name="Mitra, Aritra" userId="c0528902-d414-4a78-8a62-a5dcc8d4eb67" providerId="ADAL" clId="{37B3FC15-985D-4867-90D0-AE3154708557}" dt="2022-01-07T07:43:31.532" v="1908" actId="26606"/>
          <ac:spMkLst>
            <pc:docMk/>
            <pc:sldMk cId="3364518446" sldId="303"/>
            <ac:spMk id="59" creationId="{394842B0-684D-44CC-B4BC-D13331CFD290}"/>
          </ac:spMkLst>
        </pc:spChg>
        <pc:spChg chg="add del">
          <ac:chgData name="Mitra, Aritra" userId="c0528902-d414-4a78-8a62-a5dcc8d4eb67" providerId="ADAL" clId="{37B3FC15-985D-4867-90D0-AE3154708557}" dt="2022-01-07T07:43:31.532" v="1908" actId="26606"/>
          <ac:spMkLst>
            <pc:docMk/>
            <pc:sldMk cId="3364518446" sldId="303"/>
            <ac:spMk id="61" creationId="{4C2A3DC3-F495-4B99-9FF3-3FB30D63235E}"/>
          </ac:spMkLst>
        </pc:spChg>
        <pc:spChg chg="add del">
          <ac:chgData name="Mitra, Aritra" userId="c0528902-d414-4a78-8a62-a5dcc8d4eb67" providerId="ADAL" clId="{37B3FC15-985D-4867-90D0-AE3154708557}" dt="2022-01-07T07:43:42.800" v="1910" actId="26606"/>
          <ac:spMkLst>
            <pc:docMk/>
            <pc:sldMk cId="3364518446" sldId="303"/>
            <ac:spMk id="63" creationId="{70BEB1E7-2F88-40BC-B73D-42E5B6F80BFC}"/>
          </ac:spMkLst>
        </pc:spChg>
        <pc:spChg chg="add del">
          <ac:chgData name="Mitra, Aritra" userId="c0528902-d414-4a78-8a62-a5dcc8d4eb67" providerId="ADAL" clId="{37B3FC15-985D-4867-90D0-AE3154708557}" dt="2022-01-07T07:43:42.800" v="1910" actId="26606"/>
          <ac:spMkLst>
            <pc:docMk/>
            <pc:sldMk cId="3364518446" sldId="303"/>
            <ac:spMk id="64" creationId="{D2B783EE-0239-4717-BBEA-8C9EAC61C824}"/>
          </ac:spMkLst>
        </pc:spChg>
        <pc:spChg chg="add del">
          <ac:chgData name="Mitra, Aritra" userId="c0528902-d414-4a78-8a62-a5dcc8d4eb67" providerId="ADAL" clId="{37B3FC15-985D-4867-90D0-AE3154708557}" dt="2022-01-07T07:43:42.800" v="1910" actId="26606"/>
          <ac:spMkLst>
            <pc:docMk/>
            <pc:sldMk cId="3364518446" sldId="303"/>
            <ac:spMk id="65" creationId="{A7B99495-F43F-4D80-A44F-2CB4764EB90B}"/>
          </ac:spMkLst>
        </pc:spChg>
        <pc:grpChg chg="add del">
          <ac:chgData name="Mitra, Aritra" userId="c0528902-d414-4a78-8a62-a5dcc8d4eb67" providerId="ADAL" clId="{37B3FC15-985D-4867-90D0-AE3154708557}" dt="2022-01-07T07:28:26.626" v="1245" actId="26606"/>
          <ac:grpSpMkLst>
            <pc:docMk/>
            <pc:sldMk cId="3364518446" sldId="303"/>
            <ac:grpSpMk id="28" creationId="{D6E8B984-55B9-4A62-A043-997D00F0AE09}"/>
          </ac:grpSpMkLst>
        </pc:grpChg>
        <pc:grpChg chg="add del">
          <ac:chgData name="Mitra, Aritra" userId="c0528902-d414-4a78-8a62-a5dcc8d4eb67" providerId="ADAL" clId="{37B3FC15-985D-4867-90D0-AE3154708557}" dt="2022-01-07T07:28:26.626" v="1245" actId="26606"/>
          <ac:grpSpMkLst>
            <pc:docMk/>
            <pc:sldMk cId="3364518446" sldId="303"/>
            <ac:grpSpMk id="43" creationId="{6B67BE95-96EF-433C-9F29-B0732AA6B6AC}"/>
          </ac:grpSpMkLst>
        </pc:grpChg>
        <pc:grpChg chg="add del">
          <ac:chgData name="Mitra, Aritra" userId="c0528902-d414-4a78-8a62-a5dcc8d4eb67" providerId="ADAL" clId="{37B3FC15-985D-4867-90D0-AE3154708557}" dt="2022-01-07T07:28:26.626" v="1245" actId="26606"/>
          <ac:grpSpMkLst>
            <pc:docMk/>
            <pc:sldMk cId="3364518446" sldId="303"/>
            <ac:grpSpMk id="45" creationId="{5983D416-45F1-46D1-ACDB-D653B2E43456}"/>
          </ac:grpSpMkLst>
        </pc:grpChg>
        <pc:picChg chg="add del mod">
          <ac:chgData name="Mitra, Aritra" userId="c0528902-d414-4a78-8a62-a5dcc8d4eb67" providerId="ADAL" clId="{37B3FC15-985D-4867-90D0-AE3154708557}" dt="2022-01-07T07:27:03.037" v="1228" actId="478"/>
          <ac:picMkLst>
            <pc:docMk/>
            <pc:sldMk cId="3364518446" sldId="303"/>
            <ac:picMk id="5" creationId="{81F2D7B1-9927-47D9-AA0C-80E87DD605E3}"/>
          </ac:picMkLst>
        </pc:picChg>
        <pc:picChg chg="add del mod">
          <ac:chgData name="Mitra, Aritra" userId="c0528902-d414-4a78-8a62-a5dcc8d4eb67" providerId="ADAL" clId="{37B3FC15-985D-4867-90D0-AE3154708557}" dt="2022-01-07T07:27:03.037" v="1228" actId="478"/>
          <ac:picMkLst>
            <pc:docMk/>
            <pc:sldMk cId="3364518446" sldId="303"/>
            <ac:picMk id="7" creationId="{5F2FE366-8DA8-4F60-9FB8-400A2EE2216B}"/>
          </ac:picMkLst>
        </pc:picChg>
        <pc:picChg chg="add mod ord">
          <ac:chgData name="Mitra, Aritra" userId="c0528902-d414-4a78-8a62-a5dcc8d4eb67" providerId="ADAL" clId="{37B3FC15-985D-4867-90D0-AE3154708557}" dt="2022-01-07T07:43:31.532" v="1908" actId="26606"/>
          <ac:picMkLst>
            <pc:docMk/>
            <pc:sldMk cId="3364518446" sldId="303"/>
            <ac:picMk id="9" creationId="{40086D11-D6FA-40BF-9152-8757C30B56CA}"/>
          </ac:picMkLst>
        </pc:picChg>
        <pc:picChg chg="add mod">
          <ac:chgData name="Mitra, Aritra" userId="c0528902-d414-4a78-8a62-a5dcc8d4eb67" providerId="ADAL" clId="{37B3FC15-985D-4867-90D0-AE3154708557}" dt="2022-01-07T07:43:31.532" v="1908" actId="26606"/>
          <ac:picMkLst>
            <pc:docMk/>
            <pc:sldMk cId="3364518446" sldId="303"/>
            <ac:picMk id="11" creationId="{38C12AB1-E2CE-4950-BE07-0D56B263E7ED}"/>
          </ac:picMkLst>
        </pc:picChg>
      </pc:sldChg>
      <pc:sldChg chg="addSp delSp modSp new mod setBg">
        <pc:chgData name="Mitra, Aritra" userId="c0528902-d414-4a78-8a62-a5dcc8d4eb67" providerId="ADAL" clId="{37B3FC15-985D-4867-90D0-AE3154708557}" dt="2022-01-07T10:47:04.413" v="3347" actId="1076"/>
        <pc:sldMkLst>
          <pc:docMk/>
          <pc:sldMk cId="2587384027" sldId="304"/>
        </pc:sldMkLst>
        <pc:spChg chg="mod">
          <ac:chgData name="Mitra, Aritra" userId="c0528902-d414-4a78-8a62-a5dcc8d4eb67" providerId="ADAL" clId="{37B3FC15-985D-4867-90D0-AE3154708557}" dt="2022-01-07T08:02:32.755" v="2052" actId="1037"/>
          <ac:spMkLst>
            <pc:docMk/>
            <pc:sldMk cId="2587384027" sldId="304"/>
            <ac:spMk id="2" creationId="{7DD190A2-980C-4BAE-974F-E71F429383A3}"/>
          </ac:spMkLst>
        </pc:spChg>
        <pc:spChg chg="add del mod">
          <ac:chgData name="Mitra, Aritra" userId="c0528902-d414-4a78-8a62-a5dcc8d4eb67" providerId="ADAL" clId="{37B3FC15-985D-4867-90D0-AE3154708557}" dt="2022-01-07T10:46:48.891" v="3346" actId="20577"/>
          <ac:spMkLst>
            <pc:docMk/>
            <pc:sldMk cId="2587384027" sldId="304"/>
            <ac:spMk id="3" creationId="{6E71DEA9-A4AB-4758-8520-F8509086518E}"/>
          </ac:spMkLst>
        </pc:spChg>
        <pc:spChg chg="add del">
          <ac:chgData name="Mitra, Aritra" userId="c0528902-d414-4a78-8a62-a5dcc8d4eb67" providerId="ADAL" clId="{37B3FC15-985D-4867-90D0-AE3154708557}" dt="2022-01-07T07:43:52.049" v="1916" actId="26606"/>
          <ac:spMkLst>
            <pc:docMk/>
            <pc:sldMk cId="2587384027" sldId="304"/>
            <ac:spMk id="10" creationId="{F13C74B1-5B17-4795-BED0-7140497B445A}"/>
          </ac:spMkLst>
        </pc:spChg>
        <pc:spChg chg="add del">
          <ac:chgData name="Mitra, Aritra" userId="c0528902-d414-4a78-8a62-a5dcc8d4eb67" providerId="ADAL" clId="{37B3FC15-985D-4867-90D0-AE3154708557}" dt="2022-01-07T07:43:52.049" v="1916" actId="26606"/>
          <ac:spMkLst>
            <pc:docMk/>
            <pc:sldMk cId="2587384027" sldId="304"/>
            <ac:spMk id="12" creationId="{D4974D33-8DC5-464E-8C6D-BE58F0669C17}"/>
          </ac:spMkLst>
        </pc:spChg>
        <pc:spChg chg="add del">
          <ac:chgData name="Mitra, Aritra" userId="c0528902-d414-4a78-8a62-a5dcc8d4eb67" providerId="ADAL" clId="{37B3FC15-985D-4867-90D0-AE3154708557}" dt="2022-01-07T07:42:28.253" v="1905" actId="26606"/>
          <ac:spMkLst>
            <pc:docMk/>
            <pc:sldMk cId="2587384027" sldId="304"/>
            <ac:spMk id="17" creationId="{777A147A-9ED8-46B4-8660-1B3C2AA880B5}"/>
          </ac:spMkLst>
        </pc:spChg>
        <pc:spChg chg="add del">
          <ac:chgData name="Mitra, Aritra" userId="c0528902-d414-4a78-8a62-a5dcc8d4eb67" providerId="ADAL" clId="{37B3FC15-985D-4867-90D0-AE3154708557}" dt="2022-01-07T07:43:46.500" v="1911" actId="26606"/>
          <ac:spMkLst>
            <pc:docMk/>
            <pc:sldMk cId="2587384027" sldId="304"/>
            <ac:spMk id="18" creationId="{BACC6370-2D7E-4714-9D71-7542949D7D5D}"/>
          </ac:spMkLst>
        </pc:spChg>
        <pc:spChg chg="add del">
          <ac:chgData name="Mitra, Aritra" userId="c0528902-d414-4a78-8a62-a5dcc8d4eb67" providerId="ADAL" clId="{37B3FC15-985D-4867-90D0-AE3154708557}" dt="2022-01-07T07:42:28.253" v="1905" actId="26606"/>
          <ac:spMkLst>
            <pc:docMk/>
            <pc:sldMk cId="2587384027" sldId="304"/>
            <ac:spMk id="19" creationId="{5D6C15A0-C087-4593-8414-2B4EC1CDC3DE}"/>
          </ac:spMkLst>
        </pc:spChg>
        <pc:spChg chg="add del">
          <ac:chgData name="Mitra, Aritra" userId="c0528902-d414-4a78-8a62-a5dcc8d4eb67" providerId="ADAL" clId="{37B3FC15-985D-4867-90D0-AE3154708557}" dt="2022-01-07T07:43:46.500" v="1911" actId="26606"/>
          <ac:spMkLst>
            <pc:docMk/>
            <pc:sldMk cId="2587384027" sldId="304"/>
            <ac:spMk id="20" creationId="{F68B3F68-107C-434F-AA38-110D5EA91B85}"/>
          </ac:spMkLst>
        </pc:spChg>
        <pc:spChg chg="add">
          <ac:chgData name="Mitra, Aritra" userId="c0528902-d414-4a78-8a62-a5dcc8d4eb67" providerId="ADAL" clId="{37B3FC15-985D-4867-90D0-AE3154708557}" dt="2022-01-07T07:55:04.022" v="1944" actId="26606"/>
          <ac:spMkLst>
            <pc:docMk/>
            <pc:sldMk cId="2587384027" sldId="304"/>
            <ac:spMk id="21" creationId="{D2B783EE-0239-4717-BBEA-8C9EAC61C824}"/>
          </ac:spMkLst>
        </pc:spChg>
        <pc:spChg chg="add del">
          <ac:chgData name="Mitra, Aritra" userId="c0528902-d414-4a78-8a62-a5dcc8d4eb67" providerId="ADAL" clId="{37B3FC15-985D-4867-90D0-AE3154708557}" dt="2022-01-07T07:43:46.500" v="1911" actId="26606"/>
          <ac:spMkLst>
            <pc:docMk/>
            <pc:sldMk cId="2587384027" sldId="304"/>
            <ac:spMk id="22" creationId="{AAD0DBB9-1A4B-4391-81D4-CB19F9AB918A}"/>
          </ac:spMkLst>
        </pc:spChg>
        <pc:spChg chg="add">
          <ac:chgData name="Mitra, Aritra" userId="c0528902-d414-4a78-8a62-a5dcc8d4eb67" providerId="ADAL" clId="{37B3FC15-985D-4867-90D0-AE3154708557}" dt="2022-01-07T07:55:04.022" v="1944" actId="26606"/>
          <ac:spMkLst>
            <pc:docMk/>
            <pc:sldMk cId="2587384027" sldId="304"/>
            <ac:spMk id="23" creationId="{A7B99495-F43F-4D80-A44F-2CB4764EB90B}"/>
          </ac:spMkLst>
        </pc:spChg>
        <pc:spChg chg="add del">
          <ac:chgData name="Mitra, Aritra" userId="c0528902-d414-4a78-8a62-a5dcc8d4eb67" providerId="ADAL" clId="{37B3FC15-985D-4867-90D0-AE3154708557}" dt="2022-01-07T07:43:46.500" v="1911" actId="26606"/>
          <ac:spMkLst>
            <pc:docMk/>
            <pc:sldMk cId="2587384027" sldId="304"/>
            <ac:spMk id="24" creationId="{063BBA22-50EA-4C4D-BE05-F1CE4E63AA56}"/>
          </ac:spMkLst>
        </pc:spChg>
        <pc:spChg chg="add">
          <ac:chgData name="Mitra, Aritra" userId="c0528902-d414-4a78-8a62-a5dcc8d4eb67" providerId="ADAL" clId="{37B3FC15-985D-4867-90D0-AE3154708557}" dt="2022-01-07T07:55:04.022" v="1944" actId="26606"/>
          <ac:spMkLst>
            <pc:docMk/>
            <pc:sldMk cId="2587384027" sldId="304"/>
            <ac:spMk id="25" creationId="{70BEB1E7-2F88-40BC-B73D-42E5B6F80BFC}"/>
          </ac:spMkLst>
        </pc:spChg>
        <pc:spChg chg="add mod">
          <ac:chgData name="Mitra, Aritra" userId="c0528902-d414-4a78-8a62-a5dcc8d4eb67" providerId="ADAL" clId="{37B3FC15-985D-4867-90D0-AE3154708557}" dt="2022-01-07T10:47:04.413" v="3347" actId="1076"/>
          <ac:spMkLst>
            <pc:docMk/>
            <pc:sldMk cId="2587384027" sldId="304"/>
            <ac:spMk id="26" creationId="{C1BF0674-749B-4552-BC71-076FA64C21A4}"/>
          </ac:spMkLst>
        </pc:spChg>
        <pc:graphicFrameChg chg="add del">
          <ac:chgData name="Mitra, Aritra" userId="c0528902-d414-4a78-8a62-a5dcc8d4eb67" providerId="ADAL" clId="{37B3FC15-985D-4867-90D0-AE3154708557}" dt="2022-01-07T07:43:46.500" v="1911" actId="26606"/>
          <ac:graphicFrameMkLst>
            <pc:docMk/>
            <pc:sldMk cId="2587384027" sldId="304"/>
            <ac:graphicFrameMk id="14" creationId="{D35974F4-1760-4034-92D4-9EFE471DED6D}"/>
          </ac:graphicFrameMkLst>
        </pc:graphicFrameChg>
        <pc:picChg chg="add del mod">
          <ac:chgData name="Mitra, Aritra" userId="c0528902-d414-4a78-8a62-a5dcc8d4eb67" providerId="ADAL" clId="{37B3FC15-985D-4867-90D0-AE3154708557}" dt="2022-01-07T07:51:50.753" v="1936" actId="478"/>
          <ac:picMkLst>
            <pc:docMk/>
            <pc:sldMk cId="2587384027" sldId="304"/>
            <ac:picMk id="5" creationId="{AEED450F-71D9-4C14-A421-91B91E88E4BE}"/>
          </ac:picMkLst>
        </pc:picChg>
        <pc:picChg chg="add mod">
          <ac:chgData name="Mitra, Aritra" userId="c0528902-d414-4a78-8a62-a5dcc8d4eb67" providerId="ADAL" clId="{37B3FC15-985D-4867-90D0-AE3154708557}" dt="2022-01-07T07:55:04.022" v="1944" actId="26606"/>
          <ac:picMkLst>
            <pc:docMk/>
            <pc:sldMk cId="2587384027" sldId="304"/>
            <ac:picMk id="15" creationId="{B9C2397E-241C-43B4-89A5-1CD2F664E74F}"/>
          </ac:picMkLst>
        </pc:picChg>
        <pc:picChg chg="add mod">
          <ac:chgData name="Mitra, Aritra" userId="c0528902-d414-4a78-8a62-a5dcc8d4eb67" providerId="ADAL" clId="{37B3FC15-985D-4867-90D0-AE3154708557}" dt="2022-01-07T07:55:04.022" v="1944" actId="26606"/>
          <ac:picMkLst>
            <pc:docMk/>
            <pc:sldMk cId="2587384027" sldId="304"/>
            <ac:picMk id="16" creationId="{AECAD4AA-FFEE-43CF-9053-2D7734DD7F5F}"/>
          </ac:picMkLst>
        </pc:picChg>
      </pc:sldChg>
      <pc:sldChg chg="addSp delSp modSp new mod setBg">
        <pc:chgData name="Mitra, Aritra" userId="c0528902-d414-4a78-8a62-a5dcc8d4eb67" providerId="ADAL" clId="{37B3FC15-985D-4867-90D0-AE3154708557}" dt="2022-01-07T10:51:37.859" v="3500" actId="207"/>
        <pc:sldMkLst>
          <pc:docMk/>
          <pc:sldMk cId="4181789381" sldId="305"/>
        </pc:sldMkLst>
        <pc:spChg chg="mod">
          <ac:chgData name="Mitra, Aritra" userId="c0528902-d414-4a78-8a62-a5dcc8d4eb67" providerId="ADAL" clId="{37B3FC15-985D-4867-90D0-AE3154708557}" dt="2022-01-07T08:21:22.494" v="2620" actId="20577"/>
          <ac:spMkLst>
            <pc:docMk/>
            <pc:sldMk cId="4181789381" sldId="305"/>
            <ac:spMk id="2" creationId="{D7B81463-FB0B-406B-82CE-E79B55EFC019}"/>
          </ac:spMkLst>
        </pc:spChg>
        <pc:spChg chg="mod">
          <ac:chgData name="Mitra, Aritra" userId="c0528902-d414-4a78-8a62-a5dcc8d4eb67" providerId="ADAL" clId="{37B3FC15-985D-4867-90D0-AE3154708557}" dt="2022-01-07T08:19:54.296" v="2553" actId="255"/>
          <ac:spMkLst>
            <pc:docMk/>
            <pc:sldMk cId="4181789381" sldId="305"/>
            <ac:spMk id="3" creationId="{627A6C70-0E84-4A1F-AD94-1510E4029F7D}"/>
          </ac:spMkLst>
        </pc:spChg>
        <pc:spChg chg="add del">
          <ac:chgData name="Mitra, Aritra" userId="c0528902-d414-4a78-8a62-a5dcc8d4eb67" providerId="ADAL" clId="{37B3FC15-985D-4867-90D0-AE3154708557}" dt="2022-01-07T08:11:03.891" v="2526" actId="26606"/>
          <ac:spMkLst>
            <pc:docMk/>
            <pc:sldMk cId="4181789381" sldId="305"/>
            <ac:spMk id="10" creationId="{743AA782-23D1-4521-8CAD-47662984AA08}"/>
          </ac:spMkLst>
        </pc:spChg>
        <pc:spChg chg="add del">
          <ac:chgData name="Mitra, Aritra" userId="c0528902-d414-4a78-8a62-a5dcc8d4eb67" providerId="ADAL" clId="{37B3FC15-985D-4867-90D0-AE3154708557}" dt="2022-01-07T08:11:03.891" v="2526" actId="26606"/>
          <ac:spMkLst>
            <pc:docMk/>
            <pc:sldMk cId="4181789381" sldId="305"/>
            <ac:spMk id="12" creationId="{71877DBC-BB60-40F0-AC93-2ACDBAAE60CE}"/>
          </ac:spMkLst>
        </pc:spChg>
        <pc:spChg chg="add del">
          <ac:chgData name="Mitra, Aritra" userId="c0528902-d414-4a78-8a62-a5dcc8d4eb67" providerId="ADAL" clId="{37B3FC15-985D-4867-90D0-AE3154708557}" dt="2022-01-07T08:16:04.455" v="2542" actId="26606"/>
          <ac:spMkLst>
            <pc:docMk/>
            <pc:sldMk cId="4181789381" sldId="305"/>
            <ac:spMk id="13" creationId="{F13C74B1-5B17-4795-BED0-7140497B445A}"/>
          </ac:spMkLst>
        </pc:spChg>
        <pc:spChg chg="add mod">
          <ac:chgData name="Mitra, Aritra" userId="c0528902-d414-4a78-8a62-a5dcc8d4eb67" providerId="ADAL" clId="{37B3FC15-985D-4867-90D0-AE3154708557}" dt="2022-01-07T10:51:37.859" v="3500" actId="207"/>
          <ac:spMkLst>
            <pc:docMk/>
            <pc:sldMk cId="4181789381" sldId="305"/>
            <ac:spMk id="14" creationId="{A4E57B84-DB17-4CAA-9DB6-FBC338599AD0}"/>
          </ac:spMkLst>
        </pc:spChg>
        <pc:spChg chg="add del">
          <ac:chgData name="Mitra, Aritra" userId="c0528902-d414-4a78-8a62-a5dcc8d4eb67" providerId="ADAL" clId="{37B3FC15-985D-4867-90D0-AE3154708557}" dt="2022-01-07T08:16:04.455" v="2542" actId="26606"/>
          <ac:spMkLst>
            <pc:docMk/>
            <pc:sldMk cId="4181789381" sldId="305"/>
            <ac:spMk id="15" creationId="{D4974D33-8DC5-464E-8C6D-BE58F0669C17}"/>
          </ac:spMkLst>
        </pc:spChg>
        <pc:spChg chg="add">
          <ac:chgData name="Mitra, Aritra" userId="c0528902-d414-4a78-8a62-a5dcc8d4eb67" providerId="ADAL" clId="{37B3FC15-985D-4867-90D0-AE3154708557}" dt="2022-01-07T08:16:04.460" v="2543" actId="26606"/>
          <ac:spMkLst>
            <pc:docMk/>
            <pc:sldMk cId="4181789381" sldId="305"/>
            <ac:spMk id="17" creationId="{45D37F4E-DDB4-456B-97E0-9937730A039F}"/>
          </ac:spMkLst>
        </pc:spChg>
        <pc:spChg chg="add">
          <ac:chgData name="Mitra, Aritra" userId="c0528902-d414-4a78-8a62-a5dcc8d4eb67" providerId="ADAL" clId="{37B3FC15-985D-4867-90D0-AE3154708557}" dt="2022-01-07T08:16:04.460" v="2543" actId="26606"/>
          <ac:spMkLst>
            <pc:docMk/>
            <pc:sldMk cId="4181789381" sldId="305"/>
            <ac:spMk id="18" creationId="{B2DD41CD-8F47-4F56-AD12-4E2FF7696987}"/>
          </ac:spMkLst>
        </pc:spChg>
        <pc:picChg chg="add del mod">
          <ac:chgData name="Mitra, Aritra" userId="c0528902-d414-4a78-8a62-a5dcc8d4eb67" providerId="ADAL" clId="{37B3FC15-985D-4867-90D0-AE3154708557}" dt="2022-01-07T08:15:46.259" v="2539" actId="478"/>
          <ac:picMkLst>
            <pc:docMk/>
            <pc:sldMk cId="4181789381" sldId="305"/>
            <ac:picMk id="5" creationId="{0590BD39-8F5B-44E1-90B2-14581571BD19}"/>
          </ac:picMkLst>
        </pc:picChg>
        <pc:picChg chg="add mod">
          <ac:chgData name="Mitra, Aritra" userId="c0528902-d414-4a78-8a62-a5dcc8d4eb67" providerId="ADAL" clId="{37B3FC15-985D-4867-90D0-AE3154708557}" dt="2022-01-07T08:20:10.842" v="2554" actId="1076"/>
          <ac:picMkLst>
            <pc:docMk/>
            <pc:sldMk cId="4181789381" sldId="305"/>
            <ac:picMk id="8" creationId="{9D979F41-8011-4926-9EF8-E27EBE228A07}"/>
          </ac:picMkLst>
        </pc:picChg>
      </pc:sldChg>
      <pc:sldChg chg="addSp delSp modSp new mod setBg">
        <pc:chgData name="Mitra, Aritra" userId="c0528902-d414-4a78-8a62-a5dcc8d4eb67" providerId="ADAL" clId="{37B3FC15-985D-4867-90D0-AE3154708557}" dt="2022-01-07T10:54:35.878" v="3620" actId="20577"/>
        <pc:sldMkLst>
          <pc:docMk/>
          <pc:sldMk cId="553057838" sldId="306"/>
        </pc:sldMkLst>
        <pc:spChg chg="mod">
          <ac:chgData name="Mitra, Aritra" userId="c0528902-d414-4a78-8a62-a5dcc8d4eb67" providerId="ADAL" clId="{37B3FC15-985D-4867-90D0-AE3154708557}" dt="2022-01-07T10:40:23.896" v="3139" actId="26606"/>
          <ac:spMkLst>
            <pc:docMk/>
            <pc:sldMk cId="553057838" sldId="306"/>
            <ac:spMk id="2" creationId="{E356C770-3E32-4B44-849F-95BA95C8FC4B}"/>
          </ac:spMkLst>
        </pc:spChg>
        <pc:spChg chg="mod">
          <ac:chgData name="Mitra, Aritra" userId="c0528902-d414-4a78-8a62-a5dcc8d4eb67" providerId="ADAL" clId="{37B3FC15-985D-4867-90D0-AE3154708557}" dt="2022-01-07T10:41:40.106" v="3150" actId="14100"/>
          <ac:spMkLst>
            <pc:docMk/>
            <pc:sldMk cId="553057838" sldId="306"/>
            <ac:spMk id="3" creationId="{D5C694F4-6BD7-41A6-9656-891BF66CB080}"/>
          </ac:spMkLst>
        </pc:spChg>
        <pc:spChg chg="add del">
          <ac:chgData name="Mitra, Aritra" userId="c0528902-d414-4a78-8a62-a5dcc8d4eb67" providerId="ADAL" clId="{37B3FC15-985D-4867-90D0-AE3154708557}" dt="2022-01-07T10:40:23.896" v="3139" actId="26606"/>
          <ac:spMkLst>
            <pc:docMk/>
            <pc:sldMk cId="553057838" sldId="306"/>
            <ac:spMk id="10" creationId="{2B97F24A-32CE-4C1C-A50D-3016B394DCFB}"/>
          </ac:spMkLst>
        </pc:spChg>
        <pc:spChg chg="add mod">
          <ac:chgData name="Mitra, Aritra" userId="c0528902-d414-4a78-8a62-a5dcc8d4eb67" providerId="ADAL" clId="{37B3FC15-985D-4867-90D0-AE3154708557}" dt="2022-01-07T10:54:35.878" v="3620" actId="20577"/>
          <ac:spMkLst>
            <pc:docMk/>
            <pc:sldMk cId="553057838" sldId="306"/>
            <ac:spMk id="11" creationId="{CC1DE82D-0FC6-4DF6-82BB-615835706952}"/>
          </ac:spMkLst>
        </pc:spChg>
        <pc:spChg chg="add del">
          <ac:chgData name="Mitra, Aritra" userId="c0528902-d414-4a78-8a62-a5dcc8d4eb67" providerId="ADAL" clId="{37B3FC15-985D-4867-90D0-AE3154708557}" dt="2022-01-07T10:40:23.896" v="3139" actId="26606"/>
          <ac:spMkLst>
            <pc:docMk/>
            <pc:sldMk cId="553057838" sldId="306"/>
            <ac:spMk id="12" creationId="{CD8B4F24-440B-49E9-B85D-733523DC064B}"/>
          </ac:spMkLst>
        </pc:spChg>
        <pc:picChg chg="add del mod">
          <ac:chgData name="Mitra, Aritra" userId="c0528902-d414-4a78-8a62-a5dcc8d4eb67" providerId="ADAL" clId="{37B3FC15-985D-4867-90D0-AE3154708557}" dt="2022-01-07T10:40:24.512" v="3141" actId="931"/>
          <ac:picMkLst>
            <pc:docMk/>
            <pc:sldMk cId="553057838" sldId="306"/>
            <ac:picMk id="5" creationId="{F650768E-FE3D-4CC1-A2CE-123689158733}"/>
          </ac:picMkLst>
        </pc:picChg>
        <pc:picChg chg="add mod">
          <ac:chgData name="Mitra, Aritra" userId="c0528902-d414-4a78-8a62-a5dcc8d4eb67" providerId="ADAL" clId="{37B3FC15-985D-4867-90D0-AE3154708557}" dt="2022-01-07T10:41:52.413" v="3152" actId="1076"/>
          <ac:picMkLst>
            <pc:docMk/>
            <pc:sldMk cId="553057838" sldId="306"/>
            <ac:picMk id="7" creationId="{2D438854-D084-4014-9339-912B1A8E2A31}"/>
          </ac:picMkLst>
        </pc:picChg>
      </pc:sldChg>
      <pc:sldChg chg="addSp delSp modSp new mod">
        <pc:chgData name="Mitra, Aritra" userId="c0528902-d414-4a78-8a62-a5dcc8d4eb67" providerId="ADAL" clId="{37B3FC15-985D-4867-90D0-AE3154708557}" dt="2022-01-07T10:59:42.980" v="3708" actId="20577"/>
        <pc:sldMkLst>
          <pc:docMk/>
          <pc:sldMk cId="26015604" sldId="307"/>
        </pc:sldMkLst>
        <pc:spChg chg="mod">
          <ac:chgData name="Mitra, Aritra" userId="c0528902-d414-4a78-8a62-a5dcc8d4eb67" providerId="ADAL" clId="{37B3FC15-985D-4867-90D0-AE3154708557}" dt="2022-01-07T10:59:42.980" v="3708" actId="20577"/>
          <ac:spMkLst>
            <pc:docMk/>
            <pc:sldMk cId="26015604" sldId="307"/>
            <ac:spMk id="2" creationId="{36E54F7B-823B-4106-9E1A-08629D3C8DB8}"/>
          </ac:spMkLst>
        </pc:spChg>
        <pc:spChg chg="del">
          <ac:chgData name="Mitra, Aritra" userId="c0528902-d414-4a78-8a62-a5dcc8d4eb67" providerId="ADAL" clId="{37B3FC15-985D-4867-90D0-AE3154708557}" dt="2022-01-07T10:57:36.802" v="3662" actId="478"/>
          <ac:spMkLst>
            <pc:docMk/>
            <pc:sldMk cId="26015604" sldId="307"/>
            <ac:spMk id="3" creationId="{8D1F4D71-9734-46EB-B38B-CB3C827B7E6F}"/>
          </ac:spMkLst>
        </pc:spChg>
        <pc:picChg chg="add mod">
          <ac:chgData name="Mitra, Aritra" userId="c0528902-d414-4a78-8a62-a5dcc8d4eb67" providerId="ADAL" clId="{37B3FC15-985D-4867-90D0-AE3154708557}" dt="2022-01-07T10:58:18.287" v="3679" actId="1076"/>
          <ac:picMkLst>
            <pc:docMk/>
            <pc:sldMk cId="26015604" sldId="307"/>
            <ac:picMk id="5" creationId="{11CB14F9-F3ED-4ACC-9A7A-7B0172D43FB8}"/>
          </ac:picMkLst>
        </pc:picChg>
      </pc:sldChg>
      <pc:sldChg chg="addSp delSp modSp new mod modAnim">
        <pc:chgData name="Mitra, Aritra" userId="c0528902-d414-4a78-8a62-a5dcc8d4eb67" providerId="ADAL" clId="{37B3FC15-985D-4867-90D0-AE3154708557}" dt="2022-01-07T12:06:10.909" v="4475"/>
        <pc:sldMkLst>
          <pc:docMk/>
          <pc:sldMk cId="2823004002" sldId="308"/>
        </pc:sldMkLst>
        <pc:spChg chg="mod">
          <ac:chgData name="Mitra, Aritra" userId="c0528902-d414-4a78-8a62-a5dcc8d4eb67" providerId="ADAL" clId="{37B3FC15-985D-4867-90D0-AE3154708557}" dt="2022-01-07T12:05:46.911" v="4471" actId="1076"/>
          <ac:spMkLst>
            <pc:docMk/>
            <pc:sldMk cId="2823004002" sldId="308"/>
            <ac:spMk id="2" creationId="{2645A47B-A355-4B64-B876-016F53B13B80}"/>
          </ac:spMkLst>
        </pc:spChg>
        <pc:spChg chg="del mod">
          <ac:chgData name="Mitra, Aritra" userId="c0528902-d414-4a78-8a62-a5dcc8d4eb67" providerId="ADAL" clId="{37B3FC15-985D-4867-90D0-AE3154708557}" dt="2022-01-07T11:47:34.769" v="3743" actId="478"/>
          <ac:spMkLst>
            <pc:docMk/>
            <pc:sldMk cId="2823004002" sldId="308"/>
            <ac:spMk id="3" creationId="{B6EAD545-410E-40AD-B26D-3E536F70DAC4}"/>
          </ac:spMkLst>
        </pc:spChg>
        <pc:spChg chg="add del">
          <ac:chgData name="Mitra, Aritra" userId="c0528902-d414-4a78-8a62-a5dcc8d4eb67" providerId="ADAL" clId="{37B3FC15-985D-4867-90D0-AE3154708557}" dt="2022-01-07T11:47:39.011" v="3744" actId="478"/>
          <ac:spMkLst>
            <pc:docMk/>
            <pc:sldMk cId="2823004002" sldId="308"/>
            <ac:spMk id="4" creationId="{569251BB-3092-4374-A7F2-D9D04027C40C}"/>
          </ac:spMkLst>
        </pc:spChg>
        <pc:spChg chg="add mod">
          <ac:chgData name="Mitra, Aritra" userId="c0528902-d414-4a78-8a62-a5dcc8d4eb67" providerId="ADAL" clId="{37B3FC15-985D-4867-90D0-AE3154708557}" dt="2022-01-07T11:58:49.480" v="4018" actId="1037"/>
          <ac:spMkLst>
            <pc:docMk/>
            <pc:sldMk cId="2823004002" sldId="308"/>
            <ac:spMk id="5" creationId="{92C84C49-6620-4795-A016-D54EA972AD8B}"/>
          </ac:spMkLst>
        </pc:spChg>
        <pc:spChg chg="add mod">
          <ac:chgData name="Mitra, Aritra" userId="c0528902-d414-4a78-8a62-a5dcc8d4eb67" providerId="ADAL" clId="{37B3FC15-985D-4867-90D0-AE3154708557}" dt="2022-01-07T12:01:31.377" v="4193" actId="207"/>
          <ac:spMkLst>
            <pc:docMk/>
            <pc:sldMk cId="2823004002" sldId="308"/>
            <ac:spMk id="6" creationId="{DDE59E9C-06C8-4AA4-9FD3-0045FC4C6005}"/>
          </ac:spMkLst>
        </pc:spChg>
        <pc:spChg chg="add mod">
          <ac:chgData name="Mitra, Aritra" userId="c0528902-d414-4a78-8a62-a5dcc8d4eb67" providerId="ADAL" clId="{37B3FC15-985D-4867-90D0-AE3154708557}" dt="2022-01-07T12:05:54.605" v="4472" actId="5793"/>
          <ac:spMkLst>
            <pc:docMk/>
            <pc:sldMk cId="2823004002" sldId="308"/>
            <ac:spMk id="7" creationId="{CE10DC4F-DFD4-4734-A31C-3CC5B06942A8}"/>
          </ac:spMkLst>
        </pc:spChg>
      </pc:sldChg>
      <pc:sldChg chg="addSp delSp modSp new mod">
        <pc:chgData name="Mitra, Aritra" userId="c0528902-d414-4a78-8a62-a5dcc8d4eb67" providerId="ADAL" clId="{37B3FC15-985D-4867-90D0-AE3154708557}" dt="2022-01-07T13:21:48.676" v="6123" actId="207"/>
        <pc:sldMkLst>
          <pc:docMk/>
          <pc:sldMk cId="216457898" sldId="309"/>
        </pc:sldMkLst>
        <pc:spChg chg="mod">
          <ac:chgData name="Mitra, Aritra" userId="c0528902-d414-4a78-8a62-a5dcc8d4eb67" providerId="ADAL" clId="{37B3FC15-985D-4867-90D0-AE3154708557}" dt="2022-01-07T12:10:16.060" v="4562" actId="1076"/>
          <ac:spMkLst>
            <pc:docMk/>
            <pc:sldMk cId="216457898" sldId="309"/>
            <ac:spMk id="2" creationId="{7602FBD8-6E17-4C91-B1F6-247B19151B89}"/>
          </ac:spMkLst>
        </pc:spChg>
        <pc:spChg chg="del mod">
          <ac:chgData name="Mitra, Aritra" userId="c0528902-d414-4a78-8a62-a5dcc8d4eb67" providerId="ADAL" clId="{37B3FC15-985D-4867-90D0-AE3154708557}" dt="2022-01-07T12:16:25.883" v="4569" actId="931"/>
          <ac:spMkLst>
            <pc:docMk/>
            <pc:sldMk cId="216457898" sldId="309"/>
            <ac:spMk id="3" creationId="{E186F961-8A00-4E17-9150-B538BE7BC8E5}"/>
          </ac:spMkLst>
        </pc:spChg>
        <pc:spChg chg="add mod">
          <ac:chgData name="Mitra, Aritra" userId="c0528902-d414-4a78-8a62-a5dcc8d4eb67" providerId="ADAL" clId="{37B3FC15-985D-4867-90D0-AE3154708557}" dt="2022-01-07T12:25:51.685" v="4648" actId="1076"/>
          <ac:spMkLst>
            <pc:docMk/>
            <pc:sldMk cId="216457898" sldId="309"/>
            <ac:spMk id="8" creationId="{F8D1C929-9093-4613-8137-74039420733E}"/>
          </ac:spMkLst>
        </pc:spChg>
        <pc:spChg chg="add mod">
          <ac:chgData name="Mitra, Aritra" userId="c0528902-d414-4a78-8a62-a5dcc8d4eb67" providerId="ADAL" clId="{37B3FC15-985D-4867-90D0-AE3154708557}" dt="2022-01-07T13:21:48.676" v="6123" actId="207"/>
          <ac:spMkLst>
            <pc:docMk/>
            <pc:sldMk cId="216457898" sldId="309"/>
            <ac:spMk id="9" creationId="{86497B5D-6900-4053-AB2D-9AA947DE45BF}"/>
          </ac:spMkLst>
        </pc:spChg>
        <pc:picChg chg="add mod">
          <ac:chgData name="Mitra, Aritra" userId="c0528902-d414-4a78-8a62-a5dcc8d4eb67" providerId="ADAL" clId="{37B3FC15-985D-4867-90D0-AE3154708557}" dt="2022-01-07T12:18:03.763" v="4577" actId="1076"/>
          <ac:picMkLst>
            <pc:docMk/>
            <pc:sldMk cId="216457898" sldId="309"/>
            <ac:picMk id="5" creationId="{FC159879-BE29-4676-ACA9-B32FB2FBB766}"/>
          </ac:picMkLst>
        </pc:picChg>
        <pc:picChg chg="add mod">
          <ac:chgData name="Mitra, Aritra" userId="c0528902-d414-4a78-8a62-a5dcc8d4eb67" providerId="ADAL" clId="{37B3FC15-985D-4867-90D0-AE3154708557}" dt="2022-01-07T12:23:47.343" v="4583" actId="1076"/>
          <ac:picMkLst>
            <pc:docMk/>
            <pc:sldMk cId="216457898" sldId="309"/>
            <ac:picMk id="7" creationId="{D533AD21-00AC-4F6D-8A9D-5DC7C7A8D2D0}"/>
          </ac:picMkLst>
        </pc:picChg>
      </pc:sldChg>
      <pc:sldChg chg="modSp new mod ord">
        <pc:chgData name="Mitra, Aritra" userId="c0528902-d414-4a78-8a62-a5dcc8d4eb67" providerId="ADAL" clId="{37B3FC15-985D-4867-90D0-AE3154708557}" dt="2022-01-07T13:45:42.805" v="6979" actId="20577"/>
        <pc:sldMkLst>
          <pc:docMk/>
          <pc:sldMk cId="1571079532" sldId="310"/>
        </pc:sldMkLst>
        <pc:spChg chg="mod">
          <ac:chgData name="Mitra, Aritra" userId="c0528902-d414-4a78-8a62-a5dcc8d4eb67" providerId="ADAL" clId="{37B3FC15-985D-4867-90D0-AE3154708557}" dt="2022-01-07T13:22:31.467" v="6172" actId="27636"/>
          <ac:spMkLst>
            <pc:docMk/>
            <pc:sldMk cId="1571079532" sldId="310"/>
            <ac:spMk id="2" creationId="{EF197866-65DD-4E58-AEFF-C85324153A23}"/>
          </ac:spMkLst>
        </pc:spChg>
        <pc:spChg chg="mod">
          <ac:chgData name="Mitra, Aritra" userId="c0528902-d414-4a78-8a62-a5dcc8d4eb67" providerId="ADAL" clId="{37B3FC15-985D-4867-90D0-AE3154708557}" dt="2022-01-07T13:45:42.805" v="6979" actId="20577"/>
          <ac:spMkLst>
            <pc:docMk/>
            <pc:sldMk cId="1571079532" sldId="310"/>
            <ac:spMk id="3" creationId="{A94BEEBA-CC35-44BB-9A57-37514EC4E49C}"/>
          </ac:spMkLst>
        </pc:spChg>
      </pc:sldChg>
      <pc:sldChg chg="addSp delSp modSp new mod">
        <pc:chgData name="Mitra, Aritra" userId="c0528902-d414-4a78-8a62-a5dcc8d4eb67" providerId="ADAL" clId="{37B3FC15-985D-4867-90D0-AE3154708557}" dt="2022-01-07T13:21:56.577" v="6124" actId="207"/>
        <pc:sldMkLst>
          <pc:docMk/>
          <pc:sldMk cId="283220092" sldId="311"/>
        </pc:sldMkLst>
        <pc:spChg chg="mod">
          <ac:chgData name="Mitra, Aritra" userId="c0528902-d414-4a78-8a62-a5dcc8d4eb67" providerId="ADAL" clId="{37B3FC15-985D-4867-90D0-AE3154708557}" dt="2022-01-07T12:44:03.891" v="5477" actId="27636"/>
          <ac:spMkLst>
            <pc:docMk/>
            <pc:sldMk cId="283220092" sldId="311"/>
            <ac:spMk id="2" creationId="{2E3C9F2B-4A45-4EEE-976C-5EC487B80A05}"/>
          </ac:spMkLst>
        </pc:spChg>
        <pc:spChg chg="del mod">
          <ac:chgData name="Mitra, Aritra" userId="c0528902-d414-4a78-8a62-a5dcc8d4eb67" providerId="ADAL" clId="{37B3FC15-985D-4867-90D0-AE3154708557}" dt="2022-01-07T12:49:25.572" v="5496" actId="478"/>
          <ac:spMkLst>
            <pc:docMk/>
            <pc:sldMk cId="283220092" sldId="311"/>
            <ac:spMk id="3" creationId="{429CFFD1-D4FA-4AF9-BEC3-FE8FF440B4EE}"/>
          </ac:spMkLst>
        </pc:spChg>
        <pc:spChg chg="add mod">
          <ac:chgData name="Mitra, Aritra" userId="c0528902-d414-4a78-8a62-a5dcc8d4eb67" providerId="ADAL" clId="{37B3FC15-985D-4867-90D0-AE3154708557}" dt="2022-01-07T13:21:56.577" v="6124" actId="207"/>
          <ac:spMkLst>
            <pc:docMk/>
            <pc:sldMk cId="283220092" sldId="311"/>
            <ac:spMk id="4" creationId="{72647827-0FB5-49F6-89C5-64B1E8F35FE0}"/>
          </ac:spMkLst>
        </pc:spChg>
        <pc:spChg chg="mod">
          <ac:chgData name="Mitra, Aritra" userId="c0528902-d414-4a78-8a62-a5dcc8d4eb67" providerId="ADAL" clId="{37B3FC15-985D-4867-90D0-AE3154708557}" dt="2022-01-07T13:15:51.999" v="6004"/>
          <ac:spMkLst>
            <pc:docMk/>
            <pc:sldMk cId="283220092" sldId="311"/>
            <ac:spMk id="7" creationId="{9B165E86-3A62-43F9-A12A-8DF87B0F7576}"/>
          </ac:spMkLst>
        </pc:spChg>
        <pc:spChg chg="mod">
          <ac:chgData name="Mitra, Aritra" userId="c0528902-d414-4a78-8a62-a5dcc8d4eb67" providerId="ADAL" clId="{37B3FC15-985D-4867-90D0-AE3154708557}" dt="2022-01-07T13:15:51.999" v="6004"/>
          <ac:spMkLst>
            <pc:docMk/>
            <pc:sldMk cId="283220092" sldId="311"/>
            <ac:spMk id="8" creationId="{B27F9776-AEBF-4560-8F4D-B72FB89D8F2C}"/>
          </ac:spMkLst>
        </pc:spChg>
        <pc:spChg chg="mod">
          <ac:chgData name="Mitra, Aritra" userId="c0528902-d414-4a78-8a62-a5dcc8d4eb67" providerId="ADAL" clId="{37B3FC15-985D-4867-90D0-AE3154708557}" dt="2022-01-07T13:17:31.269" v="6036" actId="255"/>
          <ac:spMkLst>
            <pc:docMk/>
            <pc:sldMk cId="283220092" sldId="311"/>
            <ac:spMk id="9" creationId="{20FCAE29-AB3D-45FB-B94F-7D90E4215F8C}"/>
          </ac:spMkLst>
        </pc:spChg>
        <pc:spChg chg="mod">
          <ac:chgData name="Mitra, Aritra" userId="c0528902-d414-4a78-8a62-a5dcc8d4eb67" providerId="ADAL" clId="{37B3FC15-985D-4867-90D0-AE3154708557}" dt="2022-01-07T13:15:51.999" v="6004"/>
          <ac:spMkLst>
            <pc:docMk/>
            <pc:sldMk cId="283220092" sldId="311"/>
            <ac:spMk id="10" creationId="{4EC20894-9B18-4994-B962-D038A528A279}"/>
          </ac:spMkLst>
        </pc:spChg>
        <pc:spChg chg="mod">
          <ac:chgData name="Mitra, Aritra" userId="c0528902-d414-4a78-8a62-a5dcc8d4eb67" providerId="ADAL" clId="{37B3FC15-985D-4867-90D0-AE3154708557}" dt="2022-01-07T13:21:06.583" v="6121" actId="20577"/>
          <ac:spMkLst>
            <pc:docMk/>
            <pc:sldMk cId="283220092" sldId="311"/>
            <ac:spMk id="11" creationId="{B92C1FC8-4F34-4A4D-A8CE-15E7A8CE88AC}"/>
          </ac:spMkLst>
        </pc:spChg>
        <pc:spChg chg="add del mod">
          <ac:chgData name="Mitra, Aritra" userId="c0528902-d414-4a78-8a62-a5dcc8d4eb67" providerId="ADAL" clId="{37B3FC15-985D-4867-90D0-AE3154708557}" dt="2022-01-07T13:17:22.658" v="6033"/>
          <ac:spMkLst>
            <pc:docMk/>
            <pc:sldMk cId="283220092" sldId="311"/>
            <ac:spMk id="17" creationId="{FC8D34DC-2FDF-4825-84F9-2BA2AC75AAEA}"/>
          </ac:spMkLst>
        </pc:spChg>
        <pc:spChg chg="add del mod">
          <ac:chgData name="Mitra, Aritra" userId="c0528902-d414-4a78-8a62-a5dcc8d4eb67" providerId="ADAL" clId="{37B3FC15-985D-4867-90D0-AE3154708557}" dt="2022-01-07T13:17:22.659" v="6035"/>
          <ac:spMkLst>
            <pc:docMk/>
            <pc:sldMk cId="283220092" sldId="311"/>
            <ac:spMk id="18" creationId="{64009285-1B19-4C12-A6E0-8A6F43000EDA}"/>
          </ac:spMkLst>
        </pc:spChg>
        <pc:spChg chg="add mod">
          <ac:chgData name="Mitra, Aritra" userId="c0528902-d414-4a78-8a62-a5dcc8d4eb67" providerId="ADAL" clId="{37B3FC15-985D-4867-90D0-AE3154708557}" dt="2022-01-07T13:20:44.902" v="6114" actId="1036"/>
          <ac:spMkLst>
            <pc:docMk/>
            <pc:sldMk cId="283220092" sldId="311"/>
            <ac:spMk id="19" creationId="{3E267AE7-308A-4504-8617-2EA7431C273F}"/>
          </ac:spMkLst>
        </pc:spChg>
        <pc:grpChg chg="add mod">
          <ac:chgData name="Mitra, Aritra" userId="c0528902-d414-4a78-8a62-a5dcc8d4eb67" providerId="ADAL" clId="{37B3FC15-985D-4867-90D0-AE3154708557}" dt="2022-01-07T13:16:02.539" v="6005" actId="1076"/>
          <ac:grpSpMkLst>
            <pc:docMk/>
            <pc:sldMk cId="283220092" sldId="311"/>
            <ac:grpSpMk id="5" creationId="{A238D10E-383E-49C8-B60E-E0915394E544}"/>
          </ac:grpSpMkLst>
        </pc:grpChg>
        <pc:picChg chg="mod">
          <ac:chgData name="Mitra, Aritra" userId="c0528902-d414-4a78-8a62-a5dcc8d4eb67" providerId="ADAL" clId="{37B3FC15-985D-4867-90D0-AE3154708557}" dt="2022-01-07T13:15:51.999" v="6004"/>
          <ac:picMkLst>
            <pc:docMk/>
            <pc:sldMk cId="283220092" sldId="311"/>
            <ac:picMk id="6" creationId="{7E25362A-A73A-49CF-A4D3-16F3E295F8C4}"/>
          </ac:picMkLst>
        </pc:picChg>
        <pc:picChg chg="mod">
          <ac:chgData name="Mitra, Aritra" userId="c0528902-d414-4a78-8a62-a5dcc8d4eb67" providerId="ADAL" clId="{37B3FC15-985D-4867-90D0-AE3154708557}" dt="2022-01-07T13:15:51.999" v="6004"/>
          <ac:picMkLst>
            <pc:docMk/>
            <pc:sldMk cId="283220092" sldId="311"/>
            <ac:picMk id="15" creationId="{020A45B5-9F37-463C-A1AC-693B14F86FDE}"/>
          </ac:picMkLst>
        </pc:picChg>
        <pc:picChg chg="mod">
          <ac:chgData name="Mitra, Aritra" userId="c0528902-d414-4a78-8a62-a5dcc8d4eb67" providerId="ADAL" clId="{37B3FC15-985D-4867-90D0-AE3154708557}" dt="2022-01-07T13:15:51.999" v="6004"/>
          <ac:picMkLst>
            <pc:docMk/>
            <pc:sldMk cId="283220092" sldId="311"/>
            <ac:picMk id="16" creationId="{E1DE53BB-D47B-4C18-B0C0-7D0B5F17E2CA}"/>
          </ac:picMkLst>
        </pc:picChg>
        <pc:cxnChg chg="mod">
          <ac:chgData name="Mitra, Aritra" userId="c0528902-d414-4a78-8a62-a5dcc8d4eb67" providerId="ADAL" clId="{37B3FC15-985D-4867-90D0-AE3154708557}" dt="2022-01-07T13:15:51.999" v="6004"/>
          <ac:cxnSpMkLst>
            <pc:docMk/>
            <pc:sldMk cId="283220092" sldId="311"/>
            <ac:cxnSpMk id="12" creationId="{730AD1D9-0210-4FF1-92D4-4E226702725B}"/>
          </ac:cxnSpMkLst>
        </pc:cxnChg>
        <pc:cxnChg chg="mod">
          <ac:chgData name="Mitra, Aritra" userId="c0528902-d414-4a78-8a62-a5dcc8d4eb67" providerId="ADAL" clId="{37B3FC15-985D-4867-90D0-AE3154708557}" dt="2022-01-07T13:15:51.999" v="6004"/>
          <ac:cxnSpMkLst>
            <pc:docMk/>
            <pc:sldMk cId="283220092" sldId="311"/>
            <ac:cxnSpMk id="13" creationId="{FBFA540F-1738-4D4B-B3F5-59524BD29868}"/>
          </ac:cxnSpMkLst>
        </pc:cxnChg>
        <pc:cxnChg chg="mod">
          <ac:chgData name="Mitra, Aritra" userId="c0528902-d414-4a78-8a62-a5dcc8d4eb67" providerId="ADAL" clId="{37B3FC15-985D-4867-90D0-AE3154708557}" dt="2022-01-07T13:15:51.999" v="6004"/>
          <ac:cxnSpMkLst>
            <pc:docMk/>
            <pc:sldMk cId="283220092" sldId="311"/>
            <ac:cxnSpMk id="14" creationId="{E8FC7722-16E0-4851-B607-C1A4D9ED6793}"/>
          </ac:cxnSpMkLst>
        </pc:cxnChg>
        <pc:cxnChg chg="add mod">
          <ac:chgData name="Mitra, Aritra" userId="c0528902-d414-4a78-8a62-a5dcc8d4eb67" providerId="ADAL" clId="{37B3FC15-985D-4867-90D0-AE3154708557}" dt="2022-01-07T13:20:27.623" v="6099" actId="14100"/>
          <ac:cxnSpMkLst>
            <pc:docMk/>
            <pc:sldMk cId="283220092" sldId="311"/>
            <ac:cxnSpMk id="21" creationId="{9B310C9C-1628-4C96-95E7-C9039E7B7B47}"/>
          </ac:cxnSpMkLst>
        </pc:cxnChg>
        <pc:cxnChg chg="add mod">
          <ac:chgData name="Mitra, Aritra" userId="c0528902-d414-4a78-8a62-a5dcc8d4eb67" providerId="ADAL" clId="{37B3FC15-985D-4867-90D0-AE3154708557}" dt="2022-01-07T13:19:54.816" v="6093" actId="1037"/>
          <ac:cxnSpMkLst>
            <pc:docMk/>
            <pc:sldMk cId="283220092" sldId="311"/>
            <ac:cxnSpMk id="25" creationId="{5565E6B7-CF24-41B2-B0FB-F7D56754F6E6}"/>
          </ac:cxnSpMkLst>
        </pc:cxnChg>
      </pc:sldChg>
      <pc:sldChg chg="delSp add del mod">
        <pc:chgData name="Mitra, Aritra" userId="c0528902-d414-4a78-8a62-a5dcc8d4eb67" providerId="ADAL" clId="{37B3FC15-985D-4867-90D0-AE3154708557}" dt="2022-01-07T13:21:37.489" v="6122" actId="47"/>
        <pc:sldMkLst>
          <pc:docMk/>
          <pc:sldMk cId="2458513484" sldId="318"/>
        </pc:sldMkLst>
        <pc:grpChg chg="del">
          <ac:chgData name="Mitra, Aritra" userId="c0528902-d414-4a78-8a62-a5dcc8d4eb67" providerId="ADAL" clId="{37B3FC15-985D-4867-90D0-AE3154708557}" dt="2022-01-07T13:15:49.610" v="6003" actId="21"/>
          <ac:grpSpMkLst>
            <pc:docMk/>
            <pc:sldMk cId="2458513484" sldId="318"/>
            <ac:grpSpMk id="6" creationId="{77D3D181-D619-46D3-B86F-94C0FDCE07B0}"/>
          </ac:grpSpMkLst>
        </pc:grpChg>
      </pc:sldChg>
      <pc:sldChg chg="del">
        <pc:chgData name="Mitra, Aritra" userId="c0528902-d414-4a78-8a62-a5dcc8d4eb67" providerId="ADAL" clId="{37B3FC15-985D-4867-90D0-AE3154708557}" dt="2022-01-07T06:47:05.340" v="106" actId="47"/>
        <pc:sldMkLst>
          <pc:docMk/>
          <pc:sldMk cId="1963313966" sldId="323"/>
        </pc:sldMkLst>
      </pc:sldChg>
      <pc:sldChg chg="del">
        <pc:chgData name="Mitra, Aritra" userId="c0528902-d414-4a78-8a62-a5dcc8d4eb67" providerId="ADAL" clId="{37B3FC15-985D-4867-90D0-AE3154708557}" dt="2022-01-07T06:47:05.527" v="107" actId="47"/>
        <pc:sldMkLst>
          <pc:docMk/>
          <pc:sldMk cId="1492268902" sldId="325"/>
        </pc:sldMkLst>
      </pc:sldChg>
      <pc:sldChg chg="del">
        <pc:chgData name="Mitra, Aritra" userId="c0528902-d414-4a78-8a62-a5dcc8d4eb67" providerId="ADAL" clId="{37B3FC15-985D-4867-90D0-AE3154708557}" dt="2022-01-07T06:47:05.015" v="105" actId="47"/>
        <pc:sldMkLst>
          <pc:docMk/>
          <pc:sldMk cId="2678409989" sldId="357"/>
        </pc:sldMkLst>
      </pc:sldChg>
      <pc:sldChg chg="del">
        <pc:chgData name="Mitra, Aritra" userId="c0528902-d414-4a78-8a62-a5dcc8d4eb67" providerId="ADAL" clId="{37B3FC15-985D-4867-90D0-AE3154708557}" dt="2022-01-07T06:47:06.252" v="110" actId="47"/>
        <pc:sldMkLst>
          <pc:docMk/>
          <pc:sldMk cId="3824063033" sldId="358"/>
        </pc:sldMkLst>
      </pc:sldChg>
      <pc:sldChg chg="del">
        <pc:chgData name="Mitra, Aritra" userId="c0528902-d414-4a78-8a62-a5dcc8d4eb67" providerId="ADAL" clId="{37B3FC15-985D-4867-90D0-AE3154708557}" dt="2022-01-07T06:47:08.078" v="112" actId="47"/>
        <pc:sldMkLst>
          <pc:docMk/>
          <pc:sldMk cId="4178130251" sldId="359"/>
        </pc:sldMkLst>
      </pc:sldChg>
      <pc:sldChg chg="del">
        <pc:chgData name="Mitra, Aritra" userId="c0528902-d414-4a78-8a62-a5dcc8d4eb67" providerId="ADAL" clId="{37B3FC15-985D-4867-90D0-AE3154708557}" dt="2022-01-07T06:47:08.991" v="113" actId="47"/>
        <pc:sldMkLst>
          <pc:docMk/>
          <pc:sldMk cId="1081189332" sldId="361"/>
        </pc:sldMkLst>
      </pc:sldChg>
      <pc:sldChg chg="del">
        <pc:chgData name="Mitra, Aritra" userId="c0528902-d414-4a78-8a62-a5dcc8d4eb67" providerId="ADAL" clId="{37B3FC15-985D-4867-90D0-AE3154708557}" dt="2022-01-07T06:47:10.094" v="115" actId="47"/>
        <pc:sldMkLst>
          <pc:docMk/>
          <pc:sldMk cId="191067506" sldId="363"/>
        </pc:sldMkLst>
      </pc:sldChg>
      <pc:sldChg chg="del">
        <pc:chgData name="Mitra, Aritra" userId="c0528902-d414-4a78-8a62-a5dcc8d4eb67" providerId="ADAL" clId="{37B3FC15-985D-4867-90D0-AE3154708557}" dt="2022-01-07T06:47:10.571" v="116" actId="47"/>
        <pc:sldMkLst>
          <pc:docMk/>
          <pc:sldMk cId="2115417223" sldId="364"/>
        </pc:sldMkLst>
      </pc:sldChg>
      <pc:sldChg chg="del">
        <pc:chgData name="Mitra, Aritra" userId="c0528902-d414-4a78-8a62-a5dcc8d4eb67" providerId="ADAL" clId="{37B3FC15-985D-4867-90D0-AE3154708557}" dt="2022-01-07T06:47:11.405" v="117" actId="47"/>
        <pc:sldMkLst>
          <pc:docMk/>
          <pc:sldMk cId="78988702" sldId="365"/>
        </pc:sldMkLst>
      </pc:sldChg>
      <pc:sldChg chg="del">
        <pc:chgData name="Mitra, Aritra" userId="c0528902-d414-4a78-8a62-a5dcc8d4eb67" providerId="ADAL" clId="{37B3FC15-985D-4867-90D0-AE3154708557}" dt="2022-01-07T06:47:12.444" v="119" actId="47"/>
        <pc:sldMkLst>
          <pc:docMk/>
          <pc:sldMk cId="3264230813" sldId="367"/>
        </pc:sldMkLst>
      </pc:sldChg>
      <pc:sldChg chg="del">
        <pc:chgData name="Mitra, Aritra" userId="c0528902-d414-4a78-8a62-a5dcc8d4eb67" providerId="ADAL" clId="{37B3FC15-985D-4867-90D0-AE3154708557}" dt="2022-01-07T06:47:11.915" v="118" actId="47"/>
        <pc:sldMkLst>
          <pc:docMk/>
          <pc:sldMk cId="3504645916" sldId="368"/>
        </pc:sldMkLst>
      </pc:sldChg>
      <pc:sldChg chg="del">
        <pc:chgData name="Mitra, Aritra" userId="c0528902-d414-4a78-8a62-a5dcc8d4eb67" providerId="ADAL" clId="{37B3FC15-985D-4867-90D0-AE3154708557}" dt="2022-01-07T06:47:05.751" v="108" actId="47"/>
        <pc:sldMkLst>
          <pc:docMk/>
          <pc:sldMk cId="1180624800" sldId="378"/>
        </pc:sldMkLst>
      </pc:sldChg>
      <pc:sldChg chg="del">
        <pc:chgData name="Mitra, Aritra" userId="c0528902-d414-4a78-8a62-a5dcc8d4eb67" providerId="ADAL" clId="{37B3FC15-985D-4867-90D0-AE3154708557}" dt="2022-01-07T06:47:14.190" v="123" actId="47"/>
        <pc:sldMkLst>
          <pc:docMk/>
          <pc:sldMk cId="2232337142" sldId="381"/>
        </pc:sldMkLst>
      </pc:sldChg>
      <pc:sldChg chg="del">
        <pc:chgData name="Mitra, Aritra" userId="c0528902-d414-4a78-8a62-a5dcc8d4eb67" providerId="ADAL" clId="{37B3FC15-985D-4867-90D0-AE3154708557}" dt="2022-01-07T06:47:09.555" v="114" actId="47"/>
        <pc:sldMkLst>
          <pc:docMk/>
          <pc:sldMk cId="102615468" sldId="382"/>
        </pc:sldMkLst>
      </pc:sldChg>
      <pc:sldChg chg="del">
        <pc:chgData name="Mitra, Aritra" userId="c0528902-d414-4a78-8a62-a5dcc8d4eb67" providerId="ADAL" clId="{37B3FC15-985D-4867-90D0-AE3154708557}" dt="2022-01-07T06:47:12.686" v="120" actId="47"/>
        <pc:sldMkLst>
          <pc:docMk/>
          <pc:sldMk cId="1256579614" sldId="384"/>
        </pc:sldMkLst>
      </pc:sldChg>
      <pc:sldChg chg="del">
        <pc:chgData name="Mitra, Aritra" userId="c0528902-d414-4a78-8a62-a5dcc8d4eb67" providerId="ADAL" clId="{37B3FC15-985D-4867-90D0-AE3154708557}" dt="2022-01-07T06:47:15.774" v="124" actId="47"/>
        <pc:sldMkLst>
          <pc:docMk/>
          <pc:sldMk cId="2924488943" sldId="388"/>
        </pc:sldMkLst>
      </pc:sldChg>
      <pc:sldChg chg="del">
        <pc:chgData name="Mitra, Aritra" userId="c0528902-d414-4a78-8a62-a5dcc8d4eb67" providerId="ADAL" clId="{37B3FC15-985D-4867-90D0-AE3154708557}" dt="2022-01-07T06:47:16.561" v="125" actId="47"/>
        <pc:sldMkLst>
          <pc:docMk/>
          <pc:sldMk cId="800660027" sldId="389"/>
        </pc:sldMkLst>
      </pc:sldChg>
      <pc:sldChg chg="delSp add del mod">
        <pc:chgData name="Mitra, Aritra" userId="c0528902-d414-4a78-8a62-a5dcc8d4eb67" providerId="ADAL" clId="{37B3FC15-985D-4867-90D0-AE3154708557}" dt="2022-01-07T08:12:26.077" v="2532" actId="47"/>
        <pc:sldMkLst>
          <pc:docMk/>
          <pc:sldMk cId="139517923" sldId="394"/>
        </pc:sldMkLst>
        <pc:picChg chg="del">
          <ac:chgData name="Mitra, Aritra" userId="c0528902-d414-4a78-8a62-a5dcc8d4eb67" providerId="ADAL" clId="{37B3FC15-985D-4867-90D0-AE3154708557}" dt="2022-01-07T08:12:21.833" v="2530" actId="21"/>
          <ac:picMkLst>
            <pc:docMk/>
            <pc:sldMk cId="139517923" sldId="394"/>
            <ac:picMk id="12" creationId="{04C1FDB5-2CDF-457A-83A7-A51826722093}"/>
          </ac:picMkLst>
        </pc:picChg>
      </pc:sldChg>
      <pc:sldChg chg="del">
        <pc:chgData name="Mitra, Aritra" userId="c0528902-d414-4a78-8a62-a5dcc8d4eb67" providerId="ADAL" clId="{37B3FC15-985D-4867-90D0-AE3154708557}" dt="2022-01-07T06:47:02.328" v="104" actId="47"/>
        <pc:sldMkLst>
          <pc:docMk/>
          <pc:sldMk cId="753345692" sldId="405"/>
        </pc:sldMkLst>
      </pc:sldChg>
      <pc:sldChg chg="del">
        <pc:chgData name="Mitra, Aritra" userId="c0528902-d414-4a78-8a62-a5dcc8d4eb67" providerId="ADAL" clId="{37B3FC15-985D-4867-90D0-AE3154708557}" dt="2022-01-07T06:47:06.001" v="109" actId="47"/>
        <pc:sldMkLst>
          <pc:docMk/>
          <pc:sldMk cId="2425079126" sldId="406"/>
        </pc:sldMkLst>
      </pc:sldChg>
      <pc:sldChg chg="del">
        <pc:chgData name="Mitra, Aritra" userId="c0528902-d414-4a78-8a62-a5dcc8d4eb67" providerId="ADAL" clId="{37B3FC15-985D-4867-90D0-AE3154708557}" dt="2022-01-07T06:47:06.719" v="111" actId="47"/>
        <pc:sldMkLst>
          <pc:docMk/>
          <pc:sldMk cId="2034900899" sldId="407"/>
        </pc:sldMkLst>
      </pc:sldChg>
      <pc:sldChg chg="del">
        <pc:chgData name="Mitra, Aritra" userId="c0528902-d414-4a78-8a62-a5dcc8d4eb67" providerId="ADAL" clId="{37B3FC15-985D-4867-90D0-AE3154708557}" dt="2022-01-07T06:47:13.041" v="121" actId="47"/>
        <pc:sldMkLst>
          <pc:docMk/>
          <pc:sldMk cId="1224849219" sldId="408"/>
        </pc:sldMkLst>
      </pc:sldChg>
      <pc:sldChg chg="del">
        <pc:chgData name="Mitra, Aritra" userId="c0528902-d414-4a78-8a62-a5dcc8d4eb67" providerId="ADAL" clId="{37B3FC15-985D-4867-90D0-AE3154708557}" dt="2022-01-07T06:47:13.595" v="122" actId="47"/>
        <pc:sldMkLst>
          <pc:docMk/>
          <pc:sldMk cId="1385941479" sldId="409"/>
        </pc:sldMkLst>
      </pc:sldChg>
      <pc:sldChg chg="del">
        <pc:chgData name="Mitra, Aritra" userId="c0528902-d414-4a78-8a62-a5dcc8d4eb67" providerId="ADAL" clId="{37B3FC15-985D-4867-90D0-AE3154708557}" dt="2022-01-07T06:47:17.691" v="126" actId="47"/>
        <pc:sldMkLst>
          <pc:docMk/>
          <pc:sldMk cId="4147636185" sldId="410"/>
        </pc:sldMkLst>
      </pc:sldChg>
      <pc:sldChg chg="del">
        <pc:chgData name="Mitra, Aritra" userId="c0528902-d414-4a78-8a62-a5dcc8d4eb67" providerId="ADAL" clId="{37B3FC15-985D-4867-90D0-AE3154708557}" dt="2022-01-07T06:47:18.584" v="127" actId="47"/>
        <pc:sldMkLst>
          <pc:docMk/>
          <pc:sldMk cId="641459256" sldId="411"/>
        </pc:sldMkLst>
      </pc:sldChg>
      <pc:sldChg chg="delSp modSp add del mod">
        <pc:chgData name="Mitra, Aritra" userId="c0528902-d414-4a78-8a62-a5dcc8d4eb67" providerId="ADAL" clId="{37B3FC15-985D-4867-90D0-AE3154708557}" dt="2022-01-07T08:03:59.254" v="2053" actId="47"/>
        <pc:sldMkLst>
          <pc:docMk/>
          <pc:sldMk cId="1982029374" sldId="1172"/>
        </pc:sldMkLst>
        <pc:spChg chg="mod">
          <ac:chgData name="Mitra, Aritra" userId="c0528902-d414-4a78-8a62-a5dcc8d4eb67" providerId="ADAL" clId="{37B3FC15-985D-4867-90D0-AE3154708557}" dt="2022-01-07T07:54:30.720" v="1938" actId="27636"/>
          <ac:spMkLst>
            <pc:docMk/>
            <pc:sldMk cId="1982029374" sldId="1172"/>
            <ac:spMk id="2" creationId="{77736923-5615-4614-AFA4-4E61C3E3DFBC}"/>
          </ac:spMkLst>
        </pc:spChg>
        <pc:picChg chg="del mod">
          <ac:chgData name="Mitra, Aritra" userId="c0528902-d414-4a78-8a62-a5dcc8d4eb67" providerId="ADAL" clId="{37B3FC15-985D-4867-90D0-AE3154708557}" dt="2022-01-07T07:54:45.219" v="1940" actId="21"/>
          <ac:picMkLst>
            <pc:docMk/>
            <pc:sldMk cId="1982029374" sldId="1172"/>
            <ac:picMk id="12" creationId="{98CECFC7-8D5E-4C49-9E45-AE4C74E82739}"/>
          </ac:picMkLst>
        </pc:picChg>
      </pc:sldChg>
      <pc:sldChg chg="delSp add del mod">
        <pc:chgData name="Mitra, Aritra" userId="c0528902-d414-4a78-8a62-a5dcc8d4eb67" providerId="ADAL" clId="{37B3FC15-985D-4867-90D0-AE3154708557}" dt="2022-01-07T08:04:01.763" v="2054" actId="47"/>
        <pc:sldMkLst>
          <pc:docMk/>
          <pc:sldMk cId="4061077140" sldId="1173"/>
        </pc:sldMkLst>
        <pc:picChg chg="del">
          <ac:chgData name="Mitra, Aritra" userId="c0528902-d414-4a78-8a62-a5dcc8d4eb67" providerId="ADAL" clId="{37B3FC15-985D-4867-90D0-AE3154708557}" dt="2022-01-07T07:54:52.660" v="1942" actId="21"/>
          <ac:picMkLst>
            <pc:docMk/>
            <pc:sldMk cId="4061077140" sldId="1173"/>
            <ac:picMk id="9" creationId="{9D051494-A78C-4D67-9CBA-8B7F1BDCF91D}"/>
          </ac:picMkLst>
        </pc:picChg>
      </pc:sldChg>
    </pc:docChg>
  </pc:docChgLst>
  <pc:docChgLst>
    <pc:chgData name="Aritra Mitra" userId="ed282abb-f77d-4912-ae2d-92fef056a80d" providerId="ADAL" clId="{E368F66B-CF07-4584-BB3B-B84E41F488DF}"/>
    <pc:docChg chg="undo custSel addSld delSld modSld modSection">
      <pc:chgData name="Aritra Mitra" userId="ed282abb-f77d-4912-ae2d-92fef056a80d" providerId="ADAL" clId="{E368F66B-CF07-4584-BB3B-B84E41F488DF}" dt="2020-10-05T13:41:56.099" v="1994" actId="20577"/>
      <pc:docMkLst>
        <pc:docMk/>
      </pc:docMkLst>
      <pc:sldChg chg="modSp">
        <pc:chgData name="Aritra Mitra" userId="ed282abb-f77d-4912-ae2d-92fef056a80d" providerId="ADAL" clId="{E368F66B-CF07-4584-BB3B-B84E41F488DF}" dt="2020-10-05T12:56:14.151" v="50" actId="20577"/>
        <pc:sldMkLst>
          <pc:docMk/>
          <pc:sldMk cId="3695319144" sldId="301"/>
        </pc:sldMkLst>
        <pc:spChg chg="mod">
          <ac:chgData name="Aritra Mitra" userId="ed282abb-f77d-4912-ae2d-92fef056a80d" providerId="ADAL" clId="{E368F66B-CF07-4584-BB3B-B84E41F488DF}" dt="2020-10-05T12:56:14.151" v="50" actId="20577"/>
          <ac:spMkLst>
            <pc:docMk/>
            <pc:sldMk cId="3695319144" sldId="301"/>
            <ac:spMk id="2" creationId="{00000000-0000-0000-0000-000000000000}"/>
          </ac:spMkLst>
        </pc:spChg>
      </pc:sldChg>
      <pc:sldChg chg="del">
        <pc:chgData name="Aritra Mitra" userId="ed282abb-f77d-4912-ae2d-92fef056a80d" providerId="ADAL" clId="{E368F66B-CF07-4584-BB3B-B84E41F488DF}" dt="2020-10-05T13:25:13.812" v="1253" actId="2696"/>
        <pc:sldMkLst>
          <pc:docMk/>
          <pc:sldMk cId="646558840" sldId="302"/>
        </pc:sldMkLst>
      </pc:sldChg>
      <pc:sldChg chg="del">
        <pc:chgData name="Aritra Mitra" userId="ed282abb-f77d-4912-ae2d-92fef056a80d" providerId="ADAL" clId="{E368F66B-CF07-4584-BB3B-B84E41F488DF}" dt="2020-10-05T12:56:35.091" v="63" actId="2696"/>
        <pc:sldMkLst>
          <pc:docMk/>
          <pc:sldMk cId="4165590146" sldId="303"/>
        </pc:sldMkLst>
      </pc:sldChg>
      <pc:sldChg chg="del">
        <pc:chgData name="Aritra Mitra" userId="ed282abb-f77d-4912-ae2d-92fef056a80d" providerId="ADAL" clId="{E368F66B-CF07-4584-BB3B-B84E41F488DF}" dt="2020-10-05T13:25:17.386" v="1263" actId="2696"/>
        <pc:sldMkLst>
          <pc:docMk/>
          <pc:sldMk cId="4023951773" sldId="307"/>
        </pc:sldMkLst>
      </pc:sldChg>
      <pc:sldChg chg="del">
        <pc:chgData name="Aritra Mitra" userId="ed282abb-f77d-4912-ae2d-92fef056a80d" providerId="ADAL" clId="{E368F66B-CF07-4584-BB3B-B84E41F488DF}" dt="2020-10-05T13:25:17.655" v="1264" actId="2696"/>
        <pc:sldMkLst>
          <pc:docMk/>
          <pc:sldMk cId="799342535" sldId="308"/>
        </pc:sldMkLst>
      </pc:sldChg>
      <pc:sldChg chg="del">
        <pc:chgData name="Aritra Mitra" userId="ed282abb-f77d-4912-ae2d-92fef056a80d" providerId="ADAL" clId="{E368F66B-CF07-4584-BB3B-B84E41F488DF}" dt="2020-10-05T13:25:20.181" v="1268" actId="2696"/>
        <pc:sldMkLst>
          <pc:docMk/>
          <pc:sldMk cId="1396407964" sldId="309"/>
        </pc:sldMkLst>
      </pc:sldChg>
      <pc:sldChg chg="del">
        <pc:chgData name="Aritra Mitra" userId="ed282abb-f77d-4912-ae2d-92fef056a80d" providerId="ADAL" clId="{E368F66B-CF07-4584-BB3B-B84E41F488DF}" dt="2020-10-05T13:25:20.209" v="1269" actId="2696"/>
        <pc:sldMkLst>
          <pc:docMk/>
          <pc:sldMk cId="2008957658" sldId="310"/>
        </pc:sldMkLst>
      </pc:sldChg>
      <pc:sldChg chg="modSp">
        <pc:chgData name="Aritra Mitra" userId="ed282abb-f77d-4912-ae2d-92fef056a80d" providerId="ADAL" clId="{E368F66B-CF07-4584-BB3B-B84E41F488DF}" dt="2020-10-05T13:00:20.987" v="253" actId="20577"/>
        <pc:sldMkLst>
          <pc:docMk/>
          <pc:sldMk cId="2458513484" sldId="318"/>
        </pc:sldMkLst>
        <pc:spChg chg="mod">
          <ac:chgData name="Aritra Mitra" userId="ed282abb-f77d-4912-ae2d-92fef056a80d" providerId="ADAL" clId="{E368F66B-CF07-4584-BB3B-B84E41F488DF}" dt="2020-10-05T12:56:45.715" v="74" actId="20577"/>
          <ac:spMkLst>
            <pc:docMk/>
            <pc:sldMk cId="2458513484" sldId="318"/>
            <ac:spMk id="2" creationId="{8BD71FF6-A30B-4B6A-BF1A-C2DBC4AB0F3A}"/>
          </ac:spMkLst>
        </pc:spChg>
        <pc:spChg chg="mod">
          <ac:chgData name="Aritra Mitra" userId="ed282abb-f77d-4912-ae2d-92fef056a80d" providerId="ADAL" clId="{E368F66B-CF07-4584-BB3B-B84E41F488DF}" dt="2020-10-05T13:00:20.987" v="253" actId="20577"/>
          <ac:spMkLst>
            <pc:docMk/>
            <pc:sldMk cId="2458513484" sldId="318"/>
            <ac:spMk id="22" creationId="{CD5CDFF6-7604-4D72-B164-808A96B5C43A}"/>
          </ac:spMkLst>
        </pc:spChg>
      </pc:sldChg>
      <pc:sldChg chg="del">
        <pc:chgData name="Aritra Mitra" userId="ed282abb-f77d-4912-ae2d-92fef056a80d" providerId="ADAL" clId="{E368F66B-CF07-4584-BB3B-B84E41F488DF}" dt="2020-10-05T13:25:14.636" v="1254" actId="2696"/>
        <pc:sldMkLst>
          <pc:docMk/>
          <pc:sldMk cId="2329812678" sldId="319"/>
        </pc:sldMkLst>
      </pc:sldChg>
      <pc:sldChg chg="del">
        <pc:chgData name="Aritra Mitra" userId="ed282abb-f77d-4912-ae2d-92fef056a80d" providerId="ADAL" clId="{E368F66B-CF07-4584-BB3B-B84E41F488DF}" dt="2020-10-05T13:25:15.346" v="1255" actId="2696"/>
        <pc:sldMkLst>
          <pc:docMk/>
          <pc:sldMk cId="532271188" sldId="320"/>
        </pc:sldMkLst>
      </pc:sldChg>
      <pc:sldChg chg="del">
        <pc:chgData name="Aritra Mitra" userId="ed282abb-f77d-4912-ae2d-92fef056a80d" providerId="ADAL" clId="{E368F66B-CF07-4584-BB3B-B84E41F488DF}" dt="2020-10-05T13:25:15.812" v="1256" actId="2696"/>
        <pc:sldMkLst>
          <pc:docMk/>
          <pc:sldMk cId="270087539" sldId="321"/>
        </pc:sldMkLst>
      </pc:sldChg>
      <pc:sldChg chg="del">
        <pc:chgData name="Aritra Mitra" userId="ed282abb-f77d-4912-ae2d-92fef056a80d" providerId="ADAL" clId="{E368F66B-CF07-4584-BB3B-B84E41F488DF}" dt="2020-10-05T13:25:16.170" v="1257" actId="2696"/>
        <pc:sldMkLst>
          <pc:docMk/>
          <pc:sldMk cId="1312544755" sldId="322"/>
        </pc:sldMkLst>
      </pc:sldChg>
      <pc:sldChg chg="del">
        <pc:chgData name="Aritra Mitra" userId="ed282abb-f77d-4912-ae2d-92fef056a80d" providerId="ADAL" clId="{E368F66B-CF07-4584-BB3B-B84E41F488DF}" dt="2020-10-05T13:25:16.546" v="1258" actId="2696"/>
        <pc:sldMkLst>
          <pc:docMk/>
          <pc:sldMk cId="1963313966" sldId="323"/>
        </pc:sldMkLst>
      </pc:sldChg>
      <pc:sldChg chg="del">
        <pc:chgData name="Aritra Mitra" userId="ed282abb-f77d-4912-ae2d-92fef056a80d" providerId="ADAL" clId="{E368F66B-CF07-4584-BB3B-B84E41F488DF}" dt="2020-10-05T13:25:16.941" v="1259" actId="2696"/>
        <pc:sldMkLst>
          <pc:docMk/>
          <pc:sldMk cId="1492268902" sldId="325"/>
        </pc:sldMkLst>
      </pc:sldChg>
      <pc:sldChg chg="del">
        <pc:chgData name="Aritra Mitra" userId="ed282abb-f77d-4912-ae2d-92fef056a80d" providerId="ADAL" clId="{E368F66B-CF07-4584-BB3B-B84E41F488DF}" dt="2020-10-05T13:25:17.269" v="1260" actId="2696"/>
        <pc:sldMkLst>
          <pc:docMk/>
          <pc:sldMk cId="4217198577" sldId="326"/>
        </pc:sldMkLst>
      </pc:sldChg>
      <pc:sldChg chg="del">
        <pc:chgData name="Aritra Mitra" userId="ed282abb-f77d-4912-ae2d-92fef056a80d" providerId="ADAL" clId="{E368F66B-CF07-4584-BB3B-B84E41F488DF}" dt="2020-10-05T13:25:17.297" v="1261" actId="2696"/>
        <pc:sldMkLst>
          <pc:docMk/>
          <pc:sldMk cId="4277721791" sldId="327"/>
        </pc:sldMkLst>
      </pc:sldChg>
      <pc:sldChg chg="del">
        <pc:chgData name="Aritra Mitra" userId="ed282abb-f77d-4912-ae2d-92fef056a80d" providerId="ADAL" clId="{E368F66B-CF07-4584-BB3B-B84E41F488DF}" dt="2020-10-05T13:25:17.317" v="1262" actId="2696"/>
        <pc:sldMkLst>
          <pc:docMk/>
          <pc:sldMk cId="3509197492" sldId="328"/>
        </pc:sldMkLst>
      </pc:sldChg>
      <pc:sldChg chg="del">
        <pc:chgData name="Aritra Mitra" userId="ed282abb-f77d-4912-ae2d-92fef056a80d" providerId="ADAL" clId="{E368F66B-CF07-4584-BB3B-B84E41F488DF}" dt="2020-10-05T13:25:18.613" v="1265" actId="2696"/>
        <pc:sldMkLst>
          <pc:docMk/>
          <pc:sldMk cId="1450086462" sldId="329"/>
        </pc:sldMkLst>
      </pc:sldChg>
      <pc:sldChg chg="del">
        <pc:chgData name="Aritra Mitra" userId="ed282abb-f77d-4912-ae2d-92fef056a80d" providerId="ADAL" clId="{E368F66B-CF07-4584-BB3B-B84E41F488DF}" dt="2020-10-05T13:25:19.303" v="1266" actId="2696"/>
        <pc:sldMkLst>
          <pc:docMk/>
          <pc:sldMk cId="4152048599" sldId="330"/>
        </pc:sldMkLst>
      </pc:sldChg>
      <pc:sldChg chg="del">
        <pc:chgData name="Aritra Mitra" userId="ed282abb-f77d-4912-ae2d-92fef056a80d" providerId="ADAL" clId="{E368F66B-CF07-4584-BB3B-B84E41F488DF}" dt="2020-10-05T13:25:19.806" v="1267" actId="2696"/>
        <pc:sldMkLst>
          <pc:docMk/>
          <pc:sldMk cId="3104783824" sldId="331"/>
        </pc:sldMkLst>
      </pc:sldChg>
      <pc:sldChg chg="del">
        <pc:chgData name="Aritra Mitra" userId="ed282abb-f77d-4912-ae2d-92fef056a80d" providerId="ADAL" clId="{E368F66B-CF07-4584-BB3B-B84E41F488DF}" dt="2020-10-05T13:25:20.368" v="1270" actId="2696"/>
        <pc:sldMkLst>
          <pc:docMk/>
          <pc:sldMk cId="3300055802" sldId="332"/>
        </pc:sldMkLst>
      </pc:sldChg>
      <pc:sldChg chg="modSp add modAnim">
        <pc:chgData name="Aritra Mitra" userId="ed282abb-f77d-4912-ae2d-92fef056a80d" providerId="ADAL" clId="{E368F66B-CF07-4584-BB3B-B84E41F488DF}" dt="2020-10-05T13:08:46.251" v="600" actId="207"/>
        <pc:sldMkLst>
          <pc:docMk/>
          <pc:sldMk cId="4003652401" sldId="333"/>
        </pc:sldMkLst>
        <pc:spChg chg="mod">
          <ac:chgData name="Aritra Mitra" userId="ed282abb-f77d-4912-ae2d-92fef056a80d" providerId="ADAL" clId="{E368F66B-CF07-4584-BB3B-B84E41F488DF}" dt="2020-10-05T13:03:04.693" v="255" actId="20577"/>
          <ac:spMkLst>
            <pc:docMk/>
            <pc:sldMk cId="4003652401" sldId="333"/>
            <ac:spMk id="2" creationId="{78CCC97C-B952-4A5B-8185-B973E076F77A}"/>
          </ac:spMkLst>
        </pc:spChg>
        <pc:spChg chg="mod">
          <ac:chgData name="Aritra Mitra" userId="ed282abb-f77d-4912-ae2d-92fef056a80d" providerId="ADAL" clId="{E368F66B-CF07-4584-BB3B-B84E41F488DF}" dt="2020-10-05T13:08:46.251" v="600" actId="207"/>
          <ac:spMkLst>
            <pc:docMk/>
            <pc:sldMk cId="4003652401" sldId="333"/>
            <ac:spMk id="3" creationId="{A662D94C-EAEC-4F3E-B27D-52CE899FDBE7}"/>
          </ac:spMkLst>
        </pc:spChg>
      </pc:sldChg>
      <pc:sldChg chg="add del">
        <pc:chgData name="Aritra Mitra" userId="ed282abb-f77d-4912-ae2d-92fef056a80d" providerId="ADAL" clId="{E368F66B-CF07-4584-BB3B-B84E41F488DF}" dt="2020-10-05T13:25:12.047" v="1252" actId="2696"/>
        <pc:sldMkLst>
          <pc:docMk/>
          <pc:sldMk cId="3678989409" sldId="334"/>
        </pc:sldMkLst>
      </pc:sldChg>
      <pc:sldChg chg="addSp modSp add del">
        <pc:chgData name="Aritra Mitra" userId="ed282abb-f77d-4912-ae2d-92fef056a80d" providerId="ADAL" clId="{E368F66B-CF07-4584-BB3B-B84E41F488DF}" dt="2020-10-05T13:35:22.495" v="1664" actId="20577"/>
        <pc:sldMkLst>
          <pc:docMk/>
          <pc:sldMk cId="23221559" sldId="335"/>
        </pc:sldMkLst>
        <pc:spChg chg="mod">
          <ac:chgData name="Aritra Mitra" userId="ed282abb-f77d-4912-ae2d-92fef056a80d" providerId="ADAL" clId="{E368F66B-CF07-4584-BB3B-B84E41F488DF}" dt="2020-10-05T13:25:34.894" v="1273" actId="207"/>
          <ac:spMkLst>
            <pc:docMk/>
            <pc:sldMk cId="23221559" sldId="335"/>
            <ac:spMk id="2" creationId="{A20CA4C8-506D-4B83-998D-F307003F9C03}"/>
          </ac:spMkLst>
        </pc:spChg>
        <pc:spChg chg="mod">
          <ac:chgData name="Aritra Mitra" userId="ed282abb-f77d-4912-ae2d-92fef056a80d" providerId="ADAL" clId="{E368F66B-CF07-4584-BB3B-B84E41F488DF}" dt="2020-10-05T13:35:22.495" v="1664" actId="20577"/>
          <ac:spMkLst>
            <pc:docMk/>
            <pc:sldMk cId="23221559" sldId="335"/>
            <ac:spMk id="3" creationId="{5D0F95DE-A413-43C4-A400-1933755E5ECE}"/>
          </ac:spMkLst>
        </pc:spChg>
        <pc:spChg chg="add mod">
          <ac:chgData name="Aritra Mitra" userId="ed282abb-f77d-4912-ae2d-92fef056a80d" providerId="ADAL" clId="{E368F66B-CF07-4584-BB3B-B84E41F488DF}" dt="2020-10-05T13:26:28.503" v="1278" actId="1582"/>
          <ac:spMkLst>
            <pc:docMk/>
            <pc:sldMk cId="23221559" sldId="335"/>
            <ac:spMk id="4" creationId="{AFD04052-663E-427A-988F-7773C08E2712}"/>
          </ac:spMkLst>
        </pc:spChg>
      </pc:sldChg>
      <pc:sldChg chg="addSp modSp add">
        <pc:chgData name="Aritra Mitra" userId="ed282abb-f77d-4912-ae2d-92fef056a80d" providerId="ADAL" clId="{E368F66B-CF07-4584-BB3B-B84E41F488DF}" dt="2020-10-05T13:38:06.950" v="1792" actId="1076"/>
        <pc:sldMkLst>
          <pc:docMk/>
          <pc:sldMk cId="1503881219" sldId="336"/>
        </pc:sldMkLst>
        <pc:spChg chg="mod">
          <ac:chgData name="Aritra Mitra" userId="ed282abb-f77d-4912-ae2d-92fef056a80d" providerId="ADAL" clId="{E368F66B-CF07-4584-BB3B-B84E41F488DF}" dt="2020-10-05T13:26:57.533" v="1312" actId="20577"/>
          <ac:spMkLst>
            <pc:docMk/>
            <pc:sldMk cId="1503881219" sldId="336"/>
            <ac:spMk id="2" creationId="{C2D081FD-68B8-443E-95C3-1EC5F021CEA1}"/>
          </ac:spMkLst>
        </pc:spChg>
        <pc:spChg chg="mod">
          <ac:chgData name="Aritra Mitra" userId="ed282abb-f77d-4912-ae2d-92fef056a80d" providerId="ADAL" clId="{E368F66B-CF07-4584-BB3B-B84E41F488DF}" dt="2020-10-05T13:31:04.733" v="1543" actId="20577"/>
          <ac:spMkLst>
            <pc:docMk/>
            <pc:sldMk cId="1503881219" sldId="336"/>
            <ac:spMk id="3" creationId="{7749F718-296F-427C-85BB-34C326E522AE}"/>
          </ac:spMkLst>
        </pc:spChg>
        <pc:spChg chg="add mod">
          <ac:chgData name="Aritra Mitra" userId="ed282abb-f77d-4912-ae2d-92fef056a80d" providerId="ADAL" clId="{E368F66B-CF07-4584-BB3B-B84E41F488DF}" dt="2020-10-05T13:32:18.287" v="1557" actId="207"/>
          <ac:spMkLst>
            <pc:docMk/>
            <pc:sldMk cId="1503881219" sldId="336"/>
            <ac:spMk id="4" creationId="{611DBBF9-75B6-4C48-A4B7-78EFE07741B8}"/>
          </ac:spMkLst>
        </pc:spChg>
        <pc:spChg chg="add mod">
          <ac:chgData name="Aritra Mitra" userId="ed282abb-f77d-4912-ae2d-92fef056a80d" providerId="ADAL" clId="{E368F66B-CF07-4584-BB3B-B84E41F488DF}" dt="2020-10-05T13:36:30.803" v="1698" actId="207"/>
          <ac:spMkLst>
            <pc:docMk/>
            <pc:sldMk cId="1503881219" sldId="336"/>
            <ac:spMk id="5" creationId="{5651A378-3A17-44D4-A8F7-BD9B99319372}"/>
          </ac:spMkLst>
        </pc:spChg>
        <pc:spChg chg="add mod">
          <ac:chgData name="Aritra Mitra" userId="ed282abb-f77d-4912-ae2d-92fef056a80d" providerId="ADAL" clId="{E368F66B-CF07-4584-BB3B-B84E41F488DF}" dt="2020-10-05T13:38:06.950" v="1792" actId="1076"/>
          <ac:spMkLst>
            <pc:docMk/>
            <pc:sldMk cId="1503881219" sldId="336"/>
            <ac:spMk id="6" creationId="{E12F15D8-0D04-402E-BC75-83851C1D9DBF}"/>
          </ac:spMkLst>
        </pc:spChg>
      </pc:sldChg>
      <pc:sldChg chg="modSp add">
        <pc:chgData name="Aritra Mitra" userId="ed282abb-f77d-4912-ae2d-92fef056a80d" providerId="ADAL" clId="{E368F66B-CF07-4584-BB3B-B84E41F488DF}" dt="2020-10-05T13:41:56.099" v="1994" actId="20577"/>
        <pc:sldMkLst>
          <pc:docMk/>
          <pc:sldMk cId="157870258" sldId="337"/>
        </pc:sldMkLst>
        <pc:spChg chg="mod">
          <ac:chgData name="Aritra Mitra" userId="ed282abb-f77d-4912-ae2d-92fef056a80d" providerId="ADAL" clId="{E368F66B-CF07-4584-BB3B-B84E41F488DF}" dt="2020-10-05T13:40:29" v="1806" actId="20577"/>
          <ac:spMkLst>
            <pc:docMk/>
            <pc:sldMk cId="157870258" sldId="337"/>
            <ac:spMk id="2" creationId="{23F2162A-0836-4ED0-980D-38996A01AA03}"/>
          </ac:spMkLst>
        </pc:spChg>
        <pc:spChg chg="mod">
          <ac:chgData name="Aritra Mitra" userId="ed282abb-f77d-4912-ae2d-92fef056a80d" providerId="ADAL" clId="{E368F66B-CF07-4584-BB3B-B84E41F488DF}" dt="2020-10-05T13:41:56.099" v="1994" actId="20577"/>
          <ac:spMkLst>
            <pc:docMk/>
            <pc:sldMk cId="157870258" sldId="337"/>
            <ac:spMk id="3" creationId="{56BCBBE5-AE90-4A80-949D-CBAA761A9810}"/>
          </ac:spMkLst>
        </pc:spChg>
      </pc:sldChg>
      <pc:sldChg chg="del">
        <pc:chgData name="Aritra Mitra" userId="ed282abb-f77d-4912-ae2d-92fef056a80d" providerId="ADAL" clId="{E368F66B-CF07-4584-BB3B-B84E41F488DF}" dt="2020-10-05T12:56:37.244" v="65" actId="2696"/>
        <pc:sldMkLst>
          <pc:docMk/>
          <pc:sldMk cId="3652091866" sldId="389"/>
        </pc:sldMkLst>
      </pc:sldChg>
      <pc:sldChg chg="del">
        <pc:chgData name="Aritra Mitra" userId="ed282abb-f77d-4912-ae2d-92fef056a80d" providerId="ADAL" clId="{E368F66B-CF07-4584-BB3B-B84E41F488DF}" dt="2020-10-05T12:56:27.145" v="57" actId="2696"/>
        <pc:sldMkLst>
          <pc:docMk/>
          <pc:sldMk cId="3870610312" sldId="1079"/>
        </pc:sldMkLst>
      </pc:sldChg>
      <pc:sldChg chg="del">
        <pc:chgData name="Aritra Mitra" userId="ed282abb-f77d-4912-ae2d-92fef056a80d" providerId="ADAL" clId="{E368F66B-CF07-4584-BB3B-B84E41F488DF}" dt="2020-10-05T12:56:26.629" v="56" actId="2696"/>
        <pc:sldMkLst>
          <pc:docMk/>
          <pc:sldMk cId="3715668343" sldId="1161"/>
        </pc:sldMkLst>
      </pc:sldChg>
      <pc:sldChg chg="del">
        <pc:chgData name="Aritra Mitra" userId="ed282abb-f77d-4912-ae2d-92fef056a80d" providerId="ADAL" clId="{E368F66B-CF07-4584-BB3B-B84E41F488DF}" dt="2020-10-05T12:56:33.898" v="62" actId="2696"/>
        <pc:sldMkLst>
          <pc:docMk/>
          <pc:sldMk cId="751811388" sldId="1190"/>
        </pc:sldMkLst>
      </pc:sldChg>
      <pc:sldChg chg="del">
        <pc:chgData name="Aritra Mitra" userId="ed282abb-f77d-4912-ae2d-92fef056a80d" providerId="ADAL" clId="{E368F66B-CF07-4584-BB3B-B84E41F488DF}" dt="2020-10-05T12:56:27.823" v="58" actId="2696"/>
        <pc:sldMkLst>
          <pc:docMk/>
          <pc:sldMk cId="1270474072" sldId="1201"/>
        </pc:sldMkLst>
      </pc:sldChg>
      <pc:sldChg chg="del">
        <pc:chgData name="Aritra Mitra" userId="ed282abb-f77d-4912-ae2d-92fef056a80d" providerId="ADAL" clId="{E368F66B-CF07-4584-BB3B-B84E41F488DF}" dt="2020-10-05T12:56:29.958" v="60" actId="2696"/>
        <pc:sldMkLst>
          <pc:docMk/>
          <pc:sldMk cId="3498256755" sldId="1208"/>
        </pc:sldMkLst>
      </pc:sldChg>
      <pc:sldChg chg="del">
        <pc:chgData name="Aritra Mitra" userId="ed282abb-f77d-4912-ae2d-92fef056a80d" providerId="ADAL" clId="{E368F66B-CF07-4584-BB3B-B84E41F488DF}" dt="2020-10-05T12:56:25.755" v="55" actId="2696"/>
        <pc:sldMkLst>
          <pc:docMk/>
          <pc:sldMk cId="197174769" sldId="1234"/>
        </pc:sldMkLst>
      </pc:sldChg>
      <pc:sldChg chg="del">
        <pc:chgData name="Aritra Mitra" userId="ed282abb-f77d-4912-ae2d-92fef056a80d" providerId="ADAL" clId="{E368F66B-CF07-4584-BB3B-B84E41F488DF}" dt="2020-10-05T12:56:23.975" v="53" actId="2696"/>
        <pc:sldMkLst>
          <pc:docMk/>
          <pc:sldMk cId="2684119754" sldId="1243"/>
        </pc:sldMkLst>
      </pc:sldChg>
      <pc:sldChg chg="del">
        <pc:chgData name="Aritra Mitra" userId="ed282abb-f77d-4912-ae2d-92fef056a80d" providerId="ADAL" clId="{E368F66B-CF07-4584-BB3B-B84E41F488DF}" dt="2020-10-05T12:56:24.577" v="54" actId="2696"/>
        <pc:sldMkLst>
          <pc:docMk/>
          <pc:sldMk cId="1043607009" sldId="1244"/>
        </pc:sldMkLst>
      </pc:sldChg>
      <pc:sldChg chg="del">
        <pc:chgData name="Aritra Mitra" userId="ed282abb-f77d-4912-ae2d-92fef056a80d" providerId="ADAL" clId="{E368F66B-CF07-4584-BB3B-B84E41F488DF}" dt="2020-10-05T12:56:23.171" v="52" actId="2696"/>
        <pc:sldMkLst>
          <pc:docMk/>
          <pc:sldMk cId="1877388902" sldId="1252"/>
        </pc:sldMkLst>
      </pc:sldChg>
      <pc:sldChg chg="del">
        <pc:chgData name="Aritra Mitra" userId="ed282abb-f77d-4912-ae2d-92fef056a80d" providerId="ADAL" clId="{E368F66B-CF07-4584-BB3B-B84E41F488DF}" dt="2020-10-05T12:56:28.705" v="59" actId="2696"/>
        <pc:sldMkLst>
          <pc:docMk/>
          <pc:sldMk cId="3471643901" sldId="1253"/>
        </pc:sldMkLst>
      </pc:sldChg>
      <pc:sldChg chg="del">
        <pc:chgData name="Aritra Mitra" userId="ed282abb-f77d-4912-ae2d-92fef056a80d" providerId="ADAL" clId="{E368F66B-CF07-4584-BB3B-B84E41F488DF}" dt="2020-10-05T12:56:32.134" v="61" actId="2696"/>
        <pc:sldMkLst>
          <pc:docMk/>
          <pc:sldMk cId="2388966633" sldId="1254"/>
        </pc:sldMkLst>
      </pc:sldChg>
      <pc:sldChg chg="del">
        <pc:chgData name="Aritra Mitra" userId="ed282abb-f77d-4912-ae2d-92fef056a80d" providerId="ADAL" clId="{E368F66B-CF07-4584-BB3B-B84E41F488DF}" dt="2020-10-05T12:56:36.432" v="64" actId="2696"/>
        <pc:sldMkLst>
          <pc:docMk/>
          <pc:sldMk cId="1829845218" sldId="1255"/>
        </pc:sldMkLst>
      </pc:sldChg>
      <pc:sldChg chg="del">
        <pc:chgData name="Aritra Mitra" userId="ed282abb-f77d-4912-ae2d-92fef056a80d" providerId="ADAL" clId="{E368F66B-CF07-4584-BB3B-B84E41F488DF}" dt="2020-10-05T12:56:38.490" v="66" actId="2696"/>
        <pc:sldMkLst>
          <pc:docMk/>
          <pc:sldMk cId="974629170" sldId="1256"/>
        </pc:sldMkLst>
      </pc:sldChg>
      <pc:sldChg chg="del">
        <pc:chgData name="Aritra Mitra" userId="ed282abb-f77d-4912-ae2d-92fef056a80d" providerId="ADAL" clId="{E368F66B-CF07-4584-BB3B-B84E41F488DF}" dt="2020-10-05T12:56:22.137" v="51" actId="2696"/>
        <pc:sldMkLst>
          <pc:docMk/>
          <pc:sldMk cId="1659080909" sldId="1257"/>
        </pc:sldMkLst>
      </pc:sldChg>
    </pc:docChg>
  </pc:docChgLst>
  <pc:docChgLst>
    <pc:chgData name="Mitra, Aritra" userId="c0528902-d414-4a78-8a62-a5dcc8d4eb67" providerId="ADAL" clId="{67074EC2-5347-4D25-B08D-CEA78D7706BD}"/>
    <pc:docChg chg="undo custSel addSld delSld modSld modSection">
      <pc:chgData name="Mitra, Aritra" userId="c0528902-d414-4a78-8a62-a5dcc8d4eb67" providerId="ADAL" clId="{67074EC2-5347-4D25-B08D-CEA78D7706BD}" dt="2022-02-03T15:59:53.525" v="3514" actId="47"/>
      <pc:docMkLst>
        <pc:docMk/>
      </pc:docMkLst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1838838544" sldId="302"/>
        </pc:sldMkLst>
      </pc:sldChg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3364518446" sldId="303"/>
        </pc:sldMkLst>
      </pc:sldChg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2587384027" sldId="304"/>
        </pc:sldMkLst>
      </pc:sldChg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4181789381" sldId="305"/>
        </pc:sldMkLst>
      </pc:sldChg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553057838" sldId="306"/>
        </pc:sldMkLst>
      </pc:sldChg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26015604" sldId="307"/>
        </pc:sldMkLst>
      </pc:sldChg>
      <pc:sldChg chg="modSp mod modAnim">
        <pc:chgData name="Mitra, Aritra" userId="c0528902-d414-4a78-8a62-a5dcc8d4eb67" providerId="ADAL" clId="{67074EC2-5347-4D25-B08D-CEA78D7706BD}" dt="2022-02-03T06:26:05.706" v="2351"/>
        <pc:sldMkLst>
          <pc:docMk/>
          <pc:sldMk cId="2823004002" sldId="308"/>
        </pc:sldMkLst>
        <pc:spChg chg="mod">
          <ac:chgData name="Mitra, Aritra" userId="c0528902-d414-4a78-8a62-a5dcc8d4eb67" providerId="ADAL" clId="{67074EC2-5347-4D25-B08D-CEA78D7706BD}" dt="2022-02-03T06:00:24.377" v="2313" actId="113"/>
          <ac:spMkLst>
            <pc:docMk/>
            <pc:sldMk cId="2823004002" sldId="308"/>
            <ac:spMk id="5" creationId="{92C84C49-6620-4795-A016-D54EA972AD8B}"/>
          </ac:spMkLst>
        </pc:spChg>
        <pc:spChg chg="mod">
          <ac:chgData name="Mitra, Aritra" userId="c0528902-d414-4a78-8a62-a5dcc8d4eb67" providerId="ADAL" clId="{67074EC2-5347-4D25-B08D-CEA78D7706BD}" dt="2022-02-03T06:00:31.638" v="2314" actId="113"/>
          <ac:spMkLst>
            <pc:docMk/>
            <pc:sldMk cId="2823004002" sldId="308"/>
            <ac:spMk id="6" creationId="{DDE59E9C-06C8-4AA4-9FD3-0045FC4C6005}"/>
          </ac:spMkLst>
        </pc:spChg>
        <pc:spChg chg="mod">
          <ac:chgData name="Mitra, Aritra" userId="c0528902-d414-4a78-8a62-a5dcc8d4eb67" providerId="ADAL" clId="{67074EC2-5347-4D25-B08D-CEA78D7706BD}" dt="2022-02-03T06:01:11.379" v="2348" actId="20577"/>
          <ac:spMkLst>
            <pc:docMk/>
            <pc:sldMk cId="2823004002" sldId="308"/>
            <ac:spMk id="7" creationId="{CE10DC4F-DFD4-4734-A31C-3CC5B06942A8}"/>
          </ac:spMkLst>
        </pc:spChg>
      </pc:sldChg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216457898" sldId="309"/>
        </pc:sldMkLst>
      </pc:sldChg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1571079532" sldId="310"/>
        </pc:sldMkLst>
      </pc:sldChg>
      <pc:sldChg chg="del">
        <pc:chgData name="Mitra, Aritra" userId="c0528902-d414-4a78-8a62-a5dcc8d4eb67" providerId="ADAL" clId="{67074EC2-5347-4D25-B08D-CEA78D7706BD}" dt="2022-02-03T04:18:32.632" v="0" actId="47"/>
        <pc:sldMkLst>
          <pc:docMk/>
          <pc:sldMk cId="283220092" sldId="311"/>
        </pc:sldMkLst>
      </pc:sldChg>
      <pc:sldChg chg="modSp mod">
        <pc:chgData name="Mitra, Aritra" userId="c0528902-d414-4a78-8a62-a5dcc8d4eb67" providerId="ADAL" clId="{67074EC2-5347-4D25-B08D-CEA78D7706BD}" dt="2022-02-03T06:04:19.759" v="2350" actId="207"/>
        <pc:sldMkLst>
          <pc:docMk/>
          <pc:sldMk cId="2649240562" sldId="312"/>
        </pc:sldMkLst>
        <pc:spChg chg="mod">
          <ac:chgData name="Mitra, Aritra" userId="c0528902-d414-4a78-8a62-a5dcc8d4eb67" providerId="ADAL" clId="{67074EC2-5347-4D25-B08D-CEA78D7706BD}" dt="2022-02-03T06:04:19.759" v="2350" actId="207"/>
          <ac:spMkLst>
            <pc:docMk/>
            <pc:sldMk cId="2649240562" sldId="312"/>
            <ac:spMk id="3" creationId="{1F100604-4188-454A-98DA-C1BFB185B006}"/>
          </ac:spMkLst>
        </pc:spChg>
      </pc:sldChg>
      <pc:sldChg chg="addSp delSp modSp new del mod">
        <pc:chgData name="Mitra, Aritra" userId="c0528902-d414-4a78-8a62-a5dcc8d4eb67" providerId="ADAL" clId="{67074EC2-5347-4D25-B08D-CEA78D7706BD}" dt="2022-02-03T05:57:17.669" v="2310" actId="47"/>
        <pc:sldMkLst>
          <pc:docMk/>
          <pc:sldMk cId="354491667" sldId="313"/>
        </pc:sldMkLst>
        <pc:spChg chg="mod">
          <ac:chgData name="Mitra, Aritra" userId="c0528902-d414-4a78-8a62-a5dcc8d4eb67" providerId="ADAL" clId="{67074EC2-5347-4D25-B08D-CEA78D7706BD}" dt="2022-02-03T04:19:00.489" v="16" actId="20577"/>
          <ac:spMkLst>
            <pc:docMk/>
            <pc:sldMk cId="354491667" sldId="313"/>
            <ac:spMk id="2" creationId="{DE48FF9D-CA66-4628-8BBB-8F2373EC115C}"/>
          </ac:spMkLst>
        </pc:spChg>
        <pc:spChg chg="del">
          <ac:chgData name="Mitra, Aritra" userId="c0528902-d414-4a78-8a62-a5dcc8d4eb67" providerId="ADAL" clId="{67074EC2-5347-4D25-B08D-CEA78D7706BD}" dt="2022-02-03T04:19:07.309" v="17" actId="478"/>
          <ac:spMkLst>
            <pc:docMk/>
            <pc:sldMk cId="354491667" sldId="313"/>
            <ac:spMk id="3" creationId="{59C1A19C-4C98-4EBB-A85A-AA04B5232E2A}"/>
          </ac:spMkLst>
        </pc:spChg>
        <pc:spChg chg="add mod">
          <ac:chgData name="Mitra, Aritra" userId="c0528902-d414-4a78-8a62-a5dcc8d4eb67" providerId="ADAL" clId="{67074EC2-5347-4D25-B08D-CEA78D7706BD}" dt="2022-02-03T04:23:00.748" v="28" actId="1076"/>
          <ac:spMkLst>
            <pc:docMk/>
            <pc:sldMk cId="354491667" sldId="313"/>
            <ac:spMk id="4" creationId="{DC0C355E-1E78-4841-9D37-BCE724BB311B}"/>
          </ac:spMkLst>
        </pc:spChg>
        <pc:spChg chg="add del mod">
          <ac:chgData name="Mitra, Aritra" userId="c0528902-d414-4a78-8a62-a5dcc8d4eb67" providerId="ADAL" clId="{67074EC2-5347-4D25-B08D-CEA78D7706BD}" dt="2022-02-03T04:21:43.658" v="20" actId="478"/>
          <ac:spMkLst>
            <pc:docMk/>
            <pc:sldMk cId="354491667" sldId="313"/>
            <ac:spMk id="5" creationId="{6CE7C9BF-8F9D-4D7A-9FE1-9E606F45DEB1}"/>
          </ac:spMkLst>
        </pc:spChg>
        <pc:spChg chg="mod">
          <ac:chgData name="Mitra, Aritra" userId="c0528902-d414-4a78-8a62-a5dcc8d4eb67" providerId="ADAL" clId="{67074EC2-5347-4D25-B08D-CEA78D7706BD}" dt="2022-02-03T04:22:55.708" v="26"/>
          <ac:spMkLst>
            <pc:docMk/>
            <pc:sldMk cId="354491667" sldId="313"/>
            <ac:spMk id="8" creationId="{93B138C4-A30B-46DF-B169-4B8D81AE5231}"/>
          </ac:spMkLst>
        </pc:spChg>
        <pc:spChg chg="mod">
          <ac:chgData name="Mitra, Aritra" userId="c0528902-d414-4a78-8a62-a5dcc8d4eb67" providerId="ADAL" clId="{67074EC2-5347-4D25-B08D-CEA78D7706BD}" dt="2022-02-03T04:22:55.708" v="26"/>
          <ac:spMkLst>
            <pc:docMk/>
            <pc:sldMk cId="354491667" sldId="313"/>
            <ac:spMk id="9" creationId="{E58A32C5-41EE-478A-BCDF-5FC25507B51D}"/>
          </ac:spMkLst>
        </pc:spChg>
        <pc:spChg chg="mod">
          <ac:chgData name="Mitra, Aritra" userId="c0528902-d414-4a78-8a62-a5dcc8d4eb67" providerId="ADAL" clId="{67074EC2-5347-4D25-B08D-CEA78D7706BD}" dt="2022-02-03T04:22:55.708" v="26"/>
          <ac:spMkLst>
            <pc:docMk/>
            <pc:sldMk cId="354491667" sldId="313"/>
            <ac:spMk id="10" creationId="{67A5F9D8-1E17-4162-9256-7F310D640EDF}"/>
          </ac:spMkLst>
        </pc:spChg>
        <pc:spChg chg="mod">
          <ac:chgData name="Mitra, Aritra" userId="c0528902-d414-4a78-8a62-a5dcc8d4eb67" providerId="ADAL" clId="{67074EC2-5347-4D25-B08D-CEA78D7706BD}" dt="2022-02-03T04:22:55.708" v="26"/>
          <ac:spMkLst>
            <pc:docMk/>
            <pc:sldMk cId="354491667" sldId="313"/>
            <ac:spMk id="11" creationId="{A9D5291B-4BEC-4EAF-8514-53C64BF5BDE2}"/>
          </ac:spMkLst>
        </pc:spChg>
        <pc:spChg chg="mod">
          <ac:chgData name="Mitra, Aritra" userId="c0528902-d414-4a78-8a62-a5dcc8d4eb67" providerId="ADAL" clId="{67074EC2-5347-4D25-B08D-CEA78D7706BD}" dt="2022-02-03T04:22:55.708" v="26"/>
          <ac:spMkLst>
            <pc:docMk/>
            <pc:sldMk cId="354491667" sldId="313"/>
            <ac:spMk id="12" creationId="{A5392F58-CE0A-4754-B751-71B26F329B4A}"/>
          </ac:spMkLst>
        </pc:spChg>
        <pc:spChg chg="mod">
          <ac:chgData name="Mitra, Aritra" userId="c0528902-d414-4a78-8a62-a5dcc8d4eb67" providerId="ADAL" clId="{67074EC2-5347-4D25-B08D-CEA78D7706BD}" dt="2022-02-03T04:22:55.708" v="26"/>
          <ac:spMkLst>
            <pc:docMk/>
            <pc:sldMk cId="354491667" sldId="313"/>
            <ac:spMk id="13" creationId="{098C822F-FBA7-4D97-A8C5-9088AE6B11BD}"/>
          </ac:spMkLst>
        </pc:spChg>
        <pc:spChg chg="mod">
          <ac:chgData name="Mitra, Aritra" userId="c0528902-d414-4a78-8a62-a5dcc8d4eb67" providerId="ADAL" clId="{67074EC2-5347-4D25-B08D-CEA78D7706BD}" dt="2022-02-03T04:26:06.562" v="166" actId="1038"/>
          <ac:spMkLst>
            <pc:docMk/>
            <pc:sldMk cId="354491667" sldId="313"/>
            <ac:spMk id="17" creationId="{7716F3A9-C59D-4460-9E6B-51BFC6CBFF3E}"/>
          </ac:spMkLst>
        </pc:spChg>
        <pc:spChg chg="mod">
          <ac:chgData name="Mitra, Aritra" userId="c0528902-d414-4a78-8a62-a5dcc8d4eb67" providerId="ADAL" clId="{67074EC2-5347-4D25-B08D-CEA78D7706BD}" dt="2022-02-03T04:26:16.825" v="167" actId="1076"/>
          <ac:spMkLst>
            <pc:docMk/>
            <pc:sldMk cId="354491667" sldId="313"/>
            <ac:spMk id="18" creationId="{994E9E6B-582B-43DB-9C7D-FDF075B0B473}"/>
          </ac:spMkLst>
        </pc:spChg>
        <pc:spChg chg="mod">
          <ac:chgData name="Mitra, Aritra" userId="c0528902-d414-4a78-8a62-a5dcc8d4eb67" providerId="ADAL" clId="{67074EC2-5347-4D25-B08D-CEA78D7706BD}" dt="2022-02-03T04:23:04.263" v="30"/>
          <ac:spMkLst>
            <pc:docMk/>
            <pc:sldMk cId="354491667" sldId="313"/>
            <ac:spMk id="19" creationId="{7137C70F-09BE-43BD-A700-CC289F222EAA}"/>
          </ac:spMkLst>
        </pc:spChg>
        <pc:spChg chg="mod">
          <ac:chgData name="Mitra, Aritra" userId="c0528902-d414-4a78-8a62-a5dcc8d4eb67" providerId="ADAL" clId="{67074EC2-5347-4D25-B08D-CEA78D7706BD}" dt="2022-02-03T04:23:04.263" v="30"/>
          <ac:spMkLst>
            <pc:docMk/>
            <pc:sldMk cId="354491667" sldId="313"/>
            <ac:spMk id="20" creationId="{2AF14422-0505-4E0F-A88A-1B01C344EC16}"/>
          </ac:spMkLst>
        </pc:spChg>
        <pc:spChg chg="mod">
          <ac:chgData name="Mitra, Aritra" userId="c0528902-d414-4a78-8a62-a5dcc8d4eb67" providerId="ADAL" clId="{67074EC2-5347-4D25-B08D-CEA78D7706BD}" dt="2022-02-03T04:23:04.263" v="30"/>
          <ac:spMkLst>
            <pc:docMk/>
            <pc:sldMk cId="354491667" sldId="313"/>
            <ac:spMk id="21" creationId="{F4BE12AA-6FE1-4E69-A313-DF159A7EFCAC}"/>
          </ac:spMkLst>
        </pc:spChg>
        <pc:spChg chg="mod">
          <ac:chgData name="Mitra, Aritra" userId="c0528902-d414-4a78-8a62-a5dcc8d4eb67" providerId="ADAL" clId="{67074EC2-5347-4D25-B08D-CEA78D7706BD}" dt="2022-02-03T04:23:04.263" v="30"/>
          <ac:spMkLst>
            <pc:docMk/>
            <pc:sldMk cId="354491667" sldId="313"/>
            <ac:spMk id="22" creationId="{57445B35-6D5C-4EF8-8A1B-9C8D69E8B779}"/>
          </ac:spMkLst>
        </pc:spChg>
        <pc:spChg chg="add mod">
          <ac:chgData name="Mitra, Aritra" userId="c0528902-d414-4a78-8a62-a5dcc8d4eb67" providerId="ADAL" clId="{67074EC2-5347-4D25-B08D-CEA78D7706BD}" dt="2022-02-03T04:24:48.591" v="63" actId="1076"/>
          <ac:spMkLst>
            <pc:docMk/>
            <pc:sldMk cId="354491667" sldId="313"/>
            <ac:spMk id="24" creationId="{35FBA252-9C4C-41D5-B81A-F6BB6D0A7272}"/>
          </ac:spMkLst>
        </pc:spChg>
        <pc:spChg chg="add mod">
          <ac:chgData name="Mitra, Aritra" userId="c0528902-d414-4a78-8a62-a5dcc8d4eb67" providerId="ADAL" clId="{67074EC2-5347-4D25-B08D-CEA78D7706BD}" dt="2022-02-03T04:26:44.850" v="179" actId="1076"/>
          <ac:spMkLst>
            <pc:docMk/>
            <pc:sldMk cId="354491667" sldId="313"/>
            <ac:spMk id="25" creationId="{D78D7A30-71F5-4720-BC4B-40ED90611C3D}"/>
          </ac:spMkLst>
        </pc:spChg>
        <pc:spChg chg="add mod">
          <ac:chgData name="Mitra, Aritra" userId="c0528902-d414-4a78-8a62-a5dcc8d4eb67" providerId="ADAL" clId="{67074EC2-5347-4D25-B08D-CEA78D7706BD}" dt="2022-02-03T04:28:34.616" v="182" actId="1076"/>
          <ac:spMkLst>
            <pc:docMk/>
            <pc:sldMk cId="354491667" sldId="313"/>
            <ac:spMk id="27" creationId="{D443A577-DF97-4D8F-9498-0906D6B45ECD}"/>
          </ac:spMkLst>
        </pc:spChg>
        <pc:spChg chg="add mod">
          <ac:chgData name="Mitra, Aritra" userId="c0528902-d414-4a78-8a62-a5dcc8d4eb67" providerId="ADAL" clId="{67074EC2-5347-4D25-B08D-CEA78D7706BD}" dt="2022-02-03T04:28:59.504" v="184" actId="1076"/>
          <ac:spMkLst>
            <pc:docMk/>
            <pc:sldMk cId="354491667" sldId="313"/>
            <ac:spMk id="29" creationId="{AD0635B2-496B-4D91-958A-2A74BD891461}"/>
          </ac:spMkLst>
        </pc:spChg>
        <pc:spChg chg="add del mod">
          <ac:chgData name="Mitra, Aritra" userId="c0528902-d414-4a78-8a62-a5dcc8d4eb67" providerId="ADAL" clId="{67074EC2-5347-4D25-B08D-CEA78D7706BD}" dt="2022-02-03T04:31:33.344" v="190" actId="478"/>
          <ac:spMkLst>
            <pc:docMk/>
            <pc:sldMk cId="354491667" sldId="313"/>
            <ac:spMk id="32" creationId="{9CC94950-A115-4E0C-91CB-5CF7BDD2E8BD}"/>
          </ac:spMkLst>
        </pc:spChg>
        <pc:spChg chg="add mod">
          <ac:chgData name="Mitra, Aritra" userId="c0528902-d414-4a78-8a62-a5dcc8d4eb67" providerId="ADAL" clId="{67074EC2-5347-4D25-B08D-CEA78D7706BD}" dt="2022-02-03T04:35:25.098" v="338" actId="14100"/>
          <ac:spMkLst>
            <pc:docMk/>
            <pc:sldMk cId="354491667" sldId="313"/>
            <ac:spMk id="33" creationId="{B03ACA4D-A066-4E25-9341-A6BF286DAA41}"/>
          </ac:spMkLst>
        </pc:spChg>
        <pc:spChg chg="add mod">
          <ac:chgData name="Mitra, Aritra" userId="c0528902-d414-4a78-8a62-a5dcc8d4eb67" providerId="ADAL" clId="{67074EC2-5347-4D25-B08D-CEA78D7706BD}" dt="2022-02-03T05:55:32.398" v="2265"/>
          <ac:spMkLst>
            <pc:docMk/>
            <pc:sldMk cId="354491667" sldId="313"/>
            <ac:spMk id="34" creationId="{EA5835A5-3523-4B8D-8AD4-10F829406F61}"/>
          </ac:spMkLst>
        </pc:spChg>
        <pc:grpChg chg="add del mod">
          <ac:chgData name="Mitra, Aritra" userId="c0528902-d414-4a78-8a62-a5dcc8d4eb67" providerId="ADAL" clId="{67074EC2-5347-4D25-B08D-CEA78D7706BD}" dt="2022-02-03T04:23:02.889" v="29"/>
          <ac:grpSpMkLst>
            <pc:docMk/>
            <pc:sldMk cId="354491667" sldId="313"/>
            <ac:grpSpMk id="6" creationId="{70434A82-2662-4FD4-BD88-4F8E053268D3}"/>
          </ac:grpSpMkLst>
        </pc:grpChg>
        <pc:grpChg chg="mod">
          <ac:chgData name="Mitra, Aritra" userId="c0528902-d414-4a78-8a62-a5dcc8d4eb67" providerId="ADAL" clId="{67074EC2-5347-4D25-B08D-CEA78D7706BD}" dt="2022-02-03T04:22:55.708" v="26"/>
          <ac:grpSpMkLst>
            <pc:docMk/>
            <pc:sldMk cId="354491667" sldId="313"/>
            <ac:grpSpMk id="7" creationId="{CDEFA7C3-633C-4E4B-AB6C-2853A058581E}"/>
          </ac:grpSpMkLst>
        </pc:grpChg>
        <pc:grpChg chg="add mod">
          <ac:chgData name="Mitra, Aritra" userId="c0528902-d414-4a78-8a62-a5dcc8d4eb67" providerId="ADAL" clId="{67074EC2-5347-4D25-B08D-CEA78D7706BD}" dt="2022-02-03T04:23:41.523" v="34" actId="14100"/>
          <ac:grpSpMkLst>
            <pc:docMk/>
            <pc:sldMk cId="354491667" sldId="313"/>
            <ac:grpSpMk id="15" creationId="{C4FA55D6-BB22-4276-AB27-17D2A4EBC7B0}"/>
          </ac:grpSpMkLst>
        </pc:grpChg>
        <pc:grpChg chg="mod">
          <ac:chgData name="Mitra, Aritra" userId="c0528902-d414-4a78-8a62-a5dcc8d4eb67" providerId="ADAL" clId="{67074EC2-5347-4D25-B08D-CEA78D7706BD}" dt="2022-02-03T04:23:04.263" v="30"/>
          <ac:grpSpMkLst>
            <pc:docMk/>
            <pc:sldMk cId="354491667" sldId="313"/>
            <ac:grpSpMk id="16" creationId="{D8535A2F-B4BF-4869-A9AC-725EF700B11C}"/>
          </ac:grpSpMkLst>
        </pc:grpChg>
        <pc:graphicFrameChg chg="add del mod">
          <ac:chgData name="Mitra, Aritra" userId="c0528902-d414-4a78-8a62-a5dcc8d4eb67" providerId="ADAL" clId="{67074EC2-5347-4D25-B08D-CEA78D7706BD}" dt="2022-02-03T04:31:20.793" v="189" actId="478"/>
          <ac:graphicFrameMkLst>
            <pc:docMk/>
            <pc:sldMk cId="354491667" sldId="313"/>
            <ac:graphicFrameMk id="30" creationId="{A3F37749-FA46-4F2D-B426-375EB2A37784}"/>
          </ac:graphicFrameMkLst>
        </pc:graphicFrameChg>
        <pc:picChg chg="mod">
          <ac:chgData name="Mitra, Aritra" userId="c0528902-d414-4a78-8a62-a5dcc8d4eb67" providerId="ADAL" clId="{67074EC2-5347-4D25-B08D-CEA78D7706BD}" dt="2022-02-03T04:22:55.708" v="26"/>
          <ac:picMkLst>
            <pc:docMk/>
            <pc:sldMk cId="354491667" sldId="313"/>
            <ac:picMk id="14" creationId="{575FDD0D-9FF4-45C7-9EDF-C121DF30505C}"/>
          </ac:picMkLst>
        </pc:picChg>
        <pc:picChg chg="mod">
          <ac:chgData name="Mitra, Aritra" userId="c0528902-d414-4a78-8a62-a5dcc8d4eb67" providerId="ADAL" clId="{67074EC2-5347-4D25-B08D-CEA78D7706BD}" dt="2022-02-03T04:23:04.263" v="30"/>
          <ac:picMkLst>
            <pc:docMk/>
            <pc:sldMk cId="354491667" sldId="313"/>
            <ac:picMk id="23" creationId="{A1A3EAC2-6C48-4D52-B7A4-514AAA6FA738}"/>
          </ac:picMkLst>
        </pc:picChg>
        <pc:picChg chg="add mod">
          <ac:chgData name="Mitra, Aritra" userId="c0528902-d414-4a78-8a62-a5dcc8d4eb67" providerId="ADAL" clId="{67074EC2-5347-4D25-B08D-CEA78D7706BD}" dt="2022-02-03T04:28:34.616" v="182" actId="1076"/>
          <ac:picMkLst>
            <pc:docMk/>
            <pc:sldMk cId="354491667" sldId="313"/>
            <ac:picMk id="26" creationId="{CA2D98F6-E9BB-417A-9466-A068A1843AAB}"/>
          </ac:picMkLst>
        </pc:picChg>
        <pc:picChg chg="add mod">
          <ac:chgData name="Mitra, Aritra" userId="c0528902-d414-4a78-8a62-a5dcc8d4eb67" providerId="ADAL" clId="{67074EC2-5347-4D25-B08D-CEA78D7706BD}" dt="2022-02-03T04:28:42.143" v="183" actId="1076"/>
          <ac:picMkLst>
            <pc:docMk/>
            <pc:sldMk cId="354491667" sldId="313"/>
            <ac:picMk id="28" creationId="{D8C891B1-5676-4EB5-8651-A4DCC8C2B623}"/>
          </ac:picMkLst>
        </pc:picChg>
      </pc:sldChg>
      <pc:sldChg chg="addSp delSp modSp new mod">
        <pc:chgData name="Mitra, Aritra" userId="c0528902-d414-4a78-8a62-a5dcc8d4eb67" providerId="ADAL" clId="{67074EC2-5347-4D25-B08D-CEA78D7706BD}" dt="2022-02-03T05:46:27.306" v="2087" actId="20577"/>
        <pc:sldMkLst>
          <pc:docMk/>
          <pc:sldMk cId="132547152" sldId="314"/>
        </pc:sldMkLst>
        <pc:spChg chg="del mod">
          <ac:chgData name="Mitra, Aritra" userId="c0528902-d414-4a78-8a62-a5dcc8d4eb67" providerId="ADAL" clId="{67074EC2-5347-4D25-B08D-CEA78D7706BD}" dt="2022-02-03T04:41:20.883" v="389" actId="478"/>
          <ac:spMkLst>
            <pc:docMk/>
            <pc:sldMk cId="132547152" sldId="314"/>
            <ac:spMk id="2" creationId="{F6FC5C90-CB40-483C-B0C0-04E4E081A0AC}"/>
          </ac:spMkLst>
        </pc:spChg>
        <pc:spChg chg="del">
          <ac:chgData name="Mitra, Aritra" userId="c0528902-d414-4a78-8a62-a5dcc8d4eb67" providerId="ADAL" clId="{67074EC2-5347-4D25-B08D-CEA78D7706BD}" dt="2022-02-03T04:36:33.156" v="364" actId="478"/>
          <ac:spMkLst>
            <pc:docMk/>
            <pc:sldMk cId="132547152" sldId="314"/>
            <ac:spMk id="3" creationId="{3DDE80F4-57F1-4CBD-B47F-2F0931B1EC10}"/>
          </ac:spMkLst>
        </pc:spChg>
        <pc:spChg chg="add del mod">
          <ac:chgData name="Mitra, Aritra" userId="c0528902-d414-4a78-8a62-a5dcc8d4eb67" providerId="ADAL" clId="{67074EC2-5347-4D25-B08D-CEA78D7706BD}" dt="2022-02-03T04:41:23.832" v="390" actId="478"/>
          <ac:spMkLst>
            <pc:docMk/>
            <pc:sldMk cId="132547152" sldId="314"/>
            <ac:spMk id="20" creationId="{E16A207E-F836-440B-8C9A-D1C508A80D9D}"/>
          </ac:spMkLst>
        </pc:spChg>
        <pc:spChg chg="add mod">
          <ac:chgData name="Mitra, Aritra" userId="c0528902-d414-4a78-8a62-a5dcc8d4eb67" providerId="ADAL" clId="{67074EC2-5347-4D25-B08D-CEA78D7706BD}" dt="2022-02-03T05:42:48.747" v="2071" actId="207"/>
          <ac:spMkLst>
            <pc:docMk/>
            <pc:sldMk cId="132547152" sldId="314"/>
            <ac:spMk id="22" creationId="{3E854D9C-0075-4B63-9939-656FCBE9024F}"/>
          </ac:spMkLst>
        </pc:spChg>
        <pc:spChg chg="add mod">
          <ac:chgData name="Mitra, Aritra" userId="c0528902-d414-4a78-8a62-a5dcc8d4eb67" providerId="ADAL" clId="{67074EC2-5347-4D25-B08D-CEA78D7706BD}" dt="2022-02-03T05:45:19.144" v="2080" actId="207"/>
          <ac:spMkLst>
            <pc:docMk/>
            <pc:sldMk cId="132547152" sldId="314"/>
            <ac:spMk id="23" creationId="{26BBF3E9-017D-4E13-BF81-951046DE1343}"/>
          </ac:spMkLst>
        </pc:spChg>
        <pc:spChg chg="add del mod">
          <ac:chgData name="Mitra, Aritra" userId="c0528902-d414-4a78-8a62-a5dcc8d4eb67" providerId="ADAL" clId="{67074EC2-5347-4D25-B08D-CEA78D7706BD}" dt="2022-02-03T04:49:46.609" v="674"/>
          <ac:spMkLst>
            <pc:docMk/>
            <pc:sldMk cId="132547152" sldId="314"/>
            <ac:spMk id="25" creationId="{95191EE6-8395-462D-8D1A-6C0A3A2F47A3}"/>
          </ac:spMkLst>
        </pc:spChg>
        <pc:spChg chg="add mod">
          <ac:chgData name="Mitra, Aritra" userId="c0528902-d414-4a78-8a62-a5dcc8d4eb67" providerId="ADAL" clId="{67074EC2-5347-4D25-B08D-CEA78D7706BD}" dt="2022-02-03T05:15:46.416" v="1313" actId="1076"/>
          <ac:spMkLst>
            <pc:docMk/>
            <pc:sldMk cId="132547152" sldId="314"/>
            <ac:spMk id="26" creationId="{8054AD58-D644-4C27-88AA-70F19B66B5AB}"/>
          </ac:spMkLst>
        </pc:spChg>
        <pc:spChg chg="add mod">
          <ac:chgData name="Mitra, Aritra" userId="c0528902-d414-4a78-8a62-a5dcc8d4eb67" providerId="ADAL" clId="{67074EC2-5347-4D25-B08D-CEA78D7706BD}" dt="2022-02-03T05:45:11.332" v="2079" actId="207"/>
          <ac:spMkLst>
            <pc:docMk/>
            <pc:sldMk cId="132547152" sldId="314"/>
            <ac:spMk id="27" creationId="{D61A91A3-0972-4C42-9A5E-DB032EB9EE52}"/>
          </ac:spMkLst>
        </pc:spChg>
        <pc:spChg chg="add mod">
          <ac:chgData name="Mitra, Aritra" userId="c0528902-d414-4a78-8a62-a5dcc8d4eb67" providerId="ADAL" clId="{67074EC2-5347-4D25-B08D-CEA78D7706BD}" dt="2022-02-03T05:43:14.093" v="2072" actId="207"/>
          <ac:spMkLst>
            <pc:docMk/>
            <pc:sldMk cId="132547152" sldId="314"/>
            <ac:spMk id="28" creationId="{137F0EB3-470F-454C-88FB-D3C4ABE53086}"/>
          </ac:spMkLst>
        </pc:spChg>
        <pc:spChg chg="add mod">
          <ac:chgData name="Mitra, Aritra" userId="c0528902-d414-4a78-8a62-a5dcc8d4eb67" providerId="ADAL" clId="{67074EC2-5347-4D25-B08D-CEA78D7706BD}" dt="2022-02-03T05:45:02.807" v="2078" actId="207"/>
          <ac:spMkLst>
            <pc:docMk/>
            <pc:sldMk cId="132547152" sldId="314"/>
            <ac:spMk id="29" creationId="{1C64B649-BAB3-4000-9B4F-A4832F5B2B48}"/>
          </ac:spMkLst>
        </pc:spChg>
        <pc:spChg chg="add del mod">
          <ac:chgData name="Mitra, Aritra" userId="c0528902-d414-4a78-8a62-a5dcc8d4eb67" providerId="ADAL" clId="{67074EC2-5347-4D25-B08D-CEA78D7706BD}" dt="2022-02-03T05:17:44.398" v="1357" actId="478"/>
          <ac:spMkLst>
            <pc:docMk/>
            <pc:sldMk cId="132547152" sldId="314"/>
            <ac:spMk id="30" creationId="{49489275-F924-427A-95A0-4F9A27CC5352}"/>
          </ac:spMkLst>
        </pc:spChg>
        <pc:spChg chg="add mod">
          <ac:chgData name="Mitra, Aritra" userId="c0528902-d414-4a78-8a62-a5dcc8d4eb67" providerId="ADAL" clId="{67074EC2-5347-4D25-B08D-CEA78D7706BD}" dt="2022-02-03T05:46:27.306" v="2087" actId="20577"/>
          <ac:spMkLst>
            <pc:docMk/>
            <pc:sldMk cId="132547152" sldId="314"/>
            <ac:spMk id="33" creationId="{824009E4-8C0E-4EC8-9CB7-F25644568441}"/>
          </ac:spMkLst>
        </pc:spChg>
        <pc:spChg chg="add mod">
          <ac:chgData name="Mitra, Aritra" userId="c0528902-d414-4a78-8a62-a5dcc8d4eb67" providerId="ADAL" clId="{67074EC2-5347-4D25-B08D-CEA78D7706BD}" dt="2022-02-03T05:45:27.265" v="2081" actId="207"/>
          <ac:spMkLst>
            <pc:docMk/>
            <pc:sldMk cId="132547152" sldId="314"/>
            <ac:spMk id="34" creationId="{25916863-F16E-42A9-B8B9-B43D24C6307A}"/>
          </ac:spMkLst>
        </pc:spChg>
        <pc:spChg chg="add mod">
          <ac:chgData name="Mitra, Aritra" userId="c0528902-d414-4a78-8a62-a5dcc8d4eb67" providerId="ADAL" clId="{67074EC2-5347-4D25-B08D-CEA78D7706BD}" dt="2022-02-03T05:43:45.754" v="2074" actId="207"/>
          <ac:spMkLst>
            <pc:docMk/>
            <pc:sldMk cId="132547152" sldId="314"/>
            <ac:spMk id="36" creationId="{7C06539A-AF77-4CA3-A0C1-D316471E04BB}"/>
          </ac:spMkLst>
        </pc:spChg>
        <pc:picChg chg="add mod">
          <ac:chgData name="Mitra, Aritra" userId="c0528902-d414-4a78-8a62-a5dcc8d4eb67" providerId="ADAL" clId="{67074EC2-5347-4D25-B08D-CEA78D7706BD}" dt="2022-02-03T04:41:57.818" v="434" actId="1076"/>
          <ac:picMkLst>
            <pc:docMk/>
            <pc:sldMk cId="132547152" sldId="314"/>
            <ac:picMk id="18" creationId="{058577F0-9C5E-4116-9920-9BBF05931DBD}"/>
          </ac:picMkLst>
        </pc:picChg>
        <pc:picChg chg="add mod">
          <ac:chgData name="Mitra, Aritra" userId="c0528902-d414-4a78-8a62-a5dcc8d4eb67" providerId="ADAL" clId="{67074EC2-5347-4D25-B08D-CEA78D7706BD}" dt="2022-02-03T04:52:12.060" v="806" actId="1076"/>
          <ac:picMkLst>
            <pc:docMk/>
            <pc:sldMk cId="132547152" sldId="314"/>
            <ac:picMk id="24" creationId="{E62F6A35-09BE-4ECA-A0E5-55652620724D}"/>
          </ac:picMkLst>
        </pc:picChg>
        <pc:picChg chg="add mod">
          <ac:chgData name="Mitra, Aritra" userId="c0528902-d414-4a78-8a62-a5dcc8d4eb67" providerId="ADAL" clId="{67074EC2-5347-4D25-B08D-CEA78D7706BD}" dt="2022-02-03T05:35:46.549" v="1750" actId="1076"/>
          <ac:picMkLst>
            <pc:docMk/>
            <pc:sldMk cId="132547152" sldId="314"/>
            <ac:picMk id="32" creationId="{60B44301-36B4-424D-863B-0B897CD290EC}"/>
          </ac:picMkLst>
        </pc:picChg>
        <pc:picChg chg="add mod">
          <ac:chgData name="Mitra, Aritra" userId="c0528902-d414-4a78-8a62-a5dcc8d4eb67" providerId="ADAL" clId="{67074EC2-5347-4D25-B08D-CEA78D7706BD}" dt="2022-02-03T05:38:31.681" v="1794" actId="1076"/>
          <ac:picMkLst>
            <pc:docMk/>
            <pc:sldMk cId="132547152" sldId="314"/>
            <ac:picMk id="35" creationId="{5F578BAF-157E-4D9C-9C1E-8CC5447928A1}"/>
          </ac:picMkLst>
        </pc:picChg>
        <pc:cxnChg chg="add del mod">
          <ac:chgData name="Mitra, Aritra" userId="c0528902-d414-4a78-8a62-a5dcc8d4eb67" providerId="ADAL" clId="{67074EC2-5347-4D25-B08D-CEA78D7706BD}" dt="2022-02-03T05:45:45.098" v="2083" actId="478"/>
          <ac:cxnSpMkLst>
            <pc:docMk/>
            <pc:sldMk cId="132547152" sldId="314"/>
            <ac:cxnSpMk id="5" creationId="{0749489C-25AC-40F7-997B-C336492AFBD5}"/>
          </ac:cxnSpMkLst>
        </pc:cxnChg>
        <pc:cxnChg chg="add del mod">
          <ac:chgData name="Mitra, Aritra" userId="c0528902-d414-4a78-8a62-a5dcc8d4eb67" providerId="ADAL" clId="{67074EC2-5347-4D25-B08D-CEA78D7706BD}" dt="2022-02-03T05:45:45.098" v="2083" actId="478"/>
          <ac:cxnSpMkLst>
            <pc:docMk/>
            <pc:sldMk cId="132547152" sldId="314"/>
            <ac:cxnSpMk id="7" creationId="{0B7AE4F6-3CE7-45C0-BA5C-DB22FC785A74}"/>
          </ac:cxnSpMkLst>
        </pc:cxnChg>
      </pc:sldChg>
      <pc:sldChg chg="modSp new del mod">
        <pc:chgData name="Mitra, Aritra" userId="c0528902-d414-4a78-8a62-a5dcc8d4eb67" providerId="ADAL" clId="{67074EC2-5347-4D25-B08D-CEA78D7706BD}" dt="2022-02-03T05:59:49.353" v="2311" actId="47"/>
        <pc:sldMkLst>
          <pc:docMk/>
          <pc:sldMk cId="2481850584" sldId="315"/>
        </pc:sldMkLst>
        <pc:spChg chg="mod">
          <ac:chgData name="Mitra, Aritra" userId="c0528902-d414-4a78-8a62-a5dcc8d4eb67" providerId="ADAL" clId="{67074EC2-5347-4D25-B08D-CEA78D7706BD}" dt="2022-02-03T04:43:06.058" v="554" actId="14100"/>
          <ac:spMkLst>
            <pc:docMk/>
            <pc:sldMk cId="2481850584" sldId="315"/>
            <ac:spMk id="3" creationId="{62688A9F-0245-457F-BAD9-1E30A10CDE43}"/>
          </ac:spMkLst>
        </pc:spChg>
      </pc:sldChg>
      <pc:sldChg chg="addSp delSp modSp add mod">
        <pc:chgData name="Mitra, Aritra" userId="c0528902-d414-4a78-8a62-a5dcc8d4eb67" providerId="ADAL" clId="{67074EC2-5347-4D25-B08D-CEA78D7706BD}" dt="2022-02-03T15:38:24.786" v="2989" actId="14100"/>
        <pc:sldMkLst>
          <pc:docMk/>
          <pc:sldMk cId="3096190466" sldId="316"/>
        </pc:sldMkLst>
        <pc:spChg chg="mod">
          <ac:chgData name="Mitra, Aritra" userId="c0528902-d414-4a78-8a62-a5dcc8d4eb67" providerId="ADAL" clId="{67074EC2-5347-4D25-B08D-CEA78D7706BD}" dt="2022-02-03T05:56:25.124" v="2301" actId="1037"/>
          <ac:spMkLst>
            <pc:docMk/>
            <pc:sldMk cId="3096190466" sldId="316"/>
            <ac:spMk id="27" creationId="{D443A577-DF97-4D8F-9498-0906D6B45ECD}"/>
          </ac:spMkLst>
        </pc:spChg>
        <pc:spChg chg="mod">
          <ac:chgData name="Mitra, Aritra" userId="c0528902-d414-4a78-8a62-a5dcc8d4eb67" providerId="ADAL" clId="{67074EC2-5347-4D25-B08D-CEA78D7706BD}" dt="2022-02-03T05:56:33.437" v="2308" actId="1037"/>
          <ac:spMkLst>
            <pc:docMk/>
            <pc:sldMk cId="3096190466" sldId="316"/>
            <ac:spMk id="29" creationId="{AD0635B2-496B-4D91-958A-2A74BD891461}"/>
          </ac:spMkLst>
        </pc:spChg>
        <pc:spChg chg="add mod">
          <ac:chgData name="Mitra, Aritra" userId="c0528902-d414-4a78-8a62-a5dcc8d4eb67" providerId="ADAL" clId="{67074EC2-5347-4D25-B08D-CEA78D7706BD}" dt="2022-02-03T15:38:24.786" v="2989" actId="14100"/>
          <ac:spMkLst>
            <pc:docMk/>
            <pc:sldMk cId="3096190466" sldId="316"/>
            <ac:spMk id="30" creationId="{3B54F58B-FDD6-45C9-8446-262F8F5CCBD0}"/>
          </ac:spMkLst>
        </pc:spChg>
        <pc:spChg chg="del">
          <ac:chgData name="Mitra, Aritra" userId="c0528902-d414-4a78-8a62-a5dcc8d4eb67" providerId="ADAL" clId="{67074EC2-5347-4D25-B08D-CEA78D7706BD}" dt="2022-02-03T05:54:10.684" v="2090" actId="478"/>
          <ac:spMkLst>
            <pc:docMk/>
            <pc:sldMk cId="3096190466" sldId="316"/>
            <ac:spMk id="33" creationId="{B03ACA4D-A066-4E25-9341-A6BF286DAA41}"/>
          </ac:spMkLst>
        </pc:spChg>
        <pc:spChg chg="del mod">
          <ac:chgData name="Mitra, Aritra" userId="c0528902-d414-4a78-8a62-a5dcc8d4eb67" providerId="ADAL" clId="{67074EC2-5347-4D25-B08D-CEA78D7706BD}" dt="2022-02-03T05:54:14.367" v="2091" actId="478"/>
          <ac:spMkLst>
            <pc:docMk/>
            <pc:sldMk cId="3096190466" sldId="316"/>
            <ac:spMk id="34" creationId="{EA5835A5-3523-4B8D-8AD4-10F829406F61}"/>
          </ac:spMkLst>
        </pc:spChg>
        <pc:picChg chg="mod">
          <ac:chgData name="Mitra, Aritra" userId="c0528902-d414-4a78-8a62-a5dcc8d4eb67" providerId="ADAL" clId="{67074EC2-5347-4D25-B08D-CEA78D7706BD}" dt="2022-02-03T05:56:25.124" v="2301" actId="1037"/>
          <ac:picMkLst>
            <pc:docMk/>
            <pc:sldMk cId="3096190466" sldId="316"/>
            <ac:picMk id="26" creationId="{CA2D98F6-E9BB-417A-9466-A068A1843AAB}"/>
          </ac:picMkLst>
        </pc:picChg>
        <pc:picChg chg="mod">
          <ac:chgData name="Mitra, Aritra" userId="c0528902-d414-4a78-8a62-a5dcc8d4eb67" providerId="ADAL" clId="{67074EC2-5347-4D25-B08D-CEA78D7706BD}" dt="2022-02-03T05:56:25.124" v="2301" actId="1037"/>
          <ac:picMkLst>
            <pc:docMk/>
            <pc:sldMk cId="3096190466" sldId="316"/>
            <ac:picMk id="28" creationId="{D8C891B1-5676-4EB5-8651-A4DCC8C2B623}"/>
          </ac:picMkLst>
        </pc:picChg>
      </pc:sldChg>
      <pc:sldChg chg="modSp new mod">
        <pc:chgData name="Mitra, Aritra" userId="c0528902-d414-4a78-8a62-a5dcc8d4eb67" providerId="ADAL" clId="{67074EC2-5347-4D25-B08D-CEA78D7706BD}" dt="2022-02-03T07:18:51.239" v="2987" actId="20577"/>
        <pc:sldMkLst>
          <pc:docMk/>
          <pc:sldMk cId="3582558461" sldId="317"/>
        </pc:sldMkLst>
        <pc:spChg chg="mod">
          <ac:chgData name="Mitra, Aritra" userId="c0528902-d414-4a78-8a62-a5dcc8d4eb67" providerId="ADAL" clId="{67074EC2-5347-4D25-B08D-CEA78D7706BD}" dt="2022-02-03T07:05:51.873" v="2370" actId="20577"/>
          <ac:spMkLst>
            <pc:docMk/>
            <pc:sldMk cId="3582558461" sldId="317"/>
            <ac:spMk id="2" creationId="{E64BBFE8-4D84-4FA2-B151-C8669553E435}"/>
          </ac:spMkLst>
        </pc:spChg>
        <pc:spChg chg="mod">
          <ac:chgData name="Mitra, Aritra" userId="c0528902-d414-4a78-8a62-a5dcc8d4eb67" providerId="ADAL" clId="{67074EC2-5347-4D25-B08D-CEA78D7706BD}" dt="2022-02-03T07:18:51.239" v="2987" actId="20577"/>
          <ac:spMkLst>
            <pc:docMk/>
            <pc:sldMk cId="3582558461" sldId="317"/>
            <ac:spMk id="3" creationId="{02D8397E-BA05-4E63-8C40-22B79D1D7F53}"/>
          </ac:spMkLst>
        </pc:spChg>
      </pc:sldChg>
      <pc:sldChg chg="addSp delSp modSp add del mod">
        <pc:chgData name="Mitra, Aritra" userId="c0528902-d414-4a78-8a62-a5dcc8d4eb67" providerId="ADAL" clId="{67074EC2-5347-4D25-B08D-CEA78D7706BD}" dt="2022-02-03T15:59:53.525" v="3514" actId="47"/>
        <pc:sldMkLst>
          <pc:docMk/>
          <pc:sldMk cId="3291541969" sldId="318"/>
        </pc:sldMkLst>
        <pc:spChg chg="add del mod">
          <ac:chgData name="Mitra, Aritra" userId="c0528902-d414-4a78-8a62-a5dcc8d4eb67" providerId="ADAL" clId="{67074EC2-5347-4D25-B08D-CEA78D7706BD}" dt="2022-02-03T15:41:57.583" v="2993" actId="478"/>
          <ac:spMkLst>
            <pc:docMk/>
            <pc:sldMk cId="3291541969" sldId="318"/>
            <ac:spMk id="4" creationId="{4A514141-EDAB-4F0C-B74D-DFFA672B75C1}"/>
          </ac:spMkLst>
        </pc:spChg>
        <pc:spChg chg="del">
          <ac:chgData name="Mitra, Aritra" userId="c0528902-d414-4a78-8a62-a5dcc8d4eb67" providerId="ADAL" clId="{67074EC2-5347-4D25-B08D-CEA78D7706BD}" dt="2022-02-03T15:41:49.981" v="2991" actId="478"/>
          <ac:spMkLst>
            <pc:docMk/>
            <pc:sldMk cId="3291541969" sldId="318"/>
            <ac:spMk id="6" creationId="{DDE59E9C-06C8-4AA4-9FD3-0045FC4C6005}"/>
          </ac:spMkLst>
        </pc:spChg>
        <pc:spChg chg="del">
          <ac:chgData name="Mitra, Aritra" userId="c0528902-d414-4a78-8a62-a5dcc8d4eb67" providerId="ADAL" clId="{67074EC2-5347-4D25-B08D-CEA78D7706BD}" dt="2022-02-03T15:41:54.113" v="2992" actId="478"/>
          <ac:spMkLst>
            <pc:docMk/>
            <pc:sldMk cId="3291541969" sldId="318"/>
            <ac:spMk id="7" creationId="{CE10DC4F-DFD4-4734-A31C-3CC5B06942A8}"/>
          </ac:spMkLst>
        </pc:spChg>
        <pc:spChg chg="add mod">
          <ac:chgData name="Mitra, Aritra" userId="c0528902-d414-4a78-8a62-a5dcc8d4eb67" providerId="ADAL" clId="{67074EC2-5347-4D25-B08D-CEA78D7706BD}" dt="2022-02-03T15:59:06.858" v="3513" actId="1076"/>
          <ac:spMkLst>
            <pc:docMk/>
            <pc:sldMk cId="3291541969" sldId="318"/>
            <ac:spMk id="10" creationId="{FF2162E0-CEA9-48CA-87AA-4C6B80E8D2B9}"/>
          </ac:spMkLst>
        </pc:spChg>
        <pc:spChg chg="mod">
          <ac:chgData name="Mitra, Aritra" userId="c0528902-d414-4a78-8a62-a5dcc8d4eb67" providerId="ADAL" clId="{67074EC2-5347-4D25-B08D-CEA78D7706BD}" dt="2022-02-03T15:48:28.885" v="3181"/>
          <ac:spMkLst>
            <pc:docMk/>
            <pc:sldMk cId="3291541969" sldId="318"/>
            <ac:spMk id="13" creationId="{301AD4D8-F3D9-4773-98FD-DEE172BEBA61}"/>
          </ac:spMkLst>
        </pc:spChg>
        <pc:spChg chg="mod">
          <ac:chgData name="Mitra, Aritra" userId="c0528902-d414-4a78-8a62-a5dcc8d4eb67" providerId="ADAL" clId="{67074EC2-5347-4D25-B08D-CEA78D7706BD}" dt="2022-02-03T15:51:17.480" v="3200" actId="1036"/>
          <ac:spMkLst>
            <pc:docMk/>
            <pc:sldMk cId="3291541969" sldId="318"/>
            <ac:spMk id="14" creationId="{FB83A44E-71F2-45E1-8EBC-D0F6DFD18F2A}"/>
          </ac:spMkLst>
        </pc:spChg>
        <pc:spChg chg="mod">
          <ac:chgData name="Mitra, Aritra" userId="c0528902-d414-4a78-8a62-a5dcc8d4eb67" providerId="ADAL" clId="{67074EC2-5347-4D25-B08D-CEA78D7706BD}" dt="2022-02-03T15:49:08.055" v="3187" actId="255"/>
          <ac:spMkLst>
            <pc:docMk/>
            <pc:sldMk cId="3291541969" sldId="318"/>
            <ac:spMk id="15" creationId="{98E9479C-0F42-4981-BA75-A0E7F8FBE976}"/>
          </ac:spMkLst>
        </pc:spChg>
        <pc:spChg chg="mod">
          <ac:chgData name="Mitra, Aritra" userId="c0528902-d414-4a78-8a62-a5dcc8d4eb67" providerId="ADAL" clId="{67074EC2-5347-4D25-B08D-CEA78D7706BD}" dt="2022-02-03T15:48:28.885" v="3181"/>
          <ac:spMkLst>
            <pc:docMk/>
            <pc:sldMk cId="3291541969" sldId="318"/>
            <ac:spMk id="16" creationId="{48B37918-BD9F-48EB-91A7-916DD8F41645}"/>
          </ac:spMkLst>
        </pc:spChg>
        <pc:spChg chg="mod">
          <ac:chgData name="Mitra, Aritra" userId="c0528902-d414-4a78-8a62-a5dcc8d4eb67" providerId="ADAL" clId="{67074EC2-5347-4D25-B08D-CEA78D7706BD}" dt="2022-02-03T15:49:18.239" v="3188" actId="1076"/>
          <ac:spMkLst>
            <pc:docMk/>
            <pc:sldMk cId="3291541969" sldId="318"/>
            <ac:spMk id="17" creationId="{6990E104-0BDB-4D14-8DAC-3EA83665C1D1}"/>
          </ac:spMkLst>
        </pc:spChg>
        <pc:spChg chg="add mod">
          <ac:chgData name="Mitra, Aritra" userId="c0528902-d414-4a78-8a62-a5dcc8d4eb67" providerId="ADAL" clId="{67074EC2-5347-4D25-B08D-CEA78D7706BD}" dt="2022-02-03T15:58:00.932" v="3461" actId="164"/>
          <ac:spMkLst>
            <pc:docMk/>
            <pc:sldMk cId="3291541969" sldId="318"/>
            <ac:spMk id="23" creationId="{7EEB5567-2A95-42A4-A08C-8182FFFD4BB6}"/>
          </ac:spMkLst>
        </pc:spChg>
        <pc:spChg chg="add mod">
          <ac:chgData name="Mitra, Aritra" userId="c0528902-d414-4a78-8a62-a5dcc8d4eb67" providerId="ADAL" clId="{67074EC2-5347-4D25-B08D-CEA78D7706BD}" dt="2022-02-03T15:58:00.932" v="3461" actId="164"/>
          <ac:spMkLst>
            <pc:docMk/>
            <pc:sldMk cId="3291541969" sldId="318"/>
            <ac:spMk id="24" creationId="{0E90D7AE-F8D3-430F-8319-18CD93F99262}"/>
          </ac:spMkLst>
        </pc:spChg>
        <pc:spChg chg="add mod">
          <ac:chgData name="Mitra, Aritra" userId="c0528902-d414-4a78-8a62-a5dcc8d4eb67" providerId="ADAL" clId="{67074EC2-5347-4D25-B08D-CEA78D7706BD}" dt="2022-02-03T15:58:52.321" v="3493" actId="1038"/>
          <ac:spMkLst>
            <pc:docMk/>
            <pc:sldMk cId="3291541969" sldId="318"/>
            <ac:spMk id="42" creationId="{E54B846F-AB77-4967-9637-12643DED7EB4}"/>
          </ac:spMkLst>
        </pc:spChg>
        <pc:grpChg chg="add mod">
          <ac:chgData name="Mitra, Aritra" userId="c0528902-d414-4a78-8a62-a5dcc8d4eb67" providerId="ADAL" clId="{67074EC2-5347-4D25-B08D-CEA78D7706BD}" dt="2022-02-03T15:58:00.932" v="3461" actId="164"/>
          <ac:grpSpMkLst>
            <pc:docMk/>
            <pc:sldMk cId="3291541969" sldId="318"/>
            <ac:grpSpMk id="11" creationId="{A87C06A3-E3E3-4ADB-9D86-FDAF6198D685}"/>
          </ac:grpSpMkLst>
        </pc:grpChg>
        <pc:grpChg chg="add mod">
          <ac:chgData name="Mitra, Aritra" userId="c0528902-d414-4a78-8a62-a5dcc8d4eb67" providerId="ADAL" clId="{67074EC2-5347-4D25-B08D-CEA78D7706BD}" dt="2022-02-03T15:59:00.882" v="3512" actId="1038"/>
          <ac:grpSpMkLst>
            <pc:docMk/>
            <pc:sldMk cId="3291541969" sldId="318"/>
            <ac:grpSpMk id="43" creationId="{D7AED2CF-3258-426D-A6B0-49F2B1964506}"/>
          </ac:grpSpMkLst>
        </pc:grpChg>
        <pc:picChg chg="add mod">
          <ac:chgData name="Mitra, Aritra" userId="c0528902-d414-4a78-8a62-a5dcc8d4eb67" providerId="ADAL" clId="{67074EC2-5347-4D25-B08D-CEA78D7706BD}" dt="2022-02-03T15:57:20.847" v="3456" actId="1036"/>
          <ac:picMkLst>
            <pc:docMk/>
            <pc:sldMk cId="3291541969" sldId="318"/>
            <ac:picMk id="8" creationId="{2D008BB4-95DE-477C-93E1-847CF6A358A9}"/>
          </ac:picMkLst>
        </pc:picChg>
        <pc:picChg chg="add mod">
          <ac:chgData name="Mitra, Aritra" userId="c0528902-d414-4a78-8a62-a5dcc8d4eb67" providerId="ADAL" clId="{67074EC2-5347-4D25-B08D-CEA78D7706BD}" dt="2022-02-03T15:57:20.847" v="3456" actId="1036"/>
          <ac:picMkLst>
            <pc:docMk/>
            <pc:sldMk cId="3291541969" sldId="318"/>
            <ac:picMk id="9" creationId="{BBB0D531-3245-4C0C-88F7-9A2D227DEB37}"/>
          </ac:picMkLst>
        </pc:picChg>
        <pc:picChg chg="mod">
          <ac:chgData name="Mitra, Aritra" userId="c0528902-d414-4a78-8a62-a5dcc8d4eb67" providerId="ADAL" clId="{67074EC2-5347-4D25-B08D-CEA78D7706BD}" dt="2022-02-03T15:48:28.885" v="3181"/>
          <ac:picMkLst>
            <pc:docMk/>
            <pc:sldMk cId="3291541969" sldId="318"/>
            <ac:picMk id="12" creationId="{37E5D6A0-C0A6-460A-8CA7-3AEBCC4302EC}"/>
          </ac:picMkLst>
        </pc:picChg>
        <pc:picChg chg="mod">
          <ac:chgData name="Mitra, Aritra" userId="c0528902-d414-4a78-8a62-a5dcc8d4eb67" providerId="ADAL" clId="{67074EC2-5347-4D25-B08D-CEA78D7706BD}" dt="2022-02-03T15:48:28.885" v="3181"/>
          <ac:picMkLst>
            <pc:docMk/>
            <pc:sldMk cId="3291541969" sldId="318"/>
            <ac:picMk id="21" creationId="{7B9FE694-2C4A-4D4B-957D-6AE1D7B5F8F7}"/>
          </ac:picMkLst>
        </pc:picChg>
        <pc:picChg chg="mod">
          <ac:chgData name="Mitra, Aritra" userId="c0528902-d414-4a78-8a62-a5dcc8d4eb67" providerId="ADAL" clId="{67074EC2-5347-4D25-B08D-CEA78D7706BD}" dt="2022-02-03T15:48:28.885" v="3181"/>
          <ac:picMkLst>
            <pc:docMk/>
            <pc:sldMk cId="3291541969" sldId="318"/>
            <ac:picMk id="22" creationId="{0D5A4888-3181-435C-A7D8-B0E1C9D1B613}"/>
          </ac:picMkLst>
        </pc:picChg>
        <pc:cxnChg chg="mod">
          <ac:chgData name="Mitra, Aritra" userId="c0528902-d414-4a78-8a62-a5dcc8d4eb67" providerId="ADAL" clId="{67074EC2-5347-4D25-B08D-CEA78D7706BD}" dt="2022-02-03T15:48:28.885" v="3181"/>
          <ac:cxnSpMkLst>
            <pc:docMk/>
            <pc:sldMk cId="3291541969" sldId="318"/>
            <ac:cxnSpMk id="18" creationId="{D6BA6D0D-60F0-4677-A7DB-C0AC59828718}"/>
          </ac:cxnSpMkLst>
        </pc:cxnChg>
        <pc:cxnChg chg="mod">
          <ac:chgData name="Mitra, Aritra" userId="c0528902-d414-4a78-8a62-a5dcc8d4eb67" providerId="ADAL" clId="{67074EC2-5347-4D25-B08D-CEA78D7706BD}" dt="2022-02-03T15:54:29.163" v="3269" actId="1035"/>
          <ac:cxnSpMkLst>
            <pc:docMk/>
            <pc:sldMk cId="3291541969" sldId="318"/>
            <ac:cxnSpMk id="19" creationId="{01ADF235-5FA6-4637-9BA4-66A431B4BA5B}"/>
          </ac:cxnSpMkLst>
        </pc:cxnChg>
        <pc:cxnChg chg="mod">
          <ac:chgData name="Mitra, Aritra" userId="c0528902-d414-4a78-8a62-a5dcc8d4eb67" providerId="ADAL" clId="{67074EC2-5347-4D25-B08D-CEA78D7706BD}" dt="2022-02-03T15:48:28.885" v="3181"/>
          <ac:cxnSpMkLst>
            <pc:docMk/>
            <pc:sldMk cId="3291541969" sldId="318"/>
            <ac:cxnSpMk id="20" creationId="{D796EB9D-20E4-42F0-9432-C7AA8392F9AA}"/>
          </ac:cxnSpMkLst>
        </pc:cxnChg>
        <pc:cxnChg chg="add mod">
          <ac:chgData name="Mitra, Aritra" userId="c0528902-d414-4a78-8a62-a5dcc8d4eb67" providerId="ADAL" clId="{67074EC2-5347-4D25-B08D-CEA78D7706BD}" dt="2022-02-03T15:58:00.932" v="3461" actId="164"/>
          <ac:cxnSpMkLst>
            <pc:docMk/>
            <pc:sldMk cId="3291541969" sldId="318"/>
            <ac:cxnSpMk id="26" creationId="{25D973C8-9EB0-4513-AB07-7B18BD667BCA}"/>
          </ac:cxnSpMkLst>
        </pc:cxnChg>
        <pc:cxnChg chg="add mod">
          <ac:chgData name="Mitra, Aritra" userId="c0528902-d414-4a78-8a62-a5dcc8d4eb67" providerId="ADAL" clId="{67074EC2-5347-4D25-B08D-CEA78D7706BD}" dt="2022-02-03T15:58:00.932" v="3461" actId="164"/>
          <ac:cxnSpMkLst>
            <pc:docMk/>
            <pc:sldMk cId="3291541969" sldId="318"/>
            <ac:cxnSpMk id="30" creationId="{3D370B17-704E-4132-9AC7-8B70D11EF062}"/>
          </ac:cxnSpMkLst>
        </pc:cxnChg>
      </pc:sldChg>
      <pc:sldChg chg="addSp delSp modSp add del mod">
        <pc:chgData name="Mitra, Aritra" userId="c0528902-d414-4a78-8a62-a5dcc8d4eb67" providerId="ADAL" clId="{67074EC2-5347-4D25-B08D-CEA78D7706BD}" dt="2022-02-03T04:27:11.128" v="180" actId="47"/>
        <pc:sldMkLst>
          <pc:docMk/>
          <pc:sldMk cId="1847139883" sldId="320"/>
        </pc:sldMkLst>
        <pc:spChg chg="add del mod">
          <ac:chgData name="Mitra, Aritra" userId="c0528902-d414-4a78-8a62-a5dcc8d4eb67" providerId="ADAL" clId="{67074EC2-5347-4D25-B08D-CEA78D7706BD}" dt="2022-02-03T04:22:20.504" v="23" actId="478"/>
          <ac:spMkLst>
            <pc:docMk/>
            <pc:sldMk cId="1847139883" sldId="320"/>
            <ac:spMk id="8" creationId="{F4A8F325-07AE-4D40-A65E-0CED56819AD1}"/>
          </ac:spMkLst>
        </pc:spChg>
        <pc:spChg chg="mod">
          <ac:chgData name="Mitra, Aritra" userId="c0528902-d414-4a78-8a62-a5dcc8d4eb67" providerId="ADAL" clId="{67074EC2-5347-4D25-B08D-CEA78D7706BD}" dt="2022-02-03T04:22:44.490" v="25" actId="164"/>
          <ac:spMkLst>
            <pc:docMk/>
            <pc:sldMk cId="1847139883" sldId="320"/>
            <ac:spMk id="11" creationId="{DC6ED2F9-8E35-4D26-87EB-4E23E6EB3A01}"/>
          </ac:spMkLst>
        </pc:spChg>
        <pc:spChg chg="mod">
          <ac:chgData name="Mitra, Aritra" userId="c0528902-d414-4a78-8a62-a5dcc8d4eb67" providerId="ADAL" clId="{67074EC2-5347-4D25-B08D-CEA78D7706BD}" dt="2022-02-03T04:22:44.490" v="25" actId="164"/>
          <ac:spMkLst>
            <pc:docMk/>
            <pc:sldMk cId="1847139883" sldId="320"/>
            <ac:spMk id="12" creationId="{60B4E7EF-636F-4B3A-A539-6DF054DAA282}"/>
          </ac:spMkLst>
        </pc:spChg>
        <pc:spChg chg="del">
          <ac:chgData name="Mitra, Aritra" userId="c0528902-d414-4a78-8a62-a5dcc8d4eb67" providerId="ADAL" clId="{67074EC2-5347-4D25-B08D-CEA78D7706BD}" dt="2022-02-03T04:22:10.536" v="22" actId="478"/>
          <ac:spMkLst>
            <pc:docMk/>
            <pc:sldMk cId="1847139883" sldId="320"/>
            <ac:spMk id="14" creationId="{097FEA6A-7A82-4B6C-8297-6217604F6573}"/>
          </ac:spMkLst>
        </pc:spChg>
        <pc:spChg chg="del">
          <ac:chgData name="Mitra, Aritra" userId="c0528902-d414-4a78-8a62-a5dcc8d4eb67" providerId="ADAL" clId="{67074EC2-5347-4D25-B08D-CEA78D7706BD}" dt="2022-02-03T04:22:26.869" v="24" actId="478"/>
          <ac:spMkLst>
            <pc:docMk/>
            <pc:sldMk cId="1847139883" sldId="320"/>
            <ac:spMk id="15" creationId="{C3B25FCE-16F1-4804-B2DB-F3083B030F95}"/>
          </ac:spMkLst>
        </pc:spChg>
        <pc:spChg chg="del">
          <ac:chgData name="Mitra, Aritra" userId="c0528902-d414-4a78-8a62-a5dcc8d4eb67" providerId="ADAL" clId="{67074EC2-5347-4D25-B08D-CEA78D7706BD}" dt="2022-02-03T04:22:26.869" v="24" actId="478"/>
          <ac:spMkLst>
            <pc:docMk/>
            <pc:sldMk cId="1847139883" sldId="320"/>
            <ac:spMk id="16" creationId="{CC3B39D8-D234-4534-81D6-F3C36035463E}"/>
          </ac:spMkLst>
        </pc:spChg>
        <pc:spChg chg="del">
          <ac:chgData name="Mitra, Aritra" userId="c0528902-d414-4a78-8a62-a5dcc8d4eb67" providerId="ADAL" clId="{67074EC2-5347-4D25-B08D-CEA78D7706BD}" dt="2022-02-03T04:22:26.869" v="24" actId="478"/>
          <ac:spMkLst>
            <pc:docMk/>
            <pc:sldMk cId="1847139883" sldId="320"/>
            <ac:spMk id="17" creationId="{4703564D-DADC-4F91-BBEE-0A6BCEB4CC22}"/>
          </ac:spMkLst>
        </pc:spChg>
        <pc:spChg chg="del">
          <ac:chgData name="Mitra, Aritra" userId="c0528902-d414-4a78-8a62-a5dcc8d4eb67" providerId="ADAL" clId="{67074EC2-5347-4D25-B08D-CEA78D7706BD}" dt="2022-02-03T04:22:26.869" v="24" actId="478"/>
          <ac:spMkLst>
            <pc:docMk/>
            <pc:sldMk cId="1847139883" sldId="320"/>
            <ac:spMk id="18" creationId="{03E06C6B-66C7-4971-8DE5-F3C0CCEDEC3B}"/>
          </ac:spMkLst>
        </pc:spChg>
        <pc:spChg chg="del">
          <ac:chgData name="Mitra, Aritra" userId="c0528902-d414-4a78-8a62-a5dcc8d4eb67" providerId="ADAL" clId="{67074EC2-5347-4D25-B08D-CEA78D7706BD}" dt="2022-02-03T04:22:26.869" v="24" actId="478"/>
          <ac:spMkLst>
            <pc:docMk/>
            <pc:sldMk cId="1847139883" sldId="320"/>
            <ac:spMk id="19" creationId="{99943F5F-7BB2-48AA-903B-F0E9469039AC}"/>
          </ac:spMkLst>
        </pc:spChg>
        <pc:grpChg chg="mod">
          <ac:chgData name="Mitra, Aritra" userId="c0528902-d414-4a78-8a62-a5dcc8d4eb67" providerId="ADAL" clId="{67074EC2-5347-4D25-B08D-CEA78D7706BD}" dt="2022-02-03T04:22:44.490" v="25" actId="164"/>
          <ac:grpSpMkLst>
            <pc:docMk/>
            <pc:sldMk cId="1847139883" sldId="320"/>
            <ac:grpSpMk id="10" creationId="{A8AB1213-98A3-4B53-B34F-369911DC2F36}"/>
          </ac:grpSpMkLst>
        </pc:grpChg>
        <pc:grpChg chg="add mod">
          <ac:chgData name="Mitra, Aritra" userId="c0528902-d414-4a78-8a62-a5dcc8d4eb67" providerId="ADAL" clId="{67074EC2-5347-4D25-B08D-CEA78D7706BD}" dt="2022-02-03T04:22:44.490" v="25" actId="164"/>
          <ac:grpSpMkLst>
            <pc:docMk/>
            <pc:sldMk cId="1847139883" sldId="320"/>
            <ac:grpSpMk id="20" creationId="{83A53600-645B-4C93-A97F-25F9B906D04A}"/>
          </ac:grpSpMkLst>
        </pc:grpChg>
      </pc:sldChg>
    </pc:docChg>
  </pc:docChgLst>
  <pc:docChgLst>
    <pc:chgData name="Aritra Mitra" userId="ed282abb-f77d-4912-ae2d-92fef056a80d" providerId="ADAL" clId="{F4C7DE76-A646-4A03-9797-9AE16C24D0A1}"/>
    <pc:docChg chg="undo custSel addSld delSld modSld sldOrd modMainMaster modSection">
      <pc:chgData name="Aritra Mitra" userId="ed282abb-f77d-4912-ae2d-92fef056a80d" providerId="ADAL" clId="{F4C7DE76-A646-4A03-9797-9AE16C24D0A1}" dt="2020-01-16T16:16:22.845" v="7863" actId="20577"/>
      <pc:docMkLst>
        <pc:docMk/>
      </pc:docMkLst>
      <pc:sldChg chg="delSp modSp add modAnim">
        <pc:chgData name="Aritra Mitra" userId="ed282abb-f77d-4912-ae2d-92fef056a80d" providerId="ADAL" clId="{F4C7DE76-A646-4A03-9797-9AE16C24D0A1}" dt="2020-01-14T06:40:48.406" v="2999"/>
        <pc:sldMkLst>
          <pc:docMk/>
          <pc:sldMk cId="192811409" sldId="275"/>
        </pc:sldMkLst>
        <pc:spChg chg="mod">
          <ac:chgData name="Aritra Mitra" userId="ed282abb-f77d-4912-ae2d-92fef056a80d" providerId="ADAL" clId="{F4C7DE76-A646-4A03-9797-9AE16C24D0A1}" dt="2020-01-13T15:55:15.914" v="1969" actId="1076"/>
          <ac:spMkLst>
            <pc:docMk/>
            <pc:sldMk cId="192811409" sldId="275"/>
            <ac:spMk id="2" creationId="{00000000-0000-0000-0000-000000000000}"/>
          </ac:spMkLst>
        </pc:spChg>
        <pc:spChg chg="mod">
          <ac:chgData name="Aritra Mitra" userId="ed282abb-f77d-4912-ae2d-92fef056a80d" providerId="ADAL" clId="{F4C7DE76-A646-4A03-9797-9AE16C24D0A1}" dt="2020-01-14T06:40:14.236" v="2996" actId="20577"/>
          <ac:spMkLst>
            <pc:docMk/>
            <pc:sldMk cId="192811409" sldId="275"/>
            <ac:spMk id="3" creationId="{00000000-0000-0000-0000-000000000000}"/>
          </ac:spMkLst>
        </pc:spChg>
        <pc:spChg chg="del">
          <ac:chgData name="Aritra Mitra" userId="ed282abb-f77d-4912-ae2d-92fef056a80d" providerId="ADAL" clId="{F4C7DE76-A646-4A03-9797-9AE16C24D0A1}" dt="2020-01-13T15:59:02.504" v="2230" actId="478"/>
          <ac:spMkLst>
            <pc:docMk/>
            <pc:sldMk cId="192811409" sldId="275"/>
            <ac:spMk id="18" creationId="{00000000-0000-0000-0000-000000000000}"/>
          </ac:spMkLst>
        </pc:spChg>
        <pc:picChg chg="del">
          <ac:chgData name="Aritra Mitra" userId="ed282abb-f77d-4912-ae2d-92fef056a80d" providerId="ADAL" clId="{F4C7DE76-A646-4A03-9797-9AE16C24D0A1}" dt="2020-01-13T15:55:26.199" v="1971" actId="478"/>
          <ac:picMkLst>
            <pc:docMk/>
            <pc:sldMk cId="192811409" sldId="275"/>
            <ac:picMk id="5" creationId="{00000000-0000-0000-0000-000000000000}"/>
          </ac:picMkLst>
        </pc:picChg>
        <pc:picChg chg="del">
          <ac:chgData name="Aritra Mitra" userId="ed282abb-f77d-4912-ae2d-92fef056a80d" providerId="ADAL" clId="{F4C7DE76-A646-4A03-9797-9AE16C24D0A1}" dt="2020-01-13T15:55:31.269" v="1972" actId="478"/>
          <ac:picMkLst>
            <pc:docMk/>
            <pc:sldMk cId="192811409" sldId="275"/>
            <ac:picMk id="7" creationId="{00000000-0000-0000-0000-000000000000}"/>
          </ac:picMkLst>
        </pc:picChg>
        <pc:picChg chg="del">
          <ac:chgData name="Aritra Mitra" userId="ed282abb-f77d-4912-ae2d-92fef056a80d" providerId="ADAL" clId="{F4C7DE76-A646-4A03-9797-9AE16C24D0A1}" dt="2020-01-13T15:57:00.292" v="2123" actId="478"/>
          <ac:picMkLst>
            <pc:docMk/>
            <pc:sldMk cId="192811409" sldId="275"/>
            <ac:picMk id="8" creationId="{00000000-0000-0000-0000-000000000000}"/>
          </ac:picMkLst>
        </pc:picChg>
        <pc:picChg chg="del">
          <ac:chgData name="Aritra Mitra" userId="ed282abb-f77d-4912-ae2d-92fef056a80d" providerId="ADAL" clId="{F4C7DE76-A646-4A03-9797-9AE16C24D0A1}" dt="2020-01-13T15:58:02.662" v="2171" actId="478"/>
          <ac:picMkLst>
            <pc:docMk/>
            <pc:sldMk cId="192811409" sldId="275"/>
            <ac:picMk id="10" creationId="{00000000-0000-0000-0000-000000000000}"/>
          </ac:picMkLst>
        </pc:picChg>
        <pc:picChg chg="del">
          <ac:chgData name="Aritra Mitra" userId="ed282abb-f77d-4912-ae2d-92fef056a80d" providerId="ADAL" clId="{F4C7DE76-A646-4A03-9797-9AE16C24D0A1}" dt="2020-01-13T15:58:52.278" v="2227" actId="478"/>
          <ac:picMkLst>
            <pc:docMk/>
            <pc:sldMk cId="192811409" sldId="275"/>
            <ac:picMk id="11" creationId="{00000000-0000-0000-0000-000000000000}"/>
          </ac:picMkLst>
        </pc:picChg>
        <pc:picChg chg="del mod">
          <ac:chgData name="Aritra Mitra" userId="ed282abb-f77d-4912-ae2d-92fef056a80d" providerId="ADAL" clId="{F4C7DE76-A646-4A03-9797-9AE16C24D0A1}" dt="2020-01-13T15:58:57.329" v="2229" actId="478"/>
          <ac:picMkLst>
            <pc:docMk/>
            <pc:sldMk cId="192811409" sldId="275"/>
            <ac:picMk id="12" creationId="{00000000-0000-0000-0000-000000000000}"/>
          </ac:picMkLst>
        </pc:picChg>
        <pc:picChg chg="del">
          <ac:chgData name="Aritra Mitra" userId="ed282abb-f77d-4912-ae2d-92fef056a80d" providerId="ADAL" clId="{F4C7DE76-A646-4A03-9797-9AE16C24D0A1}" dt="2020-01-13T15:59:15.111" v="2233" actId="478"/>
          <ac:picMkLst>
            <pc:docMk/>
            <pc:sldMk cId="192811409" sldId="275"/>
            <ac:picMk id="13" creationId="{00000000-0000-0000-0000-000000000000}"/>
          </ac:picMkLst>
        </pc:picChg>
        <pc:picChg chg="del">
          <ac:chgData name="Aritra Mitra" userId="ed282abb-f77d-4912-ae2d-92fef056a80d" providerId="ADAL" clId="{F4C7DE76-A646-4A03-9797-9AE16C24D0A1}" dt="2020-01-13T15:59:15.111" v="2233" actId="478"/>
          <ac:picMkLst>
            <pc:docMk/>
            <pc:sldMk cId="192811409" sldId="275"/>
            <ac:picMk id="14" creationId="{00000000-0000-0000-0000-000000000000}"/>
          </ac:picMkLst>
        </pc:picChg>
        <pc:picChg chg="del">
          <ac:chgData name="Aritra Mitra" userId="ed282abb-f77d-4912-ae2d-92fef056a80d" providerId="ADAL" clId="{F4C7DE76-A646-4A03-9797-9AE16C24D0A1}" dt="2020-01-13T15:59:15.111" v="2233" actId="478"/>
          <ac:picMkLst>
            <pc:docMk/>
            <pc:sldMk cId="192811409" sldId="275"/>
            <ac:picMk id="15" creationId="{00000000-0000-0000-0000-000000000000}"/>
          </ac:picMkLst>
        </pc:picChg>
      </pc:sldChg>
      <pc:sldChg chg="addSp delSp modSp add">
        <pc:chgData name="Aritra Mitra" userId="ed282abb-f77d-4912-ae2d-92fef056a80d" providerId="ADAL" clId="{F4C7DE76-A646-4A03-9797-9AE16C24D0A1}" dt="2020-01-12T16:22:31.442" v="908" actId="1076"/>
        <pc:sldMkLst>
          <pc:docMk/>
          <pc:sldMk cId="575572306" sldId="281"/>
        </pc:sldMkLst>
        <pc:spChg chg="mod">
          <ac:chgData name="Aritra Mitra" userId="ed282abb-f77d-4912-ae2d-92fef056a80d" providerId="ADAL" clId="{F4C7DE76-A646-4A03-9797-9AE16C24D0A1}" dt="2020-01-12T16:10:03.308" v="659" actId="1038"/>
          <ac:spMkLst>
            <pc:docMk/>
            <pc:sldMk cId="575572306" sldId="281"/>
            <ac:spMk id="3" creationId="{00000000-0000-0000-0000-000000000000}"/>
          </ac:spMkLst>
        </pc:spChg>
        <pc:spChg chg="del">
          <ac:chgData name="Aritra Mitra" userId="ed282abb-f77d-4912-ae2d-92fef056a80d" providerId="ADAL" clId="{F4C7DE76-A646-4A03-9797-9AE16C24D0A1}" dt="2020-01-12T16:08:38.197" v="518" actId="478"/>
          <ac:spMkLst>
            <pc:docMk/>
            <pc:sldMk cId="575572306" sldId="281"/>
            <ac:spMk id="29" creationId="{00000000-0000-0000-0000-000000000000}"/>
          </ac:spMkLst>
        </pc:spChg>
        <pc:spChg chg="del mod">
          <ac:chgData name="Aritra Mitra" userId="ed282abb-f77d-4912-ae2d-92fef056a80d" providerId="ADAL" clId="{F4C7DE76-A646-4A03-9797-9AE16C24D0A1}" dt="2020-01-12T16:22:24.435" v="906" actId="478"/>
          <ac:spMkLst>
            <pc:docMk/>
            <pc:sldMk cId="575572306" sldId="281"/>
            <ac:spMk id="35" creationId="{00000000-0000-0000-0000-000000000000}"/>
          </ac:spMkLst>
        </pc:spChg>
        <pc:spChg chg="mod">
          <ac:chgData name="Aritra Mitra" userId="ed282abb-f77d-4912-ae2d-92fef056a80d" providerId="ADAL" clId="{F4C7DE76-A646-4A03-9797-9AE16C24D0A1}" dt="2020-01-12T16:20:15.387" v="871" actId="1076"/>
          <ac:spMkLst>
            <pc:docMk/>
            <pc:sldMk cId="575572306" sldId="281"/>
            <ac:spMk id="36" creationId="{00000000-0000-0000-0000-000000000000}"/>
          </ac:spMkLst>
        </pc:spChg>
        <pc:spChg chg="mod">
          <ac:chgData name="Aritra Mitra" userId="ed282abb-f77d-4912-ae2d-92fef056a80d" providerId="ADAL" clId="{F4C7DE76-A646-4A03-9797-9AE16C24D0A1}" dt="2020-01-12T16:10:03.308" v="659" actId="1038"/>
          <ac:spMkLst>
            <pc:docMk/>
            <pc:sldMk cId="575572306" sldId="281"/>
            <ac:spMk id="38" creationId="{00000000-0000-0000-0000-000000000000}"/>
          </ac:spMkLst>
        </pc:spChg>
        <pc:spChg chg="mod">
          <ac:chgData name="Aritra Mitra" userId="ed282abb-f77d-4912-ae2d-92fef056a80d" providerId="ADAL" clId="{F4C7DE76-A646-4A03-9797-9AE16C24D0A1}" dt="2020-01-12T16:10:03.308" v="659" actId="1038"/>
          <ac:spMkLst>
            <pc:docMk/>
            <pc:sldMk cId="575572306" sldId="281"/>
            <ac:spMk id="42" creationId="{00000000-0000-0000-0000-000000000000}"/>
          </ac:spMkLst>
        </pc:spChg>
        <pc:spChg chg="mod">
          <ac:chgData name="Aritra Mitra" userId="ed282abb-f77d-4912-ae2d-92fef056a80d" providerId="ADAL" clId="{F4C7DE76-A646-4A03-9797-9AE16C24D0A1}" dt="2020-01-12T16:10:15.472" v="660" actId="1076"/>
          <ac:spMkLst>
            <pc:docMk/>
            <pc:sldMk cId="575572306" sldId="281"/>
            <ac:spMk id="43" creationId="{00000000-0000-0000-0000-000000000000}"/>
          </ac:spMkLst>
        </pc:spChg>
        <pc:spChg chg="add mod">
          <ac:chgData name="Aritra Mitra" userId="ed282abb-f77d-4912-ae2d-92fef056a80d" providerId="ADAL" clId="{F4C7DE76-A646-4A03-9797-9AE16C24D0A1}" dt="2020-01-12T16:22:31.442" v="908" actId="1076"/>
          <ac:spMkLst>
            <pc:docMk/>
            <pc:sldMk cId="575572306" sldId="281"/>
            <ac:spMk id="48" creationId="{A4341DBD-2671-429D-B6C2-4BF08D8E5740}"/>
          </ac:spMkLst>
        </pc:spChg>
        <pc:grpChg chg="mod">
          <ac:chgData name="Aritra Mitra" userId="ed282abb-f77d-4912-ae2d-92fef056a80d" providerId="ADAL" clId="{F4C7DE76-A646-4A03-9797-9AE16C24D0A1}" dt="2020-01-12T16:10:03.308" v="659" actId="1038"/>
          <ac:grpSpMkLst>
            <pc:docMk/>
            <pc:sldMk cId="575572306" sldId="281"/>
            <ac:grpSpMk id="4" creationId="{00000000-0000-0000-0000-000000000000}"/>
          </ac:grpSpMkLst>
        </pc:grpChg>
        <pc:picChg chg="del">
          <ac:chgData name="Aritra Mitra" userId="ed282abb-f77d-4912-ae2d-92fef056a80d" providerId="ADAL" clId="{F4C7DE76-A646-4A03-9797-9AE16C24D0A1}" dt="2020-01-12T16:08:42.216" v="519" actId="478"/>
          <ac:picMkLst>
            <pc:docMk/>
            <pc:sldMk cId="575572306" sldId="281"/>
            <ac:picMk id="30" creationId="{00000000-0000-0000-0000-000000000000}"/>
          </ac:picMkLst>
        </pc:picChg>
        <pc:cxnChg chg="del">
          <ac:chgData name="Aritra Mitra" userId="ed282abb-f77d-4912-ae2d-92fef056a80d" providerId="ADAL" clId="{F4C7DE76-A646-4A03-9797-9AE16C24D0A1}" dt="2020-01-12T16:08:46.838" v="520" actId="478"/>
          <ac:cxnSpMkLst>
            <pc:docMk/>
            <pc:sldMk cId="575572306" sldId="281"/>
            <ac:cxnSpMk id="31" creationId="{00000000-0000-0000-0000-000000000000}"/>
          </ac:cxnSpMkLst>
        </pc:cxnChg>
        <pc:cxnChg chg="del mod">
          <ac:chgData name="Aritra Mitra" userId="ed282abb-f77d-4912-ae2d-92fef056a80d" providerId="ADAL" clId="{F4C7DE76-A646-4A03-9797-9AE16C24D0A1}" dt="2020-01-12T16:08:51.487" v="521" actId="478"/>
          <ac:cxnSpMkLst>
            <pc:docMk/>
            <pc:sldMk cId="575572306" sldId="281"/>
            <ac:cxnSpMk id="32" creationId="{00000000-0000-0000-0000-000000000000}"/>
          </ac:cxnSpMkLst>
        </pc:cxnChg>
        <pc:cxnChg chg="del mod">
          <ac:chgData name="Aritra Mitra" userId="ed282abb-f77d-4912-ae2d-92fef056a80d" providerId="ADAL" clId="{F4C7DE76-A646-4A03-9797-9AE16C24D0A1}" dt="2020-01-12T16:08:55.716" v="522" actId="478"/>
          <ac:cxnSpMkLst>
            <pc:docMk/>
            <pc:sldMk cId="575572306" sldId="281"/>
            <ac:cxnSpMk id="33" creationId="{00000000-0000-0000-0000-000000000000}"/>
          </ac:cxnSpMkLst>
        </pc:cxnChg>
        <pc:cxnChg chg="add mod">
          <ac:chgData name="Aritra Mitra" userId="ed282abb-f77d-4912-ae2d-92fef056a80d" providerId="ADAL" clId="{F4C7DE76-A646-4A03-9797-9AE16C24D0A1}" dt="2020-01-12T16:20:25.888" v="873" actId="1582"/>
          <ac:cxnSpMkLst>
            <pc:docMk/>
            <pc:sldMk cId="575572306" sldId="281"/>
            <ac:cxnSpMk id="39" creationId="{010B465B-631D-4AB6-A48D-FC7F40BC7217}"/>
          </ac:cxnSpMkLst>
        </pc:cxnChg>
      </pc:sldChg>
      <pc:sldChg chg="modSp">
        <pc:chgData name="Aritra Mitra" userId="ed282abb-f77d-4912-ae2d-92fef056a80d" providerId="ADAL" clId="{F4C7DE76-A646-4A03-9797-9AE16C24D0A1}" dt="2020-01-14T03:55:26.377" v="2929" actId="207"/>
        <pc:sldMkLst>
          <pc:docMk/>
          <pc:sldMk cId="1846229395" sldId="335"/>
        </pc:sldMkLst>
        <pc:spChg chg="mod">
          <ac:chgData name="Aritra Mitra" userId="ed282abb-f77d-4912-ae2d-92fef056a80d" providerId="ADAL" clId="{F4C7DE76-A646-4A03-9797-9AE16C24D0A1}" dt="2020-01-14T03:55:26.377" v="2929" actId="207"/>
          <ac:spMkLst>
            <pc:docMk/>
            <pc:sldMk cId="1846229395" sldId="335"/>
            <ac:spMk id="6" creationId="{75B99343-9612-4257-81C6-7D8B22E18A90}"/>
          </ac:spMkLst>
        </pc:spChg>
      </pc:sldChg>
      <pc:sldChg chg="modSp add modAnim">
        <pc:chgData name="Aritra Mitra" userId="ed282abb-f77d-4912-ae2d-92fef056a80d" providerId="ADAL" clId="{F4C7DE76-A646-4A03-9797-9AE16C24D0A1}" dt="2020-01-15T06:22:55.056" v="4883" actId="113"/>
        <pc:sldMkLst>
          <pc:docMk/>
          <pc:sldMk cId="330424982" sldId="378"/>
        </pc:sldMkLst>
        <pc:spChg chg="mod">
          <ac:chgData name="Aritra Mitra" userId="ed282abb-f77d-4912-ae2d-92fef056a80d" providerId="ADAL" clId="{F4C7DE76-A646-4A03-9797-9AE16C24D0A1}" dt="2020-01-15T06:22:55.056" v="4883" actId="113"/>
          <ac:spMkLst>
            <pc:docMk/>
            <pc:sldMk cId="330424982" sldId="378"/>
            <ac:spMk id="3" creationId="{CD9706F4-991A-42FE-90BD-D1C3701FA121}"/>
          </ac:spMkLst>
        </pc:spChg>
      </pc:sldChg>
      <pc:sldChg chg="modSp ord">
        <pc:chgData name="Aritra Mitra" userId="ed282abb-f77d-4912-ae2d-92fef056a80d" providerId="ADAL" clId="{F4C7DE76-A646-4A03-9797-9AE16C24D0A1}" dt="2020-01-15T08:14:14.634" v="5043" actId="113"/>
        <pc:sldMkLst>
          <pc:docMk/>
          <pc:sldMk cId="3870610312" sldId="1079"/>
        </pc:sldMkLst>
        <pc:spChg chg="mod">
          <ac:chgData name="Aritra Mitra" userId="ed282abb-f77d-4912-ae2d-92fef056a80d" providerId="ADAL" clId="{F4C7DE76-A646-4A03-9797-9AE16C24D0A1}" dt="2020-01-15T08:14:14.634" v="5043" actId="113"/>
          <ac:spMkLst>
            <pc:docMk/>
            <pc:sldMk cId="3870610312" sldId="1079"/>
            <ac:spMk id="4" creationId="{00000000-0000-0000-0000-000000000000}"/>
          </ac:spMkLst>
        </pc:spChg>
      </pc:sldChg>
      <pc:sldChg chg="modSp ord">
        <pc:chgData name="Aritra Mitra" userId="ed282abb-f77d-4912-ae2d-92fef056a80d" providerId="ADAL" clId="{F4C7DE76-A646-4A03-9797-9AE16C24D0A1}" dt="2020-01-13T15:29:11.518" v="1449"/>
        <pc:sldMkLst>
          <pc:docMk/>
          <pc:sldMk cId="101228237" sldId="1080"/>
        </pc:sldMkLst>
        <pc:spChg chg="mod">
          <ac:chgData name="Aritra Mitra" userId="ed282abb-f77d-4912-ae2d-92fef056a80d" providerId="ADAL" clId="{F4C7DE76-A646-4A03-9797-9AE16C24D0A1}" dt="2020-01-12T14:33:43.063" v="123" actId="207"/>
          <ac:spMkLst>
            <pc:docMk/>
            <pc:sldMk cId="101228237" sldId="1080"/>
            <ac:spMk id="3" creationId="{DA7B444C-F2FC-4F5D-AC02-37C34E9FEFA6}"/>
          </ac:spMkLst>
        </pc:spChg>
      </pc:sldChg>
      <pc:sldChg chg="modSp">
        <pc:chgData name="Aritra Mitra" userId="ed282abb-f77d-4912-ae2d-92fef056a80d" providerId="ADAL" clId="{F4C7DE76-A646-4A03-9797-9AE16C24D0A1}" dt="2020-01-14T04:24:14.756" v="2954" actId="208"/>
        <pc:sldMkLst>
          <pc:docMk/>
          <pc:sldMk cId="169918629" sldId="1089"/>
        </pc:sldMkLst>
        <pc:spChg chg="mod">
          <ac:chgData name="Aritra Mitra" userId="ed282abb-f77d-4912-ae2d-92fef056a80d" providerId="ADAL" clId="{F4C7DE76-A646-4A03-9797-9AE16C24D0A1}" dt="2020-01-14T04:24:14.756" v="2954" actId="208"/>
          <ac:spMkLst>
            <pc:docMk/>
            <pc:sldMk cId="169918629" sldId="1089"/>
            <ac:spMk id="11" creationId="{5F1F8EF7-154E-436E-92A0-337D12357018}"/>
          </ac:spMkLst>
        </pc:spChg>
      </pc:sldChg>
      <pc:sldChg chg="modSp">
        <pc:chgData name="Aritra Mitra" userId="ed282abb-f77d-4912-ae2d-92fef056a80d" providerId="ADAL" clId="{F4C7DE76-A646-4A03-9797-9AE16C24D0A1}" dt="2020-01-12T14:52:00.968" v="317" actId="207"/>
        <pc:sldMkLst>
          <pc:docMk/>
          <pc:sldMk cId="1718208836" sldId="1090"/>
        </pc:sldMkLst>
        <pc:spChg chg="mod">
          <ac:chgData name="Aritra Mitra" userId="ed282abb-f77d-4912-ae2d-92fef056a80d" providerId="ADAL" clId="{F4C7DE76-A646-4A03-9797-9AE16C24D0A1}" dt="2020-01-12T14:52:00.968" v="317" actId="207"/>
          <ac:spMkLst>
            <pc:docMk/>
            <pc:sldMk cId="1718208836" sldId="1090"/>
            <ac:spMk id="4" creationId="{00000000-0000-0000-0000-000000000000}"/>
          </ac:spMkLst>
        </pc:spChg>
      </pc:sldChg>
      <pc:sldChg chg="modSp">
        <pc:chgData name="Aritra Mitra" userId="ed282abb-f77d-4912-ae2d-92fef056a80d" providerId="ADAL" clId="{F4C7DE76-A646-4A03-9797-9AE16C24D0A1}" dt="2020-01-14T04:29:56.280" v="2956" actId="20577"/>
        <pc:sldMkLst>
          <pc:docMk/>
          <pc:sldMk cId="2738849573" sldId="1091"/>
        </pc:sldMkLst>
        <pc:spChg chg="mod">
          <ac:chgData name="Aritra Mitra" userId="ed282abb-f77d-4912-ae2d-92fef056a80d" providerId="ADAL" clId="{F4C7DE76-A646-4A03-9797-9AE16C24D0A1}" dt="2020-01-14T04:29:56.280" v="2956" actId="20577"/>
          <ac:spMkLst>
            <pc:docMk/>
            <pc:sldMk cId="2738849573" sldId="1091"/>
            <ac:spMk id="3" creationId="{0368E09C-BD6E-48AE-82E4-10B849305DFF}"/>
          </ac:spMkLst>
        </pc:spChg>
      </pc:sldChg>
      <pc:sldChg chg="modSp modAnim">
        <pc:chgData name="Aritra Mitra" userId="ed282abb-f77d-4912-ae2d-92fef056a80d" providerId="ADAL" clId="{F4C7DE76-A646-4A03-9797-9AE16C24D0A1}" dt="2020-01-14T08:09:28.750" v="3058" actId="1076"/>
        <pc:sldMkLst>
          <pc:docMk/>
          <pc:sldMk cId="12424025" sldId="1096"/>
        </pc:sldMkLst>
        <pc:spChg chg="mod">
          <ac:chgData name="Aritra Mitra" userId="ed282abb-f77d-4912-ae2d-92fef056a80d" providerId="ADAL" clId="{F4C7DE76-A646-4A03-9797-9AE16C24D0A1}" dt="2020-01-14T08:09:28.750" v="3058" actId="1076"/>
          <ac:spMkLst>
            <pc:docMk/>
            <pc:sldMk cId="12424025" sldId="1096"/>
            <ac:spMk id="13" creationId="{812C77CF-83ED-4717-A5B1-2DECD7F4DCB7}"/>
          </ac:spMkLst>
        </pc:spChg>
      </pc:sldChg>
      <pc:sldChg chg="addSp delSp modSp delAnim modAnim">
        <pc:chgData name="Aritra Mitra" userId="ed282abb-f77d-4912-ae2d-92fef056a80d" providerId="ADAL" clId="{F4C7DE76-A646-4A03-9797-9AE16C24D0A1}" dt="2020-01-15T11:42:38.094" v="6332" actId="478"/>
        <pc:sldMkLst>
          <pc:docMk/>
          <pc:sldMk cId="1802174270" sldId="1097"/>
        </pc:sldMkLst>
        <pc:spChg chg="add del mod">
          <ac:chgData name="Aritra Mitra" userId="ed282abb-f77d-4912-ae2d-92fef056a80d" providerId="ADAL" clId="{F4C7DE76-A646-4A03-9797-9AE16C24D0A1}" dt="2020-01-15T11:42:38.094" v="6332" actId="478"/>
          <ac:spMkLst>
            <pc:docMk/>
            <pc:sldMk cId="1802174270" sldId="1097"/>
            <ac:spMk id="7" creationId="{BC9E629F-D853-4125-8E3C-6D01E717779A}"/>
          </ac:spMkLst>
        </pc:spChg>
        <pc:spChg chg="add mod">
          <ac:chgData name="Aritra Mitra" userId="ed282abb-f77d-4912-ae2d-92fef056a80d" providerId="ADAL" clId="{F4C7DE76-A646-4A03-9797-9AE16C24D0A1}" dt="2020-01-13T15:44:10.398" v="1718" actId="20577"/>
          <ac:spMkLst>
            <pc:docMk/>
            <pc:sldMk cId="1802174270" sldId="1097"/>
            <ac:spMk id="11" creationId="{278AD86F-F501-4B10-AC32-40320EF8E5DF}"/>
          </ac:spMkLst>
        </pc:spChg>
        <pc:spChg chg="del">
          <ac:chgData name="Aritra Mitra" userId="ed282abb-f77d-4912-ae2d-92fef056a80d" providerId="ADAL" clId="{F4C7DE76-A646-4A03-9797-9AE16C24D0A1}" dt="2020-01-12T14:57:23.933" v="322" actId="478"/>
          <ac:spMkLst>
            <pc:docMk/>
            <pc:sldMk cId="1802174270" sldId="1097"/>
            <ac:spMk id="14" creationId="{93AC9373-0D49-4439-9C9A-9778A6F81FF2}"/>
          </ac:spMkLst>
        </pc:spChg>
      </pc:sldChg>
      <pc:sldChg chg="delSp add del delAnim">
        <pc:chgData name="Aritra Mitra" userId="ed282abb-f77d-4912-ae2d-92fef056a80d" providerId="ADAL" clId="{F4C7DE76-A646-4A03-9797-9AE16C24D0A1}" dt="2020-01-15T06:19:30.512" v="4598" actId="2696"/>
        <pc:sldMkLst>
          <pc:docMk/>
          <pc:sldMk cId="2720987400" sldId="1100"/>
        </pc:sldMkLst>
        <pc:spChg chg="del">
          <ac:chgData name="Aritra Mitra" userId="ed282abb-f77d-4912-ae2d-92fef056a80d" providerId="ADAL" clId="{F4C7DE76-A646-4A03-9797-9AE16C24D0A1}" dt="2020-01-15T03:11:44.992" v="3060" actId="478"/>
          <ac:spMkLst>
            <pc:docMk/>
            <pc:sldMk cId="2720987400" sldId="1100"/>
            <ac:spMk id="124" creationId="{AC5E5C90-389F-4040-9986-98ED2F273482}"/>
          </ac:spMkLst>
        </pc:spChg>
      </pc:sldChg>
      <pc:sldChg chg="delSp modSp modAnim">
        <pc:chgData name="Aritra Mitra" userId="ed282abb-f77d-4912-ae2d-92fef056a80d" providerId="ADAL" clId="{F4C7DE76-A646-4A03-9797-9AE16C24D0A1}" dt="2020-01-13T15:50:34.767" v="1933" actId="1038"/>
        <pc:sldMkLst>
          <pc:docMk/>
          <pc:sldMk cId="4160416786" sldId="1101"/>
        </pc:sldMkLst>
        <pc:spChg chg="mod">
          <ac:chgData name="Aritra Mitra" userId="ed282abb-f77d-4912-ae2d-92fef056a80d" providerId="ADAL" clId="{F4C7DE76-A646-4A03-9797-9AE16C24D0A1}" dt="2020-01-13T15:49:27.958" v="1914" actId="20577"/>
          <ac:spMkLst>
            <pc:docMk/>
            <pc:sldMk cId="4160416786" sldId="1101"/>
            <ac:spMk id="3" creationId="{8A9DE7EB-C308-486A-A3AF-9DBA9EC66893}"/>
          </ac:spMkLst>
        </pc:spChg>
        <pc:spChg chg="mod">
          <ac:chgData name="Aritra Mitra" userId="ed282abb-f77d-4912-ae2d-92fef056a80d" providerId="ADAL" clId="{F4C7DE76-A646-4A03-9797-9AE16C24D0A1}" dt="2020-01-13T15:48:03.184" v="1892" actId="1037"/>
          <ac:spMkLst>
            <pc:docMk/>
            <pc:sldMk cId="4160416786" sldId="1101"/>
            <ac:spMk id="12" creationId="{48D31598-A1B1-4F94-83AD-5DF647D19001}"/>
          </ac:spMkLst>
        </pc:spChg>
        <pc:picChg chg="del mod">
          <ac:chgData name="Aritra Mitra" userId="ed282abb-f77d-4912-ae2d-92fef056a80d" providerId="ADAL" clId="{F4C7DE76-A646-4A03-9797-9AE16C24D0A1}" dt="2020-01-13T15:45:47.338" v="1738" actId="478"/>
          <ac:picMkLst>
            <pc:docMk/>
            <pc:sldMk cId="4160416786" sldId="1101"/>
            <ac:picMk id="4" creationId="{F5A50B28-4B55-47DF-9E33-3AA302A26C1F}"/>
          </ac:picMkLst>
        </pc:picChg>
        <pc:picChg chg="del mod">
          <ac:chgData name="Aritra Mitra" userId="ed282abb-f77d-4912-ae2d-92fef056a80d" providerId="ADAL" clId="{F4C7DE76-A646-4A03-9797-9AE16C24D0A1}" dt="2020-01-12T15:48:35.367" v="362" actId="478"/>
          <ac:picMkLst>
            <pc:docMk/>
            <pc:sldMk cId="4160416786" sldId="1101"/>
            <ac:picMk id="6" creationId="{5CD16190-C2B5-42C2-8ABF-D784283F548E}"/>
          </ac:picMkLst>
        </pc:picChg>
        <pc:picChg chg="del mod">
          <ac:chgData name="Aritra Mitra" userId="ed282abb-f77d-4912-ae2d-92fef056a80d" providerId="ADAL" clId="{F4C7DE76-A646-4A03-9797-9AE16C24D0A1}" dt="2020-01-13T15:46:16.936" v="1755" actId="478"/>
          <ac:picMkLst>
            <pc:docMk/>
            <pc:sldMk cId="4160416786" sldId="1101"/>
            <ac:picMk id="7" creationId="{1DCE531F-9AB0-47F1-A9CD-23990C8F1ACA}"/>
          </ac:picMkLst>
        </pc:picChg>
        <pc:picChg chg="del mod ord">
          <ac:chgData name="Aritra Mitra" userId="ed282abb-f77d-4912-ae2d-92fef056a80d" providerId="ADAL" clId="{F4C7DE76-A646-4A03-9797-9AE16C24D0A1}" dt="2020-01-12T15:54:57.205" v="446" actId="478"/>
          <ac:picMkLst>
            <pc:docMk/>
            <pc:sldMk cId="4160416786" sldId="1101"/>
            <ac:picMk id="8" creationId="{93728563-6F7B-4E2D-BC3B-BC631490A764}"/>
          </ac:picMkLst>
        </pc:picChg>
        <pc:picChg chg="del mod ord">
          <ac:chgData name="Aritra Mitra" userId="ed282abb-f77d-4912-ae2d-92fef056a80d" providerId="ADAL" clId="{F4C7DE76-A646-4A03-9797-9AE16C24D0A1}" dt="2020-01-13T15:49:04.441" v="1906" actId="478"/>
          <ac:picMkLst>
            <pc:docMk/>
            <pc:sldMk cId="4160416786" sldId="1101"/>
            <ac:picMk id="10" creationId="{0AD7EA62-E673-4B52-B23B-30560B11B896}"/>
          </ac:picMkLst>
        </pc:picChg>
        <pc:picChg chg="mod ord">
          <ac:chgData name="Aritra Mitra" userId="ed282abb-f77d-4912-ae2d-92fef056a80d" providerId="ADAL" clId="{F4C7DE76-A646-4A03-9797-9AE16C24D0A1}" dt="2020-01-13T15:45:47.338" v="1737" actId="108"/>
          <ac:picMkLst>
            <pc:docMk/>
            <pc:sldMk cId="4160416786" sldId="1101"/>
            <ac:picMk id="14" creationId="{953C22E7-269A-44F6-AC3D-08DA95C544A4}"/>
          </ac:picMkLst>
        </pc:picChg>
        <pc:picChg chg="del mod ord">
          <ac:chgData name="Aritra Mitra" userId="ed282abb-f77d-4912-ae2d-92fef056a80d" providerId="ADAL" clId="{F4C7DE76-A646-4A03-9797-9AE16C24D0A1}" dt="2020-01-13T15:47:01.264" v="1772" actId="478"/>
          <ac:picMkLst>
            <pc:docMk/>
            <pc:sldMk cId="4160416786" sldId="1101"/>
            <ac:picMk id="16" creationId="{58F8D895-C1D5-4C9E-98B4-6A9049788C1B}"/>
          </ac:picMkLst>
        </pc:picChg>
        <pc:picChg chg="mod ord">
          <ac:chgData name="Aritra Mitra" userId="ed282abb-f77d-4912-ae2d-92fef056a80d" providerId="ADAL" clId="{F4C7DE76-A646-4A03-9797-9AE16C24D0A1}" dt="2020-01-13T15:48:03.184" v="1892" actId="1037"/>
          <ac:picMkLst>
            <pc:docMk/>
            <pc:sldMk cId="4160416786" sldId="1101"/>
            <ac:picMk id="19" creationId="{9C5DD3BC-3FE2-4DE7-A85E-FEC6914613D4}"/>
          </ac:picMkLst>
        </pc:picChg>
        <pc:picChg chg="mod ord">
          <ac:chgData name="Aritra Mitra" userId="ed282abb-f77d-4912-ae2d-92fef056a80d" providerId="ADAL" clId="{F4C7DE76-A646-4A03-9797-9AE16C24D0A1}" dt="2020-01-13T15:50:34.767" v="1933" actId="1038"/>
          <ac:picMkLst>
            <pc:docMk/>
            <pc:sldMk cId="4160416786" sldId="1101"/>
            <ac:picMk id="22" creationId="{B6A6364C-CCB9-454F-AD5C-AE875AE4A7CF}"/>
          </ac:picMkLst>
        </pc:picChg>
        <pc:cxnChg chg="mod">
          <ac:chgData name="Aritra Mitra" userId="ed282abb-f77d-4912-ae2d-92fef056a80d" providerId="ADAL" clId="{F4C7DE76-A646-4A03-9797-9AE16C24D0A1}" dt="2020-01-13T15:48:03.184" v="1892" actId="1037"/>
          <ac:cxnSpMkLst>
            <pc:docMk/>
            <pc:sldMk cId="4160416786" sldId="1101"/>
            <ac:cxnSpMk id="11" creationId="{CFC3F268-AF66-438B-AE86-CAD0F8894F3E}"/>
          </ac:cxnSpMkLst>
        </pc:cxnChg>
      </pc:sldChg>
      <pc:sldChg chg="del">
        <pc:chgData name="Aritra Mitra" userId="ed282abb-f77d-4912-ae2d-92fef056a80d" providerId="ADAL" clId="{F4C7DE76-A646-4A03-9797-9AE16C24D0A1}" dt="2020-01-15T08:44:55.225" v="6280" actId="2696"/>
        <pc:sldMkLst>
          <pc:docMk/>
          <pc:sldMk cId="388846681" sldId="1102"/>
        </pc:sldMkLst>
      </pc:sldChg>
      <pc:sldChg chg="modSp">
        <pc:chgData name="Aritra Mitra" userId="ed282abb-f77d-4912-ae2d-92fef056a80d" providerId="ADAL" clId="{F4C7DE76-A646-4A03-9797-9AE16C24D0A1}" dt="2020-01-12T16:02:53.029" v="478" actId="207"/>
        <pc:sldMkLst>
          <pc:docMk/>
          <pc:sldMk cId="2425993612" sldId="1107"/>
        </pc:sldMkLst>
        <pc:spChg chg="mod">
          <ac:chgData name="Aritra Mitra" userId="ed282abb-f77d-4912-ae2d-92fef056a80d" providerId="ADAL" clId="{F4C7DE76-A646-4A03-9797-9AE16C24D0A1}" dt="2020-01-12T16:02:53.029" v="478" actId="207"/>
          <ac:spMkLst>
            <pc:docMk/>
            <pc:sldMk cId="2425993612" sldId="1107"/>
            <ac:spMk id="3" creationId="{C1A5F92F-5E09-4E8E-AC97-1CE696C812BC}"/>
          </ac:spMkLst>
        </pc:spChg>
      </pc:sldChg>
      <pc:sldChg chg="delSp modSp delAnim">
        <pc:chgData name="Aritra Mitra" userId="ed282abb-f77d-4912-ae2d-92fef056a80d" providerId="ADAL" clId="{F4C7DE76-A646-4A03-9797-9AE16C24D0A1}" dt="2020-01-13T15:54:02.705" v="1934" actId="1076"/>
        <pc:sldMkLst>
          <pc:docMk/>
          <pc:sldMk cId="3693167316" sldId="1108"/>
        </pc:sldMkLst>
        <pc:spChg chg="mod">
          <ac:chgData name="Aritra Mitra" userId="ed282abb-f77d-4912-ae2d-92fef056a80d" providerId="ADAL" clId="{F4C7DE76-A646-4A03-9797-9AE16C24D0A1}" dt="2020-01-13T15:54:02.705" v="1934" actId="1076"/>
          <ac:spMkLst>
            <pc:docMk/>
            <pc:sldMk cId="3693167316" sldId="1108"/>
            <ac:spMk id="3" creationId="{BDF7F81C-6118-4333-B9AF-D8D031D5F701}"/>
          </ac:spMkLst>
        </pc:spChg>
        <pc:grpChg chg="del">
          <ac:chgData name="Aritra Mitra" userId="ed282abb-f77d-4912-ae2d-92fef056a80d" providerId="ADAL" clId="{F4C7DE76-A646-4A03-9797-9AE16C24D0A1}" dt="2020-01-12T16:03:30.339" v="479" actId="478"/>
          <ac:grpSpMkLst>
            <pc:docMk/>
            <pc:sldMk cId="3693167316" sldId="1108"/>
            <ac:grpSpMk id="5" creationId="{00000000-0000-0000-0000-000000000000}"/>
          </ac:grpSpMkLst>
        </pc:grpChg>
        <pc:grpChg chg="mod">
          <ac:chgData name="Aritra Mitra" userId="ed282abb-f77d-4912-ae2d-92fef056a80d" providerId="ADAL" clId="{F4C7DE76-A646-4A03-9797-9AE16C24D0A1}" dt="2020-01-12T16:08:17.049" v="517" actId="1036"/>
          <ac:grpSpMkLst>
            <pc:docMk/>
            <pc:sldMk cId="3693167316" sldId="1108"/>
            <ac:grpSpMk id="69" creationId="{36C5D054-E4DD-4CC2-A095-2379458C1E23}"/>
          </ac:grpSpMkLst>
        </pc:grpChg>
      </pc:sldChg>
      <pc:sldChg chg="modSp add">
        <pc:chgData name="Aritra Mitra" userId="ed282abb-f77d-4912-ae2d-92fef056a80d" providerId="ADAL" clId="{F4C7DE76-A646-4A03-9797-9AE16C24D0A1}" dt="2020-01-12T15:57:02.205" v="471" actId="20577"/>
        <pc:sldMkLst>
          <pc:docMk/>
          <pc:sldMk cId="1376759755" sldId="1113"/>
        </pc:sldMkLst>
        <pc:spChg chg="mod">
          <ac:chgData name="Aritra Mitra" userId="ed282abb-f77d-4912-ae2d-92fef056a80d" providerId="ADAL" clId="{F4C7DE76-A646-4A03-9797-9AE16C24D0A1}" dt="2020-01-12T15:57:02.205" v="471" actId="20577"/>
          <ac:spMkLst>
            <pc:docMk/>
            <pc:sldMk cId="1376759755" sldId="1113"/>
            <ac:spMk id="2" creationId="{EE45C40A-D54A-4C1B-8822-8AD9FD7B4325}"/>
          </ac:spMkLst>
        </pc:spChg>
      </pc:sldChg>
      <pc:sldChg chg="del">
        <pc:chgData name="Aritra Mitra" userId="ed282abb-f77d-4912-ae2d-92fef056a80d" providerId="ADAL" clId="{F4C7DE76-A646-4A03-9797-9AE16C24D0A1}" dt="2020-01-15T08:44:59.511" v="6281" actId="2696"/>
        <pc:sldMkLst>
          <pc:docMk/>
          <pc:sldMk cId="2189535094" sldId="1114"/>
        </pc:sldMkLst>
      </pc:sldChg>
      <pc:sldChg chg="modAnim">
        <pc:chgData name="Aritra Mitra" userId="ed282abb-f77d-4912-ae2d-92fef056a80d" providerId="ADAL" clId="{F4C7DE76-A646-4A03-9797-9AE16C24D0A1}" dt="2020-01-14T06:45:26.039" v="3005"/>
        <pc:sldMkLst>
          <pc:docMk/>
          <pc:sldMk cId="666433015" sldId="1117"/>
        </pc:sldMkLst>
      </pc:sldChg>
      <pc:sldChg chg="addSp delSp modSp delAnim modAnim">
        <pc:chgData name="Aritra Mitra" userId="ed282abb-f77d-4912-ae2d-92fef056a80d" providerId="ADAL" clId="{F4C7DE76-A646-4A03-9797-9AE16C24D0A1}" dt="2020-01-14T06:50:13.782" v="3021" actId="1076"/>
        <pc:sldMkLst>
          <pc:docMk/>
          <pc:sldMk cId="2915665931" sldId="1118"/>
        </pc:sldMkLst>
        <pc:spChg chg="mod">
          <ac:chgData name="Aritra Mitra" userId="ed282abb-f77d-4912-ae2d-92fef056a80d" providerId="ADAL" clId="{F4C7DE76-A646-4A03-9797-9AE16C24D0A1}" dt="2020-01-12T16:41:19.752" v="1346" actId="1035"/>
          <ac:spMkLst>
            <pc:docMk/>
            <pc:sldMk cId="2915665931" sldId="1118"/>
            <ac:spMk id="5" creationId="{C138A7A4-B8ED-4CEC-B9CE-070D395097B8}"/>
          </ac:spMkLst>
        </pc:spChg>
        <pc:spChg chg="mod">
          <ac:chgData name="Aritra Mitra" userId="ed282abb-f77d-4912-ae2d-92fef056a80d" providerId="ADAL" clId="{F4C7DE76-A646-4A03-9797-9AE16C24D0A1}" dt="2020-01-14T06:45:59.316" v="3006" actId="20577"/>
          <ac:spMkLst>
            <pc:docMk/>
            <pc:sldMk cId="2915665931" sldId="1118"/>
            <ac:spMk id="6" creationId="{EE164BBC-5C6E-462D-9428-12FCE8558926}"/>
          </ac:spMkLst>
        </pc:spChg>
        <pc:spChg chg="del">
          <ac:chgData name="Aritra Mitra" userId="ed282abb-f77d-4912-ae2d-92fef056a80d" providerId="ADAL" clId="{F4C7DE76-A646-4A03-9797-9AE16C24D0A1}" dt="2020-01-12T16:34:18.215" v="951" actId="478"/>
          <ac:spMkLst>
            <pc:docMk/>
            <pc:sldMk cId="2915665931" sldId="1118"/>
            <ac:spMk id="8" creationId="{E9BD605A-EBE0-4262-81D2-99EFC39FEB5F}"/>
          </ac:spMkLst>
        </pc:spChg>
        <pc:picChg chg="mod">
          <ac:chgData name="Aritra Mitra" userId="ed282abb-f77d-4912-ae2d-92fef056a80d" providerId="ADAL" clId="{F4C7DE76-A646-4A03-9797-9AE16C24D0A1}" dt="2020-01-12T16:41:33.146" v="1356" actId="1038"/>
          <ac:picMkLst>
            <pc:docMk/>
            <pc:sldMk cId="2915665931" sldId="1118"/>
            <ac:picMk id="4" creationId="{C777DBBA-2C1E-4BA8-B65A-5E530AE44026}"/>
          </ac:picMkLst>
        </pc:picChg>
        <pc:picChg chg="mod ord">
          <ac:chgData name="Aritra Mitra" userId="ed282abb-f77d-4912-ae2d-92fef056a80d" providerId="ADAL" clId="{F4C7DE76-A646-4A03-9797-9AE16C24D0A1}" dt="2020-01-12T16:44:13.776" v="1421" actId="1037"/>
          <ac:picMkLst>
            <pc:docMk/>
            <pc:sldMk cId="2915665931" sldId="1118"/>
            <ac:picMk id="7" creationId="{116D58AB-29A9-4CDF-8B12-2A3EFA939C1C}"/>
          </ac:picMkLst>
        </pc:picChg>
        <pc:picChg chg="mod ord">
          <ac:chgData name="Aritra Mitra" userId="ed282abb-f77d-4912-ae2d-92fef056a80d" providerId="ADAL" clId="{F4C7DE76-A646-4A03-9797-9AE16C24D0A1}" dt="2020-01-14T06:50:13.782" v="3021" actId="1076"/>
          <ac:picMkLst>
            <pc:docMk/>
            <pc:sldMk cId="2915665931" sldId="1118"/>
            <ac:picMk id="8" creationId="{8D112F21-BDC2-4CE1-AAEC-BF317EFFDE84}"/>
          </ac:picMkLst>
        </pc:picChg>
        <pc:picChg chg="add del mod">
          <ac:chgData name="Aritra Mitra" userId="ed282abb-f77d-4912-ae2d-92fef056a80d" providerId="ADAL" clId="{F4C7DE76-A646-4A03-9797-9AE16C24D0A1}" dt="2020-01-12T16:44:08.392" v="1418" actId="478"/>
          <ac:picMkLst>
            <pc:docMk/>
            <pc:sldMk cId="2915665931" sldId="1118"/>
            <ac:picMk id="9" creationId="{0556AB3B-A5C8-458F-8788-CA2DC42C67ED}"/>
          </ac:picMkLst>
        </pc:picChg>
        <pc:picChg chg="add mod">
          <ac:chgData name="Aritra Mitra" userId="ed282abb-f77d-4912-ae2d-92fef056a80d" providerId="ADAL" clId="{F4C7DE76-A646-4A03-9797-9AE16C24D0A1}" dt="2020-01-12T16:43:31.689" v="1404" actId="1038"/>
          <ac:picMkLst>
            <pc:docMk/>
            <pc:sldMk cId="2915665931" sldId="1118"/>
            <ac:picMk id="10" creationId="{F7F0DE05-B6F8-4C57-A6E1-41357E6E6123}"/>
          </ac:picMkLst>
        </pc:picChg>
        <pc:picChg chg="mod">
          <ac:chgData name="Aritra Mitra" userId="ed282abb-f77d-4912-ae2d-92fef056a80d" providerId="ADAL" clId="{F4C7DE76-A646-4A03-9797-9AE16C24D0A1}" dt="2020-01-12T16:41:19.752" v="1346" actId="1035"/>
          <ac:picMkLst>
            <pc:docMk/>
            <pc:sldMk cId="2915665931" sldId="1118"/>
            <ac:picMk id="12" creationId="{9E7AA801-6A5E-401E-A6FE-00512E5D1F9E}"/>
          </ac:picMkLst>
        </pc:picChg>
        <pc:picChg chg="del mod">
          <ac:chgData name="Aritra Mitra" userId="ed282abb-f77d-4912-ae2d-92fef056a80d" providerId="ADAL" clId="{F4C7DE76-A646-4A03-9797-9AE16C24D0A1}" dt="2020-01-12T16:48:06.568" v="1440" actId="478"/>
          <ac:picMkLst>
            <pc:docMk/>
            <pc:sldMk cId="2915665931" sldId="1118"/>
            <ac:picMk id="13" creationId="{89A16168-F19B-4133-B666-E4A084BC68C2}"/>
          </ac:picMkLst>
        </pc:picChg>
        <pc:picChg chg="del mod ord">
          <ac:chgData name="Aritra Mitra" userId="ed282abb-f77d-4912-ae2d-92fef056a80d" providerId="ADAL" clId="{F4C7DE76-A646-4A03-9797-9AE16C24D0A1}" dt="2020-01-14T06:49:48.077" v="3018" actId="478"/>
          <ac:picMkLst>
            <pc:docMk/>
            <pc:sldMk cId="2915665931" sldId="1118"/>
            <ac:picMk id="15" creationId="{70218690-0006-41FF-8589-EA8E1987B2CA}"/>
          </ac:picMkLst>
        </pc:picChg>
        <pc:picChg chg="mod">
          <ac:chgData name="Aritra Mitra" userId="ed282abb-f77d-4912-ae2d-92fef056a80d" providerId="ADAL" clId="{F4C7DE76-A646-4A03-9797-9AE16C24D0A1}" dt="2020-01-12T16:41:19.752" v="1346" actId="1035"/>
          <ac:picMkLst>
            <pc:docMk/>
            <pc:sldMk cId="2915665931" sldId="1118"/>
            <ac:picMk id="19" creationId="{E8E10CD0-ADCB-4A6D-8581-126DFF0BFF52}"/>
          </ac:picMkLst>
        </pc:picChg>
      </pc:sldChg>
      <pc:sldChg chg="modAnim">
        <pc:chgData name="Aritra Mitra" userId="ed282abb-f77d-4912-ae2d-92fef056a80d" providerId="ADAL" clId="{F4C7DE76-A646-4A03-9797-9AE16C24D0A1}" dt="2020-01-14T08:05:00.820" v="3043"/>
        <pc:sldMkLst>
          <pc:docMk/>
          <pc:sldMk cId="2621006201" sldId="1124"/>
        </pc:sldMkLst>
      </pc:sldChg>
      <pc:sldChg chg="modSp">
        <pc:chgData name="Aritra Mitra" userId="ed282abb-f77d-4912-ae2d-92fef056a80d" providerId="ADAL" clId="{F4C7DE76-A646-4A03-9797-9AE16C24D0A1}" dt="2020-01-14T05:38:36.048" v="2957" actId="20577"/>
        <pc:sldMkLst>
          <pc:docMk/>
          <pc:sldMk cId="4076671528" sldId="1130"/>
        </pc:sldMkLst>
        <pc:spChg chg="mod">
          <ac:chgData name="Aritra Mitra" userId="ed282abb-f77d-4912-ae2d-92fef056a80d" providerId="ADAL" clId="{F4C7DE76-A646-4A03-9797-9AE16C24D0A1}" dt="2020-01-14T05:38:36.048" v="2957" actId="20577"/>
          <ac:spMkLst>
            <pc:docMk/>
            <pc:sldMk cId="4076671528" sldId="1130"/>
            <ac:spMk id="8" creationId="{23B4EB00-8F23-459B-BD3E-35F686FE5C54}"/>
          </ac:spMkLst>
        </pc:spChg>
      </pc:sldChg>
      <pc:sldChg chg="modSp">
        <pc:chgData name="Aritra Mitra" userId="ed282abb-f77d-4912-ae2d-92fef056a80d" providerId="ADAL" clId="{F4C7DE76-A646-4A03-9797-9AE16C24D0A1}" dt="2020-01-12T14:54:52.077" v="321" actId="207"/>
        <pc:sldMkLst>
          <pc:docMk/>
          <pc:sldMk cId="3503528401" sldId="1132"/>
        </pc:sldMkLst>
        <pc:spChg chg="mod">
          <ac:chgData name="Aritra Mitra" userId="ed282abb-f77d-4912-ae2d-92fef056a80d" providerId="ADAL" clId="{F4C7DE76-A646-4A03-9797-9AE16C24D0A1}" dt="2020-01-12T14:54:52.077" v="321" actId="207"/>
          <ac:spMkLst>
            <pc:docMk/>
            <pc:sldMk cId="3503528401" sldId="1132"/>
            <ac:spMk id="6" creationId="{1D5B81AC-1166-4B51-B47A-1D3D9F774ACF}"/>
          </ac:spMkLst>
        </pc:spChg>
      </pc:sldChg>
      <pc:sldChg chg="modSp">
        <pc:chgData name="Aritra Mitra" userId="ed282abb-f77d-4912-ae2d-92fef056a80d" providerId="ADAL" clId="{F4C7DE76-A646-4A03-9797-9AE16C24D0A1}" dt="2020-01-14T05:56:04.914" v="2974" actId="20577"/>
        <pc:sldMkLst>
          <pc:docMk/>
          <pc:sldMk cId="3839248867" sldId="1133"/>
        </pc:sldMkLst>
        <pc:spChg chg="mod">
          <ac:chgData name="Aritra Mitra" userId="ed282abb-f77d-4912-ae2d-92fef056a80d" providerId="ADAL" clId="{F4C7DE76-A646-4A03-9797-9AE16C24D0A1}" dt="2020-01-14T05:56:04.914" v="2974" actId="20577"/>
          <ac:spMkLst>
            <pc:docMk/>
            <pc:sldMk cId="3839248867" sldId="1133"/>
            <ac:spMk id="5" creationId="{19CAAB33-C8E3-47E4-8FDE-E90B30860A68}"/>
          </ac:spMkLst>
        </pc:spChg>
      </pc:sldChg>
      <pc:sldChg chg="modSp">
        <pc:chgData name="Aritra Mitra" userId="ed282abb-f77d-4912-ae2d-92fef056a80d" providerId="ADAL" clId="{F4C7DE76-A646-4A03-9797-9AE16C24D0A1}" dt="2020-01-14T06:51:27.976" v="3039" actId="20577"/>
        <pc:sldMkLst>
          <pc:docMk/>
          <pc:sldMk cId="2446851675" sldId="1134"/>
        </pc:sldMkLst>
        <pc:spChg chg="mod">
          <ac:chgData name="Aritra Mitra" userId="ed282abb-f77d-4912-ae2d-92fef056a80d" providerId="ADAL" clId="{F4C7DE76-A646-4A03-9797-9AE16C24D0A1}" dt="2020-01-14T06:51:27.976" v="3039" actId="20577"/>
          <ac:spMkLst>
            <pc:docMk/>
            <pc:sldMk cId="2446851675" sldId="1134"/>
            <ac:spMk id="5" creationId="{75FA0401-39AD-4747-93D6-4D569D66B410}"/>
          </ac:spMkLst>
        </pc:spChg>
      </pc:sldChg>
      <pc:sldChg chg="modSp">
        <pc:chgData name="Aritra Mitra" userId="ed282abb-f77d-4912-ae2d-92fef056a80d" providerId="ADAL" clId="{F4C7DE76-A646-4A03-9797-9AE16C24D0A1}" dt="2020-01-12T14:50:50.873" v="314" actId="207"/>
        <pc:sldMkLst>
          <pc:docMk/>
          <pc:sldMk cId="2964977993" sldId="1142"/>
        </pc:sldMkLst>
        <pc:spChg chg="mod">
          <ac:chgData name="Aritra Mitra" userId="ed282abb-f77d-4912-ae2d-92fef056a80d" providerId="ADAL" clId="{F4C7DE76-A646-4A03-9797-9AE16C24D0A1}" dt="2020-01-12T14:50:50.873" v="314" actId="207"/>
          <ac:spMkLst>
            <pc:docMk/>
            <pc:sldMk cId="2964977993" sldId="1142"/>
            <ac:spMk id="3" creationId="{02376D6B-A159-4F26-ABFA-3D88837367DF}"/>
          </ac:spMkLst>
        </pc:spChg>
      </pc:sldChg>
      <pc:sldChg chg="add">
        <pc:chgData name="Aritra Mitra" userId="ed282abb-f77d-4912-ae2d-92fef056a80d" providerId="ADAL" clId="{F4C7DE76-A646-4A03-9797-9AE16C24D0A1}" dt="2020-01-12T14:53:15.620" v="318"/>
        <pc:sldMkLst>
          <pc:docMk/>
          <pc:sldMk cId="1499977064" sldId="1143"/>
        </pc:sldMkLst>
      </pc:sldChg>
      <pc:sldChg chg="addSp delSp modSp add ord delAnim modAnim">
        <pc:chgData name="Aritra Mitra" userId="ed282abb-f77d-4912-ae2d-92fef056a80d" providerId="ADAL" clId="{F4C7DE76-A646-4A03-9797-9AE16C24D0A1}" dt="2020-01-14T07:53:26.532" v="3042" actId="20577"/>
        <pc:sldMkLst>
          <pc:docMk/>
          <pc:sldMk cId="688188642" sldId="1145"/>
        </pc:sldMkLst>
        <pc:spChg chg="mod">
          <ac:chgData name="Aritra Mitra" userId="ed282abb-f77d-4912-ae2d-92fef056a80d" providerId="ADAL" clId="{F4C7DE76-A646-4A03-9797-9AE16C24D0A1}" dt="2020-01-14T07:53:26.532" v="3042" actId="20577"/>
          <ac:spMkLst>
            <pc:docMk/>
            <pc:sldMk cId="688188642" sldId="1145"/>
            <ac:spMk id="3" creationId="{61AB16D5-C057-4DBE-8974-20624E75795C}"/>
          </ac:spMkLst>
        </pc:spChg>
        <pc:spChg chg="del">
          <ac:chgData name="Aritra Mitra" userId="ed282abb-f77d-4912-ae2d-92fef056a80d" providerId="ADAL" clId="{F4C7DE76-A646-4A03-9797-9AE16C24D0A1}" dt="2020-01-12T14:35:51.720" v="135" actId="478"/>
          <ac:spMkLst>
            <pc:docMk/>
            <pc:sldMk cId="688188642" sldId="1145"/>
            <ac:spMk id="4" creationId="{04F3FD49-6F47-4795-B2F7-47B5D2F67067}"/>
          </ac:spMkLst>
        </pc:spChg>
        <pc:spChg chg="add del mod">
          <ac:chgData name="Aritra Mitra" userId="ed282abb-f77d-4912-ae2d-92fef056a80d" providerId="ADAL" clId="{F4C7DE76-A646-4A03-9797-9AE16C24D0A1}" dt="2020-01-13T17:17:24.676" v="2635" actId="478"/>
          <ac:spMkLst>
            <pc:docMk/>
            <pc:sldMk cId="688188642" sldId="1145"/>
            <ac:spMk id="5" creationId="{0A0F7301-E7EA-4B47-89DF-8A31859678E9}"/>
          </ac:spMkLst>
        </pc:spChg>
        <pc:spChg chg="add del mod">
          <ac:chgData name="Aritra Mitra" userId="ed282abb-f77d-4912-ae2d-92fef056a80d" providerId="ADAL" clId="{F4C7DE76-A646-4A03-9797-9AE16C24D0A1}" dt="2020-01-13T17:17:55.319" v="2639" actId="478"/>
          <ac:spMkLst>
            <pc:docMk/>
            <pc:sldMk cId="688188642" sldId="1145"/>
            <ac:spMk id="6" creationId="{47C287EE-8640-40A1-9D22-EDACED272B85}"/>
          </ac:spMkLst>
        </pc:spChg>
      </pc:sldChg>
      <pc:sldChg chg="del">
        <pc:chgData name="Aritra Mitra" userId="ed282abb-f77d-4912-ae2d-92fef056a80d" providerId="ADAL" clId="{F4C7DE76-A646-4A03-9797-9AE16C24D0A1}" dt="2020-01-15T08:45:00.901" v="6282" actId="2696"/>
        <pc:sldMkLst>
          <pc:docMk/>
          <pc:sldMk cId="3279834405" sldId="1147"/>
        </pc:sldMkLst>
      </pc:sldChg>
      <pc:sldChg chg="addSp delSp modSp add delAnim modAnim">
        <pc:chgData name="Aritra Mitra" userId="ed282abb-f77d-4912-ae2d-92fef056a80d" providerId="ADAL" clId="{F4C7DE76-A646-4A03-9797-9AE16C24D0A1}" dt="2020-01-15T08:15:13.720" v="5045" actId="113"/>
        <pc:sldMkLst>
          <pc:docMk/>
          <pc:sldMk cId="3715668343" sldId="1161"/>
        </pc:sldMkLst>
        <pc:spChg chg="mod">
          <ac:chgData name="Aritra Mitra" userId="ed282abb-f77d-4912-ae2d-92fef056a80d" providerId="ADAL" clId="{F4C7DE76-A646-4A03-9797-9AE16C24D0A1}" dt="2020-01-15T08:15:03.127" v="5044" actId="113"/>
          <ac:spMkLst>
            <pc:docMk/>
            <pc:sldMk cId="3715668343" sldId="1161"/>
            <ac:spMk id="3" creationId="{ED3B79D1-1780-4CF0-B45C-8C64F1865ABF}"/>
          </ac:spMkLst>
        </pc:spChg>
        <pc:spChg chg="del">
          <ac:chgData name="Aritra Mitra" userId="ed282abb-f77d-4912-ae2d-92fef056a80d" providerId="ADAL" clId="{F4C7DE76-A646-4A03-9797-9AE16C24D0A1}" dt="2020-01-13T17:21:28.231" v="2667" actId="478"/>
          <ac:spMkLst>
            <pc:docMk/>
            <pc:sldMk cId="3715668343" sldId="1161"/>
            <ac:spMk id="4" creationId="{477E2DED-41EB-49D0-A607-5E82671CB8A1}"/>
          </ac:spMkLst>
        </pc:spChg>
        <pc:spChg chg="add mod">
          <ac:chgData name="Aritra Mitra" userId="ed282abb-f77d-4912-ae2d-92fef056a80d" providerId="ADAL" clId="{F4C7DE76-A646-4A03-9797-9AE16C24D0A1}" dt="2020-01-13T17:41:55.310" v="2706" actId="1076"/>
          <ac:spMkLst>
            <pc:docMk/>
            <pc:sldMk cId="3715668343" sldId="1161"/>
            <ac:spMk id="6" creationId="{BE0110AC-0432-4CEC-81C2-CD67FC66AB87}"/>
          </ac:spMkLst>
        </pc:spChg>
        <pc:spChg chg="add mod">
          <ac:chgData name="Aritra Mitra" userId="ed282abb-f77d-4912-ae2d-92fef056a80d" providerId="ADAL" clId="{F4C7DE76-A646-4A03-9797-9AE16C24D0A1}" dt="2020-01-13T17:43:22.547" v="2712" actId="14100"/>
          <ac:spMkLst>
            <pc:docMk/>
            <pc:sldMk cId="3715668343" sldId="1161"/>
            <ac:spMk id="52" creationId="{370892B3-DD23-4AD9-AECB-990245C31FB0}"/>
          </ac:spMkLst>
        </pc:spChg>
        <pc:spChg chg="add mod">
          <ac:chgData name="Aritra Mitra" userId="ed282abb-f77d-4912-ae2d-92fef056a80d" providerId="ADAL" clId="{F4C7DE76-A646-4A03-9797-9AE16C24D0A1}" dt="2020-01-14T03:58:43.670" v="2943" actId="20577"/>
          <ac:spMkLst>
            <pc:docMk/>
            <pc:sldMk cId="3715668343" sldId="1161"/>
            <ac:spMk id="53" creationId="{D065AD96-A532-4B89-9372-AC67C0269AEF}"/>
          </ac:spMkLst>
        </pc:spChg>
        <pc:spChg chg="del">
          <ac:chgData name="Aritra Mitra" userId="ed282abb-f77d-4912-ae2d-92fef056a80d" providerId="ADAL" clId="{F4C7DE76-A646-4A03-9797-9AE16C24D0A1}" dt="2020-01-13T17:21:31.772" v="2668" actId="478"/>
          <ac:spMkLst>
            <pc:docMk/>
            <pc:sldMk cId="3715668343" sldId="1161"/>
            <ac:spMk id="60" creationId="{D579CBB8-181F-4EBD-8D00-BD4D6C32CF6C}"/>
          </ac:spMkLst>
        </pc:spChg>
        <pc:grpChg chg="del">
          <ac:chgData name="Aritra Mitra" userId="ed282abb-f77d-4912-ae2d-92fef056a80d" providerId="ADAL" clId="{F4C7DE76-A646-4A03-9797-9AE16C24D0A1}" dt="2020-01-13T17:21:33.799" v="2669" actId="478"/>
          <ac:grpSpMkLst>
            <pc:docMk/>
            <pc:sldMk cId="3715668343" sldId="1161"/>
            <ac:grpSpMk id="7" creationId="{9B5AC35E-A208-4CFC-B29F-958BAE95F867}"/>
          </ac:grpSpMkLst>
        </pc:grpChg>
        <pc:picChg chg="add mod">
          <ac:chgData name="Aritra Mitra" userId="ed282abb-f77d-4912-ae2d-92fef056a80d" providerId="ADAL" clId="{F4C7DE76-A646-4A03-9797-9AE16C24D0A1}" dt="2020-01-13T17:40:42.781" v="2679" actId="1037"/>
          <ac:picMkLst>
            <pc:docMk/>
            <pc:sldMk cId="3715668343" sldId="1161"/>
            <ac:picMk id="5" creationId="{D2714C74-DBAC-4CFB-A934-F8AD5BAC4735}"/>
          </ac:picMkLst>
        </pc:pic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0" creationId="{90F6CA20-2D56-46AF-921B-66657624275C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1" creationId="{7EC5B7EB-4DE1-4074-870B-4967413D36FB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2" creationId="{FD6E3DFC-643F-4B3F-96DD-0EAFC1FE35B8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3" creationId="{F60004A5-0EAC-4CEB-943A-BAA4B979EAAB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5" creationId="{61D7065F-AC8F-4781-B8D2-3F9D20F541C0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6" creationId="{7D1A9C33-6ECF-4FDD-91D3-0C6023859ED5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7" creationId="{59BBE04C-F3C8-43B1-9B9D-9368C3C0696F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8" creationId="{80392179-F6B2-4C95-81DE-01AFD39A2E78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19" creationId="{3B4FCA8B-EF3F-4A1E-8C1E-4779F2E27F35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1" creationId="{9E43C0BB-2B40-4310-B447-CE26C1341E75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2" creationId="{0CBCDC23-A920-4D91-826A-07B4F69C1C9F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3" creationId="{688360A3-77BB-4A4D-BD39-E67E36B6E7C0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4" creationId="{9229CD30-383A-488F-8FD8-D14BF0673FFE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5" creationId="{E695B578-7307-4BAF-9896-E61E247C0A2E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6" creationId="{DE0F13F1-422F-4F24-9330-B275FC526363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7" creationId="{C8B5C83B-4E57-4A7B-B3C3-380142B5B39B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8" creationId="{7F68888A-6D72-4647-9CEA-281364E779E2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29" creationId="{BB61B6F2-67F1-43DA-AC93-44C6EDF1681B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0" creationId="{36DA9878-C41B-477C-883B-57C0791A0779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1" creationId="{CA169433-B0AF-46B1-8A5D-D51FD85FB9FF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2" creationId="{107BE8F6-9BE9-4618-9DF5-79986A33B675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3" creationId="{2FAFC51C-C4F3-485B-8E05-A36B296EB8B7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4" creationId="{EDBD05B5-C270-455D-8D97-25EEB7CFDA92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5" creationId="{B209B720-AA65-4DD3-BF01-0FF6566B691A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6" creationId="{F1C9BEF0-E1E2-4E2B-BC06-E1F398C72AAA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7" creationId="{CF33B1A6-0955-478E-B25A-094EA1E55C2A}"/>
          </ac:cxnSpMkLst>
        </pc:cxnChg>
        <pc:cxnChg chg="mod">
          <ac:chgData name="Aritra Mitra" userId="ed282abb-f77d-4912-ae2d-92fef056a80d" providerId="ADAL" clId="{F4C7DE76-A646-4A03-9797-9AE16C24D0A1}" dt="2020-01-13T17:21:33.799" v="2669" actId="478"/>
          <ac:cxnSpMkLst>
            <pc:docMk/>
            <pc:sldMk cId="3715668343" sldId="1161"/>
            <ac:cxnSpMk id="38" creationId="{471947FD-0271-421B-A388-2CCDC5940A04}"/>
          </ac:cxnSpMkLst>
        </pc:cxnChg>
      </pc:sldChg>
      <pc:sldChg chg="add">
        <pc:chgData name="Aritra Mitra" userId="ed282abb-f77d-4912-ae2d-92fef056a80d" providerId="ADAL" clId="{F4C7DE76-A646-4A03-9797-9AE16C24D0A1}" dt="2020-01-12T15:56:49.060" v="470"/>
        <pc:sldMkLst>
          <pc:docMk/>
          <pc:sldMk cId="2187391462" sldId="1163"/>
        </pc:sldMkLst>
      </pc:sldChg>
      <pc:sldChg chg="add">
        <pc:chgData name="Aritra Mitra" userId="ed282abb-f77d-4912-ae2d-92fef056a80d" providerId="ADAL" clId="{F4C7DE76-A646-4A03-9797-9AE16C24D0A1}" dt="2020-01-12T15:56:49.060" v="470"/>
        <pc:sldMkLst>
          <pc:docMk/>
          <pc:sldMk cId="803259766" sldId="1164"/>
        </pc:sldMkLst>
      </pc:sldChg>
      <pc:sldChg chg="addSp delSp modSp add">
        <pc:chgData name="Aritra Mitra" userId="ed282abb-f77d-4912-ae2d-92fef056a80d" providerId="ADAL" clId="{F4C7DE76-A646-4A03-9797-9AE16C24D0A1}" dt="2020-01-12T16:22:17.159" v="905" actId="1076"/>
        <pc:sldMkLst>
          <pc:docMk/>
          <pc:sldMk cId="45012251" sldId="1166"/>
        </pc:sldMkLst>
        <pc:spChg chg="del mod">
          <ac:chgData name="Aritra Mitra" userId="ed282abb-f77d-4912-ae2d-92fef056a80d" providerId="ADAL" clId="{F4C7DE76-A646-4A03-9797-9AE16C24D0A1}" dt="2020-01-12T16:22:10.066" v="903" actId="478"/>
          <ac:spMkLst>
            <pc:docMk/>
            <pc:sldMk cId="45012251" sldId="1166"/>
            <ac:spMk id="35" creationId="{00000000-0000-0000-0000-000000000000}"/>
          </ac:spMkLst>
        </pc:spChg>
        <pc:spChg chg="del">
          <ac:chgData name="Aritra Mitra" userId="ed282abb-f77d-4912-ae2d-92fef056a80d" providerId="ADAL" clId="{F4C7DE76-A646-4A03-9797-9AE16C24D0A1}" dt="2020-01-12T16:21:10.294" v="875" actId="478"/>
          <ac:spMkLst>
            <pc:docMk/>
            <pc:sldMk cId="45012251" sldId="1166"/>
            <ac:spMk id="36" creationId="{00000000-0000-0000-0000-000000000000}"/>
          </ac:spMkLst>
        </pc:spChg>
        <pc:spChg chg="add mod">
          <ac:chgData name="Aritra Mitra" userId="ed282abb-f77d-4912-ae2d-92fef056a80d" providerId="ADAL" clId="{F4C7DE76-A646-4A03-9797-9AE16C24D0A1}" dt="2020-01-12T16:14:16.918" v="829" actId="1076"/>
          <ac:spMkLst>
            <pc:docMk/>
            <pc:sldMk cId="45012251" sldId="1166"/>
            <ac:spMk id="37" creationId="{D1DA0AD1-98EE-4DBC-BC84-6D45DB538CBB}"/>
          </ac:spMkLst>
        </pc:spChg>
        <pc:spChg chg="add">
          <ac:chgData name="Aritra Mitra" userId="ed282abb-f77d-4912-ae2d-92fef056a80d" providerId="ADAL" clId="{F4C7DE76-A646-4A03-9797-9AE16C24D0A1}" dt="2020-01-12T16:21:04.945" v="874"/>
          <ac:spMkLst>
            <pc:docMk/>
            <pc:sldMk cId="45012251" sldId="1166"/>
            <ac:spMk id="39" creationId="{E5744DE4-0C68-4B65-88B8-FAC5687F8F1B}"/>
          </ac:spMkLst>
        </pc:spChg>
        <pc:spChg chg="add mod">
          <ac:chgData name="Aritra Mitra" userId="ed282abb-f77d-4912-ae2d-92fef056a80d" providerId="ADAL" clId="{F4C7DE76-A646-4A03-9797-9AE16C24D0A1}" dt="2020-01-12T16:22:17.159" v="905" actId="1076"/>
          <ac:spMkLst>
            <pc:docMk/>
            <pc:sldMk cId="45012251" sldId="1166"/>
            <ac:spMk id="41" creationId="{BA38D5A4-935B-41AA-A8AB-0D061A62BD84}"/>
          </ac:spMkLst>
        </pc:spChg>
        <pc:cxnChg chg="add">
          <ac:chgData name="Aritra Mitra" userId="ed282abb-f77d-4912-ae2d-92fef056a80d" providerId="ADAL" clId="{F4C7DE76-A646-4A03-9797-9AE16C24D0A1}" dt="2020-01-12T16:21:04.945" v="874"/>
          <ac:cxnSpMkLst>
            <pc:docMk/>
            <pc:sldMk cId="45012251" sldId="1166"/>
            <ac:cxnSpMk id="40" creationId="{8889858A-CC94-451A-967E-A2A0D356EAF2}"/>
          </ac:cxnSpMkLst>
        </pc:cxnChg>
      </pc:sldChg>
      <pc:sldChg chg="addSp delSp modSp add">
        <pc:chgData name="Aritra Mitra" userId="ed282abb-f77d-4912-ae2d-92fef056a80d" providerId="ADAL" clId="{F4C7DE76-A646-4A03-9797-9AE16C24D0A1}" dt="2020-01-12T16:22:00.989" v="901"/>
        <pc:sldMkLst>
          <pc:docMk/>
          <pc:sldMk cId="1564637819" sldId="1168"/>
        </pc:sldMkLst>
        <pc:spChg chg="del">
          <ac:chgData name="Aritra Mitra" userId="ed282abb-f77d-4912-ae2d-92fef056a80d" providerId="ADAL" clId="{F4C7DE76-A646-4A03-9797-9AE16C24D0A1}" dt="2020-01-12T16:22:00.003" v="900" actId="478"/>
          <ac:spMkLst>
            <pc:docMk/>
            <pc:sldMk cId="1564637819" sldId="1168"/>
            <ac:spMk id="35" creationId="{00000000-0000-0000-0000-000000000000}"/>
          </ac:spMkLst>
        </pc:spChg>
        <pc:spChg chg="del">
          <ac:chgData name="Aritra Mitra" userId="ed282abb-f77d-4912-ae2d-92fef056a80d" providerId="ADAL" clId="{F4C7DE76-A646-4A03-9797-9AE16C24D0A1}" dt="2020-01-12T16:21:18.232" v="877" actId="478"/>
          <ac:spMkLst>
            <pc:docMk/>
            <pc:sldMk cId="1564637819" sldId="1168"/>
            <ac:spMk id="36" creationId="{00000000-0000-0000-0000-000000000000}"/>
          </ac:spMkLst>
        </pc:spChg>
        <pc:spChg chg="add mod">
          <ac:chgData name="Aritra Mitra" userId="ed282abb-f77d-4912-ae2d-92fef056a80d" providerId="ADAL" clId="{F4C7DE76-A646-4A03-9797-9AE16C24D0A1}" dt="2020-01-12T16:17:10.352" v="841" actId="1076"/>
          <ac:spMkLst>
            <pc:docMk/>
            <pc:sldMk cId="1564637819" sldId="1168"/>
            <ac:spMk id="39" creationId="{EEC1A671-BAEE-4CCE-AAC6-8204D16F9ACA}"/>
          </ac:spMkLst>
        </pc:spChg>
        <pc:spChg chg="add">
          <ac:chgData name="Aritra Mitra" userId="ed282abb-f77d-4912-ae2d-92fef056a80d" providerId="ADAL" clId="{F4C7DE76-A646-4A03-9797-9AE16C24D0A1}" dt="2020-01-12T16:21:14.424" v="876"/>
          <ac:spMkLst>
            <pc:docMk/>
            <pc:sldMk cId="1564637819" sldId="1168"/>
            <ac:spMk id="40" creationId="{7014DA08-93EC-4BFC-AA9C-6A0199478213}"/>
          </ac:spMkLst>
        </pc:spChg>
        <pc:spChg chg="add">
          <ac:chgData name="Aritra Mitra" userId="ed282abb-f77d-4912-ae2d-92fef056a80d" providerId="ADAL" clId="{F4C7DE76-A646-4A03-9797-9AE16C24D0A1}" dt="2020-01-12T16:22:00.989" v="901"/>
          <ac:spMkLst>
            <pc:docMk/>
            <pc:sldMk cId="1564637819" sldId="1168"/>
            <ac:spMk id="44" creationId="{E66C65DF-D9D7-4D12-8F74-555A6BA80667}"/>
          </ac:spMkLst>
        </pc:spChg>
        <pc:cxnChg chg="add">
          <ac:chgData name="Aritra Mitra" userId="ed282abb-f77d-4912-ae2d-92fef056a80d" providerId="ADAL" clId="{F4C7DE76-A646-4A03-9797-9AE16C24D0A1}" dt="2020-01-12T16:21:14.424" v="876"/>
          <ac:cxnSpMkLst>
            <pc:docMk/>
            <pc:sldMk cId="1564637819" sldId="1168"/>
            <ac:cxnSpMk id="41" creationId="{91ACC113-A4AD-4616-AADC-C607FF5290AE}"/>
          </ac:cxnSpMkLst>
        </pc:cxnChg>
      </pc:sldChg>
      <pc:sldChg chg="addSp delSp modSp add">
        <pc:chgData name="Aritra Mitra" userId="ed282abb-f77d-4912-ae2d-92fef056a80d" providerId="ADAL" clId="{F4C7DE76-A646-4A03-9797-9AE16C24D0A1}" dt="2020-01-12T16:21:55.216" v="899" actId="1076"/>
        <pc:sldMkLst>
          <pc:docMk/>
          <pc:sldMk cId="2165136422" sldId="1169"/>
        </pc:sldMkLst>
        <pc:spChg chg="mod">
          <ac:chgData name="Aritra Mitra" userId="ed282abb-f77d-4912-ae2d-92fef056a80d" providerId="ADAL" clId="{F4C7DE76-A646-4A03-9797-9AE16C24D0A1}" dt="2020-01-12T16:21:55.216" v="899" actId="1076"/>
          <ac:spMkLst>
            <pc:docMk/>
            <pc:sldMk cId="2165136422" sldId="1169"/>
            <ac:spMk id="35" creationId="{00000000-0000-0000-0000-000000000000}"/>
          </ac:spMkLst>
        </pc:spChg>
        <pc:spChg chg="del">
          <ac:chgData name="Aritra Mitra" userId="ed282abb-f77d-4912-ae2d-92fef056a80d" providerId="ADAL" clId="{F4C7DE76-A646-4A03-9797-9AE16C24D0A1}" dt="2020-01-12T16:21:29.368" v="879" actId="478"/>
          <ac:spMkLst>
            <pc:docMk/>
            <pc:sldMk cId="2165136422" sldId="1169"/>
            <ac:spMk id="36" creationId="{00000000-0000-0000-0000-000000000000}"/>
          </ac:spMkLst>
        </pc:spChg>
        <pc:spChg chg="add mod">
          <ac:chgData name="Aritra Mitra" userId="ed282abb-f77d-4912-ae2d-92fef056a80d" providerId="ADAL" clId="{F4C7DE76-A646-4A03-9797-9AE16C24D0A1}" dt="2020-01-12T16:17:32.278" v="844" actId="1076"/>
          <ac:spMkLst>
            <pc:docMk/>
            <pc:sldMk cId="2165136422" sldId="1169"/>
            <ac:spMk id="40" creationId="{87F47740-0D78-4BAC-831C-A8AECC65AED1}"/>
          </ac:spMkLst>
        </pc:spChg>
        <pc:spChg chg="add">
          <ac:chgData name="Aritra Mitra" userId="ed282abb-f77d-4912-ae2d-92fef056a80d" providerId="ADAL" clId="{F4C7DE76-A646-4A03-9797-9AE16C24D0A1}" dt="2020-01-12T16:21:24.507" v="878"/>
          <ac:spMkLst>
            <pc:docMk/>
            <pc:sldMk cId="2165136422" sldId="1169"/>
            <ac:spMk id="41" creationId="{9294879D-0A1F-44B6-AEC5-D0473B264EE1}"/>
          </ac:spMkLst>
        </pc:spChg>
        <pc:cxnChg chg="add">
          <ac:chgData name="Aritra Mitra" userId="ed282abb-f77d-4912-ae2d-92fef056a80d" providerId="ADAL" clId="{F4C7DE76-A646-4A03-9797-9AE16C24D0A1}" dt="2020-01-12T16:21:24.507" v="878"/>
          <ac:cxnSpMkLst>
            <pc:docMk/>
            <pc:sldMk cId="2165136422" sldId="1169"/>
            <ac:cxnSpMk id="44" creationId="{EB0B8795-2108-4E3E-8AF1-AC7D6CC7C55F}"/>
          </ac:cxnSpMkLst>
        </pc:cxnChg>
      </pc:sldChg>
      <pc:sldChg chg="modSp add modAnim">
        <pc:chgData name="Aritra Mitra" userId="ed282abb-f77d-4912-ae2d-92fef056a80d" providerId="ADAL" clId="{F4C7DE76-A646-4A03-9797-9AE16C24D0A1}" dt="2020-01-15T08:38:08.604" v="5986" actId="20577"/>
        <pc:sldMkLst>
          <pc:docMk/>
          <pc:sldMk cId="1663122039" sldId="1170"/>
        </pc:sldMkLst>
        <pc:spChg chg="mod">
          <ac:chgData name="Aritra Mitra" userId="ed282abb-f77d-4912-ae2d-92fef056a80d" providerId="ADAL" clId="{F4C7DE76-A646-4A03-9797-9AE16C24D0A1}" dt="2020-01-15T08:38:08.604" v="5986" actId="20577"/>
          <ac:spMkLst>
            <pc:docMk/>
            <pc:sldMk cId="1663122039" sldId="1170"/>
            <ac:spMk id="3" creationId="{629874E2-8B3A-4440-948A-BB70D449B404}"/>
          </ac:spMkLst>
        </pc:spChg>
      </pc:sldChg>
      <pc:sldChg chg="addSp delSp modSp add">
        <pc:chgData name="Aritra Mitra" userId="ed282abb-f77d-4912-ae2d-92fef056a80d" providerId="ADAL" clId="{F4C7DE76-A646-4A03-9797-9AE16C24D0A1}" dt="2020-01-15T08:22:22.696" v="5250" actId="164"/>
        <pc:sldMkLst>
          <pc:docMk/>
          <pc:sldMk cId="138291223" sldId="1171"/>
        </pc:sldMkLst>
        <pc:spChg chg="del">
          <ac:chgData name="Aritra Mitra" userId="ed282abb-f77d-4912-ae2d-92fef056a80d" providerId="ADAL" clId="{F4C7DE76-A646-4A03-9797-9AE16C24D0A1}" dt="2020-01-15T04:35:24.469" v="3062" actId="478"/>
          <ac:spMkLst>
            <pc:docMk/>
            <pc:sldMk cId="138291223" sldId="1171"/>
            <ac:spMk id="2" creationId="{D3EAA12C-AD97-4BFB-9461-821E964A9111}"/>
          </ac:spMkLst>
        </pc:spChg>
        <pc:spChg chg="del">
          <ac:chgData name="Aritra Mitra" userId="ed282abb-f77d-4912-ae2d-92fef056a80d" providerId="ADAL" clId="{F4C7DE76-A646-4A03-9797-9AE16C24D0A1}" dt="2020-01-15T04:35:28.092" v="3063" actId="478"/>
          <ac:spMkLst>
            <pc:docMk/>
            <pc:sldMk cId="138291223" sldId="1171"/>
            <ac:spMk id="3" creationId="{A2C6AEA0-C78C-40B0-B364-F4D149B9D475}"/>
          </ac:spMkLst>
        </pc:spChg>
        <pc:spChg chg="del mod">
          <ac:chgData name="Aritra Mitra" userId="ed282abb-f77d-4912-ae2d-92fef056a80d" providerId="ADAL" clId="{F4C7DE76-A646-4A03-9797-9AE16C24D0A1}" dt="2020-01-15T04:39:41.227" v="3086" actId="478"/>
          <ac:spMkLst>
            <pc:docMk/>
            <pc:sldMk cId="138291223" sldId="1171"/>
            <ac:spMk id="50" creationId="{57754CA2-E7A0-459D-B704-28ED7451E6CF}"/>
          </ac:spMkLst>
        </pc:spChg>
        <pc:spChg chg="mod">
          <ac:chgData name="Aritra Mitra" userId="ed282abb-f77d-4912-ae2d-92fef056a80d" providerId="ADAL" clId="{F4C7DE76-A646-4A03-9797-9AE16C24D0A1}" dt="2020-01-15T04:37:27.390" v="3078" actId="207"/>
          <ac:spMkLst>
            <pc:docMk/>
            <pc:sldMk cId="138291223" sldId="1171"/>
            <ac:spMk id="56" creationId="{351C98C1-26D7-4089-90A1-7CF75384D752}"/>
          </ac:spMkLst>
        </pc:spChg>
        <pc:spChg chg="mod">
          <ac:chgData name="Aritra Mitra" userId="ed282abb-f77d-4912-ae2d-92fef056a80d" providerId="ADAL" clId="{F4C7DE76-A646-4A03-9797-9AE16C24D0A1}" dt="2020-01-15T04:38:02.660" v="3083" actId="1582"/>
          <ac:spMkLst>
            <pc:docMk/>
            <pc:sldMk cId="138291223" sldId="1171"/>
            <ac:spMk id="81" creationId="{7FBB7D50-A47B-445F-A95A-16BC27450024}"/>
          </ac:spMkLst>
        </pc:spChg>
        <pc:spChg chg="mod">
          <ac:chgData name="Aritra Mitra" userId="ed282abb-f77d-4912-ae2d-92fef056a80d" providerId="ADAL" clId="{F4C7DE76-A646-4A03-9797-9AE16C24D0A1}" dt="2020-01-15T04:37:27.390" v="3078" actId="207"/>
          <ac:spMkLst>
            <pc:docMk/>
            <pc:sldMk cId="138291223" sldId="1171"/>
            <ac:spMk id="82" creationId="{F919B51B-794B-468D-81E2-C715C5B886BA}"/>
          </ac:spMkLst>
        </pc:spChg>
        <pc:spChg chg="mod">
          <ac:chgData name="Aritra Mitra" userId="ed282abb-f77d-4912-ae2d-92fef056a80d" providerId="ADAL" clId="{F4C7DE76-A646-4A03-9797-9AE16C24D0A1}" dt="2020-01-15T04:37:27.390" v="3078" actId="207"/>
          <ac:spMkLst>
            <pc:docMk/>
            <pc:sldMk cId="138291223" sldId="1171"/>
            <ac:spMk id="83" creationId="{E1201FDD-53FE-480C-81A3-8BC2B480BCD5}"/>
          </ac:spMkLst>
        </pc:spChg>
        <pc:spChg chg="mod">
          <ac:chgData name="Aritra Mitra" userId="ed282abb-f77d-4912-ae2d-92fef056a80d" providerId="ADAL" clId="{F4C7DE76-A646-4A03-9797-9AE16C24D0A1}" dt="2020-01-15T04:38:02.660" v="3083" actId="1582"/>
          <ac:spMkLst>
            <pc:docMk/>
            <pc:sldMk cId="138291223" sldId="1171"/>
            <ac:spMk id="84" creationId="{F35851D7-EDA9-4FD6-A2B8-A8B890148511}"/>
          </ac:spMkLst>
        </pc:spChg>
        <pc:spChg chg="mod">
          <ac:chgData name="Aritra Mitra" userId="ed282abb-f77d-4912-ae2d-92fef056a80d" providerId="ADAL" clId="{F4C7DE76-A646-4A03-9797-9AE16C24D0A1}" dt="2020-01-15T04:38:02.660" v="3083" actId="1582"/>
          <ac:spMkLst>
            <pc:docMk/>
            <pc:sldMk cId="138291223" sldId="1171"/>
            <ac:spMk id="85" creationId="{CDBA0319-2574-4391-9498-D4E1A04B96B4}"/>
          </ac:spMkLst>
        </pc:spChg>
        <pc:spChg chg="mod">
          <ac:chgData name="Aritra Mitra" userId="ed282abb-f77d-4912-ae2d-92fef056a80d" providerId="ADAL" clId="{F4C7DE76-A646-4A03-9797-9AE16C24D0A1}" dt="2020-01-15T04:38:02.660" v="3083" actId="1582"/>
          <ac:spMkLst>
            <pc:docMk/>
            <pc:sldMk cId="138291223" sldId="1171"/>
            <ac:spMk id="86" creationId="{D7F06753-EE29-4838-86D1-7603B75FCA9E}"/>
          </ac:spMkLst>
        </pc:spChg>
        <pc:spChg chg="mod">
          <ac:chgData name="Aritra Mitra" userId="ed282abb-f77d-4912-ae2d-92fef056a80d" providerId="ADAL" clId="{F4C7DE76-A646-4A03-9797-9AE16C24D0A1}" dt="2020-01-15T04:38:02.660" v="3083" actId="1582"/>
          <ac:spMkLst>
            <pc:docMk/>
            <pc:sldMk cId="138291223" sldId="1171"/>
            <ac:spMk id="87" creationId="{30746F1B-217A-41EB-805A-17529DBA4C88}"/>
          </ac:spMkLst>
        </pc:spChg>
        <pc:spChg chg="mod">
          <ac:chgData name="Aritra Mitra" userId="ed282abb-f77d-4912-ae2d-92fef056a80d" providerId="ADAL" clId="{F4C7DE76-A646-4A03-9797-9AE16C24D0A1}" dt="2020-01-15T04:38:02.660" v="3083" actId="1582"/>
          <ac:spMkLst>
            <pc:docMk/>
            <pc:sldMk cId="138291223" sldId="1171"/>
            <ac:spMk id="88" creationId="{B96F6813-3124-478D-B842-983C35D6FAB8}"/>
          </ac:spMkLst>
        </pc:spChg>
        <pc:spChg chg="mod">
          <ac:chgData name="Aritra Mitra" userId="ed282abb-f77d-4912-ae2d-92fef056a80d" providerId="ADAL" clId="{F4C7DE76-A646-4A03-9797-9AE16C24D0A1}" dt="2020-01-15T04:37:27.390" v="3078" actId="207"/>
          <ac:spMkLst>
            <pc:docMk/>
            <pc:sldMk cId="138291223" sldId="1171"/>
            <ac:spMk id="89" creationId="{EF4B57B9-9583-445A-8133-2ECCCCDA5AB7}"/>
          </ac:spMkLst>
        </pc:spChg>
        <pc:spChg chg="mod">
          <ac:chgData name="Aritra Mitra" userId="ed282abb-f77d-4912-ae2d-92fef056a80d" providerId="ADAL" clId="{F4C7DE76-A646-4A03-9797-9AE16C24D0A1}" dt="2020-01-15T04:37:27.390" v="3078" actId="207"/>
          <ac:spMkLst>
            <pc:docMk/>
            <pc:sldMk cId="138291223" sldId="1171"/>
            <ac:spMk id="90" creationId="{51403368-F23B-4F6D-9E76-109FFD4C3B82}"/>
          </ac:spMkLst>
        </pc:spChg>
        <pc:spChg chg="mod">
          <ac:chgData name="Aritra Mitra" userId="ed282abb-f77d-4912-ae2d-92fef056a80d" providerId="ADAL" clId="{F4C7DE76-A646-4A03-9797-9AE16C24D0A1}" dt="2020-01-15T04:37:27.390" v="3078" actId="207"/>
          <ac:spMkLst>
            <pc:docMk/>
            <pc:sldMk cId="138291223" sldId="1171"/>
            <ac:spMk id="91" creationId="{7B3FBCC4-2F2E-4453-AFAB-21E67D5EDEA4}"/>
          </ac:spMkLst>
        </pc:spChg>
        <pc:spChg chg="mod">
          <ac:chgData name="Aritra Mitra" userId="ed282abb-f77d-4912-ae2d-92fef056a80d" providerId="ADAL" clId="{F4C7DE76-A646-4A03-9797-9AE16C24D0A1}" dt="2020-01-15T04:37:27.390" v="3078" actId="207"/>
          <ac:spMkLst>
            <pc:docMk/>
            <pc:sldMk cId="138291223" sldId="1171"/>
            <ac:spMk id="92" creationId="{46C46690-774B-402B-B08E-9D6FA2C2A9D2}"/>
          </ac:spMkLst>
        </pc:spChg>
        <pc:spChg chg="mod">
          <ac:chgData name="Aritra Mitra" userId="ed282abb-f77d-4912-ae2d-92fef056a80d" providerId="ADAL" clId="{F4C7DE76-A646-4A03-9797-9AE16C24D0A1}" dt="2020-01-15T04:37:27.390" v="3078" actId="207"/>
          <ac:spMkLst>
            <pc:docMk/>
            <pc:sldMk cId="138291223" sldId="1171"/>
            <ac:spMk id="93" creationId="{912295FC-B795-4D57-95EE-7D42B8420792}"/>
          </ac:spMkLst>
        </pc:spChg>
        <pc:spChg chg="add mod">
          <ac:chgData name="Aritra Mitra" userId="ed282abb-f77d-4912-ae2d-92fef056a80d" providerId="ADAL" clId="{F4C7DE76-A646-4A03-9797-9AE16C24D0A1}" dt="2020-01-15T04:36:55.395" v="3075" actId="571"/>
          <ac:spMkLst>
            <pc:docMk/>
            <pc:sldMk cId="138291223" sldId="1171"/>
            <ac:spMk id="103" creationId="{84B71517-B3DA-4127-B75B-E1DA1D48123A}"/>
          </ac:spMkLst>
        </pc:spChg>
        <pc:spChg chg="add mod">
          <ac:chgData name="Aritra Mitra" userId="ed282abb-f77d-4912-ae2d-92fef056a80d" providerId="ADAL" clId="{F4C7DE76-A646-4A03-9797-9AE16C24D0A1}" dt="2020-01-15T04:36:55.395" v="3075" actId="571"/>
          <ac:spMkLst>
            <pc:docMk/>
            <pc:sldMk cId="138291223" sldId="1171"/>
            <ac:spMk id="104" creationId="{EC81FEC7-D987-4221-89A7-6EBF8B44BDBF}"/>
          </ac:spMkLst>
        </pc:spChg>
        <pc:spChg chg="add mod">
          <ac:chgData name="Aritra Mitra" userId="ed282abb-f77d-4912-ae2d-92fef056a80d" providerId="ADAL" clId="{F4C7DE76-A646-4A03-9797-9AE16C24D0A1}" dt="2020-01-15T04:36:55.395" v="3075" actId="571"/>
          <ac:spMkLst>
            <pc:docMk/>
            <pc:sldMk cId="138291223" sldId="1171"/>
            <ac:spMk id="105" creationId="{B0A1B1E8-E925-4076-9A84-C7A074D78DD0}"/>
          </ac:spMkLst>
        </pc:spChg>
        <pc:spChg chg="add mod">
          <ac:chgData name="Aritra Mitra" userId="ed282abb-f77d-4912-ae2d-92fef056a80d" providerId="ADAL" clId="{F4C7DE76-A646-4A03-9797-9AE16C24D0A1}" dt="2020-01-15T04:36:55.395" v="3075" actId="571"/>
          <ac:spMkLst>
            <pc:docMk/>
            <pc:sldMk cId="138291223" sldId="1171"/>
            <ac:spMk id="106" creationId="{8B45C4AB-6C4F-4B08-AF29-026FE1F727DD}"/>
          </ac:spMkLst>
        </pc:spChg>
        <pc:spChg chg="add mod">
          <ac:chgData name="Aritra Mitra" userId="ed282abb-f77d-4912-ae2d-92fef056a80d" providerId="ADAL" clId="{F4C7DE76-A646-4A03-9797-9AE16C24D0A1}" dt="2020-01-15T04:36:55.395" v="3075" actId="571"/>
          <ac:spMkLst>
            <pc:docMk/>
            <pc:sldMk cId="138291223" sldId="1171"/>
            <ac:spMk id="107" creationId="{93395D21-4F73-48E9-BF70-418BBB3BB4EE}"/>
          </ac:spMkLst>
        </pc:spChg>
        <pc:spChg chg="add mod">
          <ac:chgData name="Aritra Mitra" userId="ed282abb-f77d-4912-ae2d-92fef056a80d" providerId="ADAL" clId="{F4C7DE76-A646-4A03-9797-9AE16C24D0A1}" dt="2020-01-15T04:36:55.395" v="3075" actId="571"/>
          <ac:spMkLst>
            <pc:docMk/>
            <pc:sldMk cId="138291223" sldId="1171"/>
            <ac:spMk id="108" creationId="{3F03766B-2A48-4DD8-8D8F-E98C53C3D4AB}"/>
          </ac:spMkLst>
        </pc:spChg>
        <pc:spChg chg="add mod">
          <ac:chgData name="Aritra Mitra" userId="ed282abb-f77d-4912-ae2d-92fef056a80d" providerId="ADAL" clId="{F4C7DE76-A646-4A03-9797-9AE16C24D0A1}" dt="2020-01-15T04:37:44.983" v="3080" actId="571"/>
          <ac:spMkLst>
            <pc:docMk/>
            <pc:sldMk cId="138291223" sldId="1171"/>
            <ac:spMk id="116" creationId="{8A32AB78-3B29-4260-8ED8-BC2C1DA35FB8}"/>
          </ac:spMkLst>
        </pc:spChg>
        <pc:spChg chg="add mod">
          <ac:chgData name="Aritra Mitra" userId="ed282abb-f77d-4912-ae2d-92fef056a80d" providerId="ADAL" clId="{F4C7DE76-A646-4A03-9797-9AE16C24D0A1}" dt="2020-01-15T04:37:44.983" v="3080" actId="571"/>
          <ac:spMkLst>
            <pc:docMk/>
            <pc:sldMk cId="138291223" sldId="1171"/>
            <ac:spMk id="117" creationId="{BBA51A72-98DF-4B63-A2EE-A006B30F5E7B}"/>
          </ac:spMkLst>
        </pc:spChg>
        <pc:spChg chg="add mod">
          <ac:chgData name="Aritra Mitra" userId="ed282abb-f77d-4912-ae2d-92fef056a80d" providerId="ADAL" clId="{F4C7DE76-A646-4A03-9797-9AE16C24D0A1}" dt="2020-01-15T04:37:44.983" v="3080" actId="571"/>
          <ac:spMkLst>
            <pc:docMk/>
            <pc:sldMk cId="138291223" sldId="1171"/>
            <ac:spMk id="118" creationId="{EDDB766F-5137-4E8C-AFB0-BEC113996C34}"/>
          </ac:spMkLst>
        </pc:spChg>
        <pc:spChg chg="add mod">
          <ac:chgData name="Aritra Mitra" userId="ed282abb-f77d-4912-ae2d-92fef056a80d" providerId="ADAL" clId="{F4C7DE76-A646-4A03-9797-9AE16C24D0A1}" dt="2020-01-15T04:37:44.983" v="3080" actId="571"/>
          <ac:spMkLst>
            <pc:docMk/>
            <pc:sldMk cId="138291223" sldId="1171"/>
            <ac:spMk id="119" creationId="{CC6613B7-2726-465C-9F84-71877EB6BD28}"/>
          </ac:spMkLst>
        </pc:spChg>
        <pc:spChg chg="add mod">
          <ac:chgData name="Aritra Mitra" userId="ed282abb-f77d-4912-ae2d-92fef056a80d" providerId="ADAL" clId="{F4C7DE76-A646-4A03-9797-9AE16C24D0A1}" dt="2020-01-15T08:22:22.696" v="5250" actId="164"/>
          <ac:spMkLst>
            <pc:docMk/>
            <pc:sldMk cId="138291223" sldId="1171"/>
            <ac:spMk id="120" creationId="{09857C1B-A3EC-41DF-A569-7E06C80792D0}"/>
          </ac:spMkLst>
        </pc:spChg>
        <pc:spChg chg="add mod">
          <ac:chgData name="Aritra Mitra" userId="ed282abb-f77d-4912-ae2d-92fef056a80d" providerId="ADAL" clId="{F4C7DE76-A646-4A03-9797-9AE16C24D0A1}" dt="2020-01-15T05:03:00.643" v="3978" actId="1076"/>
          <ac:spMkLst>
            <pc:docMk/>
            <pc:sldMk cId="138291223" sldId="1171"/>
            <ac:spMk id="121" creationId="{905C9B2A-CD37-4B21-BECB-08D04A9D0888}"/>
          </ac:spMkLst>
        </pc:spChg>
        <pc:spChg chg="add mod">
          <ac:chgData name="Aritra Mitra" userId="ed282abb-f77d-4912-ae2d-92fef056a80d" providerId="ADAL" clId="{F4C7DE76-A646-4A03-9797-9AE16C24D0A1}" dt="2020-01-15T05:05:23.073" v="4027" actId="207"/>
          <ac:spMkLst>
            <pc:docMk/>
            <pc:sldMk cId="138291223" sldId="1171"/>
            <ac:spMk id="122" creationId="{47578DAE-B256-430D-B135-E0D578C0DAFF}"/>
          </ac:spMkLst>
        </pc:spChg>
        <pc:spChg chg="add mod">
          <ac:chgData name="Aritra Mitra" userId="ed282abb-f77d-4912-ae2d-92fef056a80d" providerId="ADAL" clId="{F4C7DE76-A646-4A03-9797-9AE16C24D0A1}" dt="2020-01-15T05:03:26.323" v="4023" actId="1038"/>
          <ac:spMkLst>
            <pc:docMk/>
            <pc:sldMk cId="138291223" sldId="1171"/>
            <ac:spMk id="123" creationId="{EFF4ECB4-511F-4AD2-AB24-7EAB1B534B2C}"/>
          </ac:spMkLst>
        </pc:spChg>
        <pc:spChg chg="add mod">
          <ac:chgData name="Aritra Mitra" userId="ed282abb-f77d-4912-ae2d-92fef056a80d" providerId="ADAL" clId="{F4C7DE76-A646-4A03-9797-9AE16C24D0A1}" dt="2020-01-15T08:09:32.131" v="5041" actId="1076"/>
          <ac:spMkLst>
            <pc:docMk/>
            <pc:sldMk cId="138291223" sldId="1171"/>
            <ac:spMk id="124" creationId="{3F875628-C651-41E2-9A19-C8B4E5C60C8F}"/>
          </ac:spMkLst>
        </pc:spChg>
        <pc:grpChg chg="add del mod">
          <ac:chgData name="Aritra Mitra" userId="ed282abb-f77d-4912-ae2d-92fef056a80d" providerId="ADAL" clId="{F4C7DE76-A646-4A03-9797-9AE16C24D0A1}" dt="2020-01-15T04:35:57.826" v="3067" actId="478"/>
          <ac:grpSpMkLst>
            <pc:docMk/>
            <pc:sldMk cId="138291223" sldId="1171"/>
            <ac:grpSpMk id="4" creationId="{C6B7DE2C-810F-40E2-9F85-70CDE8253FF9}"/>
          </ac:grpSpMkLst>
        </pc:grpChg>
        <pc:grpChg chg="add mod">
          <ac:chgData name="Aritra Mitra" userId="ed282abb-f77d-4912-ae2d-92fef056a80d" providerId="ADAL" clId="{F4C7DE76-A646-4A03-9797-9AE16C24D0A1}" dt="2020-01-15T08:22:22.696" v="5250" actId="164"/>
          <ac:grpSpMkLst>
            <pc:docMk/>
            <pc:sldMk cId="138291223" sldId="1171"/>
            <ac:grpSpMk id="49" creationId="{37FA1C1E-0248-4CA7-A187-0B166962496A}"/>
          </ac:grpSpMkLst>
        </pc:grpChg>
        <pc:grpChg chg="mod">
          <ac:chgData name="Aritra Mitra" userId="ed282abb-f77d-4912-ae2d-92fef056a80d" providerId="ADAL" clId="{F4C7DE76-A646-4A03-9797-9AE16C24D0A1}" dt="2020-01-15T04:37:44.983" v="3080" actId="571"/>
          <ac:grpSpMkLst>
            <pc:docMk/>
            <pc:sldMk cId="138291223" sldId="1171"/>
            <ac:grpSpMk id="51" creationId="{7EB481C6-302D-41F4-85F7-0E7F47B5B515}"/>
          </ac:grpSpMkLst>
        </pc:grpChg>
        <pc:grpChg chg="mod">
          <ac:chgData name="Aritra Mitra" userId="ed282abb-f77d-4912-ae2d-92fef056a80d" providerId="ADAL" clId="{F4C7DE76-A646-4A03-9797-9AE16C24D0A1}" dt="2020-01-15T04:37:44.983" v="3080" actId="571"/>
          <ac:grpSpMkLst>
            <pc:docMk/>
            <pc:sldMk cId="138291223" sldId="1171"/>
            <ac:grpSpMk id="62" creationId="{3B15BE83-77FE-493D-84F8-6960F4CB78C9}"/>
          </ac:grpSpMkLst>
        </pc:grpChg>
        <pc:grpChg chg="add mod">
          <ac:chgData name="Aritra Mitra" userId="ed282abb-f77d-4912-ae2d-92fef056a80d" providerId="ADAL" clId="{F4C7DE76-A646-4A03-9797-9AE16C24D0A1}" dt="2020-01-15T08:22:22.696" v="5250" actId="164"/>
          <ac:grpSpMkLst>
            <pc:docMk/>
            <pc:sldMk cId="138291223" sldId="1171"/>
            <ac:grpSpMk id="125" creationId="{6679A201-DD6C-407E-A694-B4C219AD490A}"/>
          </ac:grpSpMkLst>
        </pc:grp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7" creationId="{81D38D8B-B007-47F2-BF40-D5F900C8E940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8" creationId="{7924767D-7F61-4268-8A4E-A51F688669C2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9" creationId="{7FD0DBCD-B10A-43F1-BDE2-482F85D186D4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10" creationId="{0F079434-CC1C-4CEC-902F-25E46C75AF6F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12" creationId="{596EF3E0-597C-4721-98BB-5BB1F69FA854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13" creationId="{B5FD1312-4C54-4AAE-8469-9E779DD4A709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14" creationId="{850BEC6C-691A-4A11-B487-FFE5CA6C4483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15" creationId="{42B81F00-09F5-49C2-AC20-4F4EE305988C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16" creationId="{80ECC116-0294-4E3E-8394-7309BAC31E50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18" creationId="{2708B975-33AB-4C26-ABD5-80F68E64B8EB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19" creationId="{1FDC4EDD-7731-4406-A679-375DF11A2FE7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0" creationId="{A53EB74C-6605-4EFD-A893-6E8D42957A65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1" creationId="{7989F7A7-609F-45E7-B932-87E34087A3E7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2" creationId="{8F60B049-0E2D-4DC8-97E0-73C4D8C5EEB8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3" creationId="{EE6F24EA-BC2C-4D6C-AC2C-308673109B14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4" creationId="{AA2BF1F5-D714-40F2-975F-5576E798536E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5" creationId="{F9B31CDD-EB4B-4670-9B50-EBB34D469C45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6" creationId="{733C91A5-5129-44D8-881B-2930BC2DFEDD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7" creationId="{5F8567C7-DA1F-4DE4-BDC9-67B38D0F27A6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8" creationId="{A7E9C8A8-8C87-4C38-9B08-4C63001C77D3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29" creationId="{E01F37ED-7D22-4F73-8EF7-08937F91F707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30" creationId="{2236C27A-1A49-4BAB-8FD1-5D423008BFB7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31" creationId="{291D2962-DE5C-44DD-8864-8E6482F66DC4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32" creationId="{99D9F981-9301-48F7-B56A-8392B17B5E7B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33" creationId="{0D34A173-B278-47CF-AC42-D14C0518AAB1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34" creationId="{C69A358F-5AAB-442E-8590-C05BB7A1469E}"/>
          </ac:cxnSpMkLst>
        </pc:cxnChg>
        <pc:cxnChg chg="mod">
          <ac:chgData name="Aritra Mitra" userId="ed282abb-f77d-4912-ae2d-92fef056a80d" providerId="ADAL" clId="{F4C7DE76-A646-4A03-9797-9AE16C24D0A1}" dt="2020-01-15T04:35:57.826" v="3067" actId="478"/>
          <ac:cxnSpMkLst>
            <pc:docMk/>
            <pc:sldMk cId="138291223" sldId="1171"/>
            <ac:cxnSpMk id="35" creationId="{66FEF4F2-3196-4B8E-ADFA-8E691732C5EF}"/>
          </ac:cxnSpMkLst>
        </pc:cxnChg>
        <pc:cxnChg chg="mod">
          <ac:chgData name="Aritra Mitra" userId="ed282abb-f77d-4912-ae2d-92fef056a80d" providerId="ADAL" clId="{F4C7DE76-A646-4A03-9797-9AE16C24D0A1}" dt="2020-01-15T04:49:37.304" v="3361" actId="1582"/>
          <ac:cxnSpMkLst>
            <pc:docMk/>
            <pc:sldMk cId="138291223" sldId="1171"/>
            <ac:cxnSpMk id="52" creationId="{830A8267-6EC2-49AB-B179-70B4F3BF878B}"/>
          </ac:cxnSpMkLst>
        </pc:cxnChg>
        <pc:cxnChg chg="mod">
          <ac:chgData name="Aritra Mitra" userId="ed282abb-f77d-4912-ae2d-92fef056a80d" providerId="ADAL" clId="{F4C7DE76-A646-4A03-9797-9AE16C24D0A1}" dt="2020-01-15T04:49:37.304" v="3361" actId="1582"/>
          <ac:cxnSpMkLst>
            <pc:docMk/>
            <pc:sldMk cId="138291223" sldId="1171"/>
            <ac:cxnSpMk id="53" creationId="{00E77D61-0176-4AA4-9158-6DEDA22E4D00}"/>
          </ac:cxnSpMkLst>
        </pc:cxnChg>
        <pc:cxnChg chg="mod">
          <ac:chgData name="Aritra Mitra" userId="ed282abb-f77d-4912-ae2d-92fef056a80d" providerId="ADAL" clId="{F4C7DE76-A646-4A03-9797-9AE16C24D0A1}" dt="2020-01-15T04:49:37.304" v="3361" actId="1582"/>
          <ac:cxnSpMkLst>
            <pc:docMk/>
            <pc:sldMk cId="138291223" sldId="1171"/>
            <ac:cxnSpMk id="54" creationId="{E6B53C75-33E5-4D74-B702-A30B176ED5A5}"/>
          </ac:cxnSpMkLst>
        </pc:cxnChg>
        <pc:cxnChg chg="mod">
          <ac:chgData name="Aritra Mitra" userId="ed282abb-f77d-4912-ae2d-92fef056a80d" providerId="ADAL" clId="{F4C7DE76-A646-4A03-9797-9AE16C24D0A1}" dt="2020-01-15T04:49:37.304" v="3361" actId="1582"/>
          <ac:cxnSpMkLst>
            <pc:docMk/>
            <pc:sldMk cId="138291223" sldId="1171"/>
            <ac:cxnSpMk id="55" creationId="{B0F92CD6-4080-45FF-BC0F-12EAC9EC9173}"/>
          </ac:cxnSpMkLst>
        </pc:cxnChg>
        <pc:cxnChg chg="mod">
          <ac:chgData name="Aritra Mitra" userId="ed282abb-f77d-4912-ae2d-92fef056a80d" providerId="ADAL" clId="{F4C7DE76-A646-4A03-9797-9AE16C24D0A1}" dt="2020-01-15T04:49:37.304" v="3361" actId="1582"/>
          <ac:cxnSpMkLst>
            <pc:docMk/>
            <pc:sldMk cId="138291223" sldId="1171"/>
            <ac:cxnSpMk id="60" creationId="{6AF8D64C-D0A1-49D8-BE8B-9F38326679F5}"/>
          </ac:cxnSpMkLst>
        </pc:cxnChg>
        <pc:cxnChg chg="mod">
          <ac:chgData name="Aritra Mitra" userId="ed282abb-f77d-4912-ae2d-92fef056a80d" providerId="ADAL" clId="{F4C7DE76-A646-4A03-9797-9AE16C24D0A1}" dt="2020-01-15T04:49:14.059" v="3360" actId="1076"/>
          <ac:cxnSpMkLst>
            <pc:docMk/>
            <pc:sldMk cId="138291223" sldId="1171"/>
            <ac:cxnSpMk id="80" creationId="{2533B2CB-AB30-4CFF-BF88-053DFC854C21}"/>
          </ac:cxnSpMkLst>
        </pc:cxnChg>
      </pc:sldChg>
      <pc:sldChg chg="addSp delSp modSp add">
        <pc:chgData name="Aritra Mitra" userId="ed282abb-f77d-4912-ae2d-92fef056a80d" providerId="ADAL" clId="{F4C7DE76-A646-4A03-9797-9AE16C24D0A1}" dt="2020-01-15T08:10:27.850" v="5042" actId="207"/>
        <pc:sldMkLst>
          <pc:docMk/>
          <pc:sldMk cId="1982029374" sldId="1172"/>
        </pc:sldMkLst>
        <pc:spChg chg="mod">
          <ac:chgData name="Aritra Mitra" userId="ed282abb-f77d-4912-ae2d-92fef056a80d" providerId="ADAL" clId="{F4C7DE76-A646-4A03-9797-9AE16C24D0A1}" dt="2020-01-15T05:06:09.848" v="4072" actId="1076"/>
          <ac:spMkLst>
            <pc:docMk/>
            <pc:sldMk cId="1982029374" sldId="1172"/>
            <ac:spMk id="2" creationId="{77736923-5615-4614-AFA4-4E61C3E3DFBC}"/>
          </ac:spMkLst>
        </pc:spChg>
        <pc:spChg chg="del mod">
          <ac:chgData name="Aritra Mitra" userId="ed282abb-f77d-4912-ae2d-92fef056a80d" providerId="ADAL" clId="{F4C7DE76-A646-4A03-9797-9AE16C24D0A1}" dt="2020-01-15T05:05:53.852" v="4071" actId="478"/>
          <ac:spMkLst>
            <pc:docMk/>
            <pc:sldMk cId="1982029374" sldId="1172"/>
            <ac:spMk id="3" creationId="{80852B9E-52B6-49E8-8B24-6F23B7AA2AA7}"/>
          </ac:spMkLst>
        </pc:spChg>
        <pc:spChg chg="add mod">
          <ac:chgData name="Aritra Mitra" userId="ed282abb-f77d-4912-ae2d-92fef056a80d" providerId="ADAL" clId="{F4C7DE76-A646-4A03-9797-9AE16C24D0A1}" dt="2020-01-15T05:33:44.078" v="4216" actId="1038"/>
          <ac:spMkLst>
            <pc:docMk/>
            <pc:sldMk cId="1982029374" sldId="1172"/>
            <ac:spMk id="14" creationId="{42AC827B-E22C-402D-80B2-93D9584F4877}"/>
          </ac:spMkLst>
        </pc:spChg>
        <pc:spChg chg="add mod">
          <ac:chgData name="Aritra Mitra" userId="ed282abb-f77d-4912-ae2d-92fef056a80d" providerId="ADAL" clId="{F4C7DE76-A646-4A03-9797-9AE16C24D0A1}" dt="2020-01-15T05:34:42.175" v="4225" actId="114"/>
          <ac:spMkLst>
            <pc:docMk/>
            <pc:sldMk cId="1982029374" sldId="1172"/>
            <ac:spMk id="15" creationId="{6BF312E7-1022-441F-965B-27FD6A5735B4}"/>
          </ac:spMkLst>
        </pc:spChg>
        <pc:spChg chg="add mod">
          <ac:chgData name="Aritra Mitra" userId="ed282abb-f77d-4912-ae2d-92fef056a80d" providerId="ADAL" clId="{F4C7DE76-A646-4A03-9797-9AE16C24D0A1}" dt="2020-01-15T05:35:44.298" v="4274" actId="20577"/>
          <ac:spMkLst>
            <pc:docMk/>
            <pc:sldMk cId="1982029374" sldId="1172"/>
            <ac:spMk id="16" creationId="{22C197DB-9E99-4400-83FD-7214B08647E8}"/>
          </ac:spMkLst>
        </pc:spChg>
        <pc:spChg chg="add mod">
          <ac:chgData name="Aritra Mitra" userId="ed282abb-f77d-4912-ae2d-92fef056a80d" providerId="ADAL" clId="{F4C7DE76-A646-4A03-9797-9AE16C24D0A1}" dt="2020-01-15T06:23:54.994" v="4885" actId="207"/>
          <ac:spMkLst>
            <pc:docMk/>
            <pc:sldMk cId="1982029374" sldId="1172"/>
            <ac:spMk id="17" creationId="{17AECAA6-0DFD-420E-9685-0EE8423914FF}"/>
          </ac:spMkLst>
        </pc:spChg>
        <pc:spChg chg="add mod">
          <ac:chgData name="Aritra Mitra" userId="ed282abb-f77d-4912-ae2d-92fef056a80d" providerId="ADAL" clId="{F4C7DE76-A646-4A03-9797-9AE16C24D0A1}" dt="2020-01-15T06:24:01.531" v="4886" actId="207"/>
          <ac:spMkLst>
            <pc:docMk/>
            <pc:sldMk cId="1982029374" sldId="1172"/>
            <ac:spMk id="18" creationId="{40A81E63-B30F-46E4-92AE-CB32EF7835FA}"/>
          </ac:spMkLst>
        </pc:spChg>
        <pc:spChg chg="add mod">
          <ac:chgData name="Aritra Mitra" userId="ed282abb-f77d-4912-ae2d-92fef056a80d" providerId="ADAL" clId="{F4C7DE76-A646-4A03-9797-9AE16C24D0A1}" dt="2020-01-15T08:10:27.850" v="5042" actId="207"/>
          <ac:spMkLst>
            <pc:docMk/>
            <pc:sldMk cId="1982029374" sldId="1172"/>
            <ac:spMk id="19" creationId="{E095B2C6-0312-4347-A88A-46EC5EC2F6CE}"/>
          </ac:spMkLst>
        </pc:spChg>
        <pc:picChg chg="add mod">
          <ac:chgData name="Aritra Mitra" userId="ed282abb-f77d-4912-ae2d-92fef056a80d" providerId="ADAL" clId="{F4C7DE76-A646-4A03-9797-9AE16C24D0A1}" dt="2020-01-15T05:17:11.801" v="4163" actId="1036"/>
          <ac:picMkLst>
            <pc:docMk/>
            <pc:sldMk cId="1982029374" sldId="1172"/>
            <ac:picMk id="4" creationId="{2F94EDA2-BB2D-4734-B4A8-FB002379725C}"/>
          </ac:picMkLst>
        </pc:picChg>
        <pc:picChg chg="add mod">
          <ac:chgData name="Aritra Mitra" userId="ed282abb-f77d-4912-ae2d-92fef056a80d" providerId="ADAL" clId="{F4C7DE76-A646-4A03-9797-9AE16C24D0A1}" dt="2020-01-15T05:32:17.984" v="4166" actId="1038"/>
          <ac:picMkLst>
            <pc:docMk/>
            <pc:sldMk cId="1982029374" sldId="1172"/>
            <ac:picMk id="5" creationId="{15D2E4C4-F9D3-494E-8060-1223390D9864}"/>
          </ac:picMkLst>
        </pc:picChg>
        <pc:picChg chg="add del mod">
          <ac:chgData name="Aritra Mitra" userId="ed282abb-f77d-4912-ae2d-92fef056a80d" providerId="ADAL" clId="{F4C7DE76-A646-4A03-9797-9AE16C24D0A1}" dt="2020-01-15T05:10:40.477" v="4108" actId="478"/>
          <ac:picMkLst>
            <pc:docMk/>
            <pc:sldMk cId="1982029374" sldId="1172"/>
            <ac:picMk id="7" creationId="{1DFA22B0-5CD5-4755-A003-B653C23ACAEB}"/>
          </ac:picMkLst>
        </pc:picChg>
        <pc:picChg chg="add del mod">
          <ac:chgData name="Aritra Mitra" userId="ed282abb-f77d-4912-ae2d-92fef056a80d" providerId="ADAL" clId="{F4C7DE76-A646-4A03-9797-9AE16C24D0A1}" dt="2020-01-15T05:12:13.124" v="4110" actId="478"/>
          <ac:picMkLst>
            <pc:docMk/>
            <pc:sldMk cId="1982029374" sldId="1172"/>
            <ac:picMk id="9" creationId="{BC3811B9-9CA1-4382-BED0-F74E8BFC1D19}"/>
          </ac:picMkLst>
        </pc:picChg>
        <pc:picChg chg="add del mod">
          <ac:chgData name="Aritra Mitra" userId="ed282abb-f77d-4912-ae2d-92fef056a80d" providerId="ADAL" clId="{F4C7DE76-A646-4A03-9797-9AE16C24D0A1}" dt="2020-01-15T05:12:23.964" v="4112" actId="478"/>
          <ac:picMkLst>
            <pc:docMk/>
            <pc:sldMk cId="1982029374" sldId="1172"/>
            <ac:picMk id="11" creationId="{FA261372-4FE4-459B-9D0C-5A4432E72C82}"/>
          </ac:picMkLst>
        </pc:picChg>
        <pc:picChg chg="add mod">
          <ac:chgData name="Aritra Mitra" userId="ed282abb-f77d-4912-ae2d-92fef056a80d" providerId="ADAL" clId="{F4C7DE76-A646-4A03-9797-9AE16C24D0A1}" dt="2020-01-15T05:32:17.984" v="4166" actId="1038"/>
          <ac:picMkLst>
            <pc:docMk/>
            <pc:sldMk cId="1982029374" sldId="1172"/>
            <ac:picMk id="13" creationId="{E9FE0969-88B1-44BB-87FB-7295BB1BFFCC}"/>
          </ac:picMkLst>
        </pc:picChg>
      </pc:sldChg>
      <pc:sldChg chg="addSp delSp modSp add">
        <pc:chgData name="Aritra Mitra" userId="ed282abb-f77d-4912-ae2d-92fef056a80d" providerId="ADAL" clId="{F4C7DE76-A646-4A03-9797-9AE16C24D0A1}" dt="2020-01-15T06:19:24.219" v="4597" actId="1037"/>
        <pc:sldMkLst>
          <pc:docMk/>
          <pc:sldMk cId="4061077140" sldId="1173"/>
        </pc:sldMkLst>
        <pc:spChg chg="mod">
          <ac:chgData name="Aritra Mitra" userId="ed282abb-f77d-4912-ae2d-92fef056a80d" providerId="ADAL" clId="{F4C7DE76-A646-4A03-9797-9AE16C24D0A1}" dt="2020-01-15T06:03:20.192" v="4478" actId="1076"/>
          <ac:spMkLst>
            <pc:docMk/>
            <pc:sldMk cId="4061077140" sldId="1173"/>
            <ac:spMk id="2" creationId="{F84B59CF-7A37-408F-A12D-8D03366E64A2}"/>
          </ac:spMkLst>
        </pc:spChg>
        <pc:spChg chg="del">
          <ac:chgData name="Aritra Mitra" userId="ed282abb-f77d-4912-ae2d-92fef056a80d" providerId="ADAL" clId="{F4C7DE76-A646-4A03-9797-9AE16C24D0A1}" dt="2020-01-15T05:58:19.189" v="4400" actId="478"/>
          <ac:spMkLst>
            <pc:docMk/>
            <pc:sldMk cId="4061077140" sldId="1173"/>
            <ac:spMk id="3" creationId="{39069D90-8133-49E7-8EBC-28E752D33BBF}"/>
          </ac:spMkLst>
        </pc:spChg>
        <pc:spChg chg="add del mod">
          <ac:chgData name="Aritra Mitra" userId="ed282abb-f77d-4912-ae2d-92fef056a80d" providerId="ADAL" clId="{F4C7DE76-A646-4A03-9797-9AE16C24D0A1}" dt="2020-01-15T06:15:24.556" v="4543" actId="478"/>
          <ac:spMkLst>
            <pc:docMk/>
            <pc:sldMk cId="4061077140" sldId="1173"/>
            <ac:spMk id="5" creationId="{6DBE1645-6011-4D24-8962-9F2DBB4EB390}"/>
          </ac:spMkLst>
        </pc:spChg>
        <pc:spChg chg="add mod">
          <ac:chgData name="Aritra Mitra" userId="ed282abb-f77d-4912-ae2d-92fef056a80d" providerId="ADAL" clId="{F4C7DE76-A646-4A03-9797-9AE16C24D0A1}" dt="2020-01-15T06:15:49.828" v="4548" actId="1076"/>
          <ac:spMkLst>
            <pc:docMk/>
            <pc:sldMk cId="4061077140" sldId="1173"/>
            <ac:spMk id="7" creationId="{33B5F5D3-2EB8-400B-9D36-ABEB173573BD}"/>
          </ac:spMkLst>
        </pc:spChg>
        <pc:spChg chg="add mod">
          <ac:chgData name="Aritra Mitra" userId="ed282abb-f77d-4912-ae2d-92fef056a80d" providerId="ADAL" clId="{F4C7DE76-A646-4A03-9797-9AE16C24D0A1}" dt="2020-01-15T06:17:42.570" v="4594" actId="1038"/>
          <ac:spMkLst>
            <pc:docMk/>
            <pc:sldMk cId="4061077140" sldId="1173"/>
            <ac:spMk id="8" creationId="{4316A7C9-7399-460C-803B-D5E5E795EBF1}"/>
          </ac:spMkLst>
        </pc:spChg>
        <pc:spChg chg="add mod">
          <ac:chgData name="Aritra Mitra" userId="ed282abb-f77d-4912-ae2d-92fef056a80d" providerId="ADAL" clId="{F4C7DE76-A646-4A03-9797-9AE16C24D0A1}" dt="2020-01-15T06:16:29.478" v="4566" actId="14100"/>
          <ac:spMkLst>
            <pc:docMk/>
            <pc:sldMk cId="4061077140" sldId="1173"/>
            <ac:spMk id="12" creationId="{7DAA4829-69D1-442C-A397-8562207ACC70}"/>
          </ac:spMkLst>
        </pc:spChg>
        <pc:spChg chg="add mod">
          <ac:chgData name="Aritra Mitra" userId="ed282abb-f77d-4912-ae2d-92fef056a80d" providerId="ADAL" clId="{F4C7DE76-A646-4A03-9797-9AE16C24D0A1}" dt="2020-01-15T06:19:24.219" v="4597" actId="1037"/>
          <ac:spMkLst>
            <pc:docMk/>
            <pc:sldMk cId="4061077140" sldId="1173"/>
            <ac:spMk id="14" creationId="{32CFB980-A726-4914-8822-CE497D1E00A2}"/>
          </ac:spMkLst>
        </pc:spChg>
        <pc:picChg chg="add del mod">
          <ac:chgData name="Aritra Mitra" userId="ed282abb-f77d-4912-ae2d-92fef056a80d" providerId="ADAL" clId="{F4C7DE76-A646-4A03-9797-9AE16C24D0A1}" dt="2020-01-15T06:15:17.636" v="4541" actId="478"/>
          <ac:picMkLst>
            <pc:docMk/>
            <pc:sldMk cId="4061077140" sldId="1173"/>
            <ac:picMk id="4" creationId="{202990D1-C863-4ED7-83BA-703BDB25C7A0}"/>
          </ac:picMkLst>
        </pc:picChg>
        <pc:picChg chg="add mod">
          <ac:chgData name="Aritra Mitra" userId="ed282abb-f77d-4912-ae2d-92fef056a80d" providerId="ADAL" clId="{F4C7DE76-A646-4A03-9797-9AE16C24D0A1}" dt="2020-01-15T06:15:45.294" v="4547" actId="1076"/>
          <ac:picMkLst>
            <pc:docMk/>
            <pc:sldMk cId="4061077140" sldId="1173"/>
            <ac:picMk id="6" creationId="{DF680250-14F3-4E43-821C-483FD2D8221B}"/>
          </ac:picMkLst>
        </pc:picChg>
        <pc:picChg chg="add mod">
          <ac:chgData name="Aritra Mitra" userId="ed282abb-f77d-4912-ae2d-92fef056a80d" providerId="ADAL" clId="{F4C7DE76-A646-4A03-9797-9AE16C24D0A1}" dt="2020-01-15T06:17:42.570" v="4594" actId="1038"/>
          <ac:picMkLst>
            <pc:docMk/>
            <pc:sldMk cId="4061077140" sldId="1173"/>
            <ac:picMk id="9" creationId="{9D051494-A78C-4D67-9CBA-8B7F1BDCF91D}"/>
          </ac:picMkLst>
        </pc:picChg>
        <pc:picChg chg="add mod">
          <ac:chgData name="Aritra Mitra" userId="ed282abb-f77d-4912-ae2d-92fef056a80d" providerId="ADAL" clId="{F4C7DE76-A646-4A03-9797-9AE16C24D0A1}" dt="2020-01-15T06:15:41.066" v="4546" actId="1076"/>
          <ac:picMkLst>
            <pc:docMk/>
            <pc:sldMk cId="4061077140" sldId="1173"/>
            <ac:picMk id="11" creationId="{120CB345-B085-40FA-B2B0-4563613C0B19}"/>
          </ac:picMkLst>
        </pc:picChg>
        <pc:picChg chg="add mod">
          <ac:chgData name="Aritra Mitra" userId="ed282abb-f77d-4912-ae2d-92fef056a80d" providerId="ADAL" clId="{F4C7DE76-A646-4A03-9797-9AE16C24D0A1}" dt="2020-01-15T06:17:35.039" v="4576" actId="1076"/>
          <ac:picMkLst>
            <pc:docMk/>
            <pc:sldMk cId="4061077140" sldId="1173"/>
            <ac:picMk id="13" creationId="{EE56722C-3037-4D0E-86FF-CC11CCD74268}"/>
          </ac:picMkLst>
        </pc:picChg>
        <pc:picChg chg="add del mod">
          <ac:chgData name="Aritra Mitra" userId="ed282abb-f77d-4912-ae2d-92fef056a80d" providerId="ADAL" clId="{F4C7DE76-A646-4A03-9797-9AE16C24D0A1}" dt="2020-01-15T06:17:47.845" v="4596" actId="478"/>
          <ac:picMkLst>
            <pc:docMk/>
            <pc:sldMk cId="4061077140" sldId="1173"/>
            <ac:picMk id="15" creationId="{764BEB86-85F3-42F9-A8B1-7A192376699E}"/>
          </ac:picMkLst>
        </pc:picChg>
      </pc:sldChg>
      <pc:sldChg chg="modSp add">
        <pc:chgData name="Aritra Mitra" userId="ed282abb-f77d-4912-ae2d-92fef056a80d" providerId="ADAL" clId="{F4C7DE76-A646-4A03-9797-9AE16C24D0A1}" dt="2020-01-15T06:26:14.498" v="4926" actId="1076"/>
        <pc:sldMkLst>
          <pc:docMk/>
          <pc:sldMk cId="2817798476" sldId="1174"/>
        </pc:sldMkLst>
        <pc:spChg chg="mod">
          <ac:chgData name="Aritra Mitra" userId="ed282abb-f77d-4912-ae2d-92fef056a80d" providerId="ADAL" clId="{F4C7DE76-A646-4A03-9797-9AE16C24D0A1}" dt="2020-01-15T06:26:14.498" v="4926" actId="1076"/>
          <ac:spMkLst>
            <pc:docMk/>
            <pc:sldMk cId="2817798476" sldId="1174"/>
            <ac:spMk id="2" creationId="{D7F17B51-3F79-465B-8275-2CC88DB06F31}"/>
          </ac:spMkLst>
        </pc:spChg>
      </pc:sldChg>
      <pc:sldChg chg="addSp delSp modSp add del">
        <pc:chgData name="Aritra Mitra" userId="ed282abb-f77d-4912-ae2d-92fef056a80d" providerId="ADAL" clId="{F4C7DE76-A646-4A03-9797-9AE16C24D0A1}" dt="2020-01-15T08:39:16.710" v="5987" actId="2696"/>
        <pc:sldMkLst>
          <pc:docMk/>
          <pc:sldMk cId="4218651654" sldId="1175"/>
        </pc:sldMkLst>
        <pc:spChg chg="mod">
          <ac:chgData name="Aritra Mitra" userId="ed282abb-f77d-4912-ae2d-92fef056a80d" providerId="ADAL" clId="{F4C7DE76-A646-4A03-9797-9AE16C24D0A1}" dt="2020-01-15T08:19:06.847" v="5104" actId="20577"/>
          <ac:spMkLst>
            <pc:docMk/>
            <pc:sldMk cId="4218651654" sldId="1175"/>
            <ac:spMk id="2" creationId="{55829468-801B-499F-BF22-AE4A072FFBB0}"/>
          </ac:spMkLst>
        </pc:spChg>
        <pc:spChg chg="del mod">
          <ac:chgData name="Aritra Mitra" userId="ed282abb-f77d-4912-ae2d-92fef056a80d" providerId="ADAL" clId="{F4C7DE76-A646-4A03-9797-9AE16C24D0A1}" dt="2020-01-15T08:20:18.642" v="5247" actId="478"/>
          <ac:spMkLst>
            <pc:docMk/>
            <pc:sldMk cId="4218651654" sldId="1175"/>
            <ac:spMk id="3" creationId="{295B33DB-E16B-4A83-8E5E-A8FCC607E8B1}"/>
          </ac:spMkLst>
        </pc:spChg>
        <pc:spChg chg="add del mod">
          <ac:chgData name="Aritra Mitra" userId="ed282abb-f77d-4912-ae2d-92fef056a80d" providerId="ADAL" clId="{F4C7DE76-A646-4A03-9797-9AE16C24D0A1}" dt="2020-01-15T08:26:24.756" v="5320"/>
          <ac:spMkLst>
            <pc:docMk/>
            <pc:sldMk cId="4218651654" sldId="1175"/>
            <ac:spMk id="5" creationId="{437C3646-E81A-429B-A731-7EBE883DE680}"/>
          </ac:spMkLst>
        </pc:spChg>
        <pc:spChg chg="mod">
          <ac:chgData name="Aritra Mitra" userId="ed282abb-f77d-4912-ae2d-92fef056a80d" providerId="ADAL" clId="{F4C7DE76-A646-4A03-9797-9AE16C24D0A1}" dt="2020-01-15T08:23:37.268" v="5261" actId="20577"/>
          <ac:spMkLst>
            <pc:docMk/>
            <pc:sldMk cId="4218651654" sldId="1175"/>
            <ac:spMk id="8" creationId="{AF4120A0-CC71-451C-8FCE-A6694B5DADE9}"/>
          </ac:spMkLst>
        </pc:spChg>
        <pc:grpChg chg="add mod">
          <ac:chgData name="Aritra Mitra" userId="ed282abb-f77d-4912-ae2d-92fef056a80d" providerId="ADAL" clId="{F4C7DE76-A646-4A03-9797-9AE16C24D0A1}" dt="2020-01-15T08:23:40.245" v="5262" actId="14100"/>
          <ac:grpSpMkLst>
            <pc:docMk/>
            <pc:sldMk cId="4218651654" sldId="1175"/>
            <ac:grpSpMk id="6" creationId="{0DE5BC99-80BB-44F4-97DF-8B309BBDAB76}"/>
          </ac:grpSpMkLst>
        </pc:grpChg>
        <pc:grpChg chg="add mod">
          <ac:chgData name="Aritra Mitra" userId="ed282abb-f77d-4912-ae2d-92fef056a80d" providerId="ADAL" clId="{F4C7DE76-A646-4A03-9797-9AE16C24D0A1}" dt="2020-01-15T08:23:02.590" v="5260" actId="571"/>
          <ac:grpSpMkLst>
            <pc:docMk/>
            <pc:sldMk cId="4218651654" sldId="1175"/>
            <ac:grpSpMk id="52" creationId="{E1E1FD30-82F9-403D-A087-10F397279AD4}"/>
          </ac:grpSpMkLst>
        </pc:grpChg>
        <pc:grpChg chg="mod">
          <ac:chgData name="Aritra Mitra" userId="ed282abb-f77d-4912-ae2d-92fef056a80d" providerId="ADAL" clId="{F4C7DE76-A646-4A03-9797-9AE16C24D0A1}" dt="2020-01-15T08:23:02.590" v="5260" actId="571"/>
          <ac:grpSpMkLst>
            <pc:docMk/>
            <pc:sldMk cId="4218651654" sldId="1175"/>
            <ac:grpSpMk id="53" creationId="{0EFF1786-A16D-4329-A653-D53D40947AA7}"/>
          </ac:grpSpMkLst>
        </pc:grpChg>
        <pc:grpChg chg="mod">
          <ac:chgData name="Aritra Mitra" userId="ed282abb-f77d-4912-ae2d-92fef056a80d" providerId="ADAL" clId="{F4C7DE76-A646-4A03-9797-9AE16C24D0A1}" dt="2020-01-15T08:23:02.590" v="5260" actId="571"/>
          <ac:grpSpMkLst>
            <pc:docMk/>
            <pc:sldMk cId="4218651654" sldId="1175"/>
            <ac:grpSpMk id="55" creationId="{91839959-D2F7-4FB4-9664-1047D0A12507}"/>
          </ac:grpSpMkLst>
        </pc:grpChg>
        <pc:grpChg chg="mod">
          <ac:chgData name="Aritra Mitra" userId="ed282abb-f77d-4912-ae2d-92fef056a80d" providerId="ADAL" clId="{F4C7DE76-A646-4A03-9797-9AE16C24D0A1}" dt="2020-01-15T08:23:02.590" v="5260" actId="571"/>
          <ac:grpSpMkLst>
            <pc:docMk/>
            <pc:sldMk cId="4218651654" sldId="1175"/>
            <ac:grpSpMk id="66" creationId="{BD24A8A8-C2AC-4DEC-AAE2-CD0B3161C0E5}"/>
          </ac:grpSpMkLst>
        </pc:grpChg>
      </pc:sldChg>
      <pc:sldChg chg="addSp delSp modSp add">
        <pc:chgData name="Aritra Mitra" userId="ed282abb-f77d-4912-ae2d-92fef056a80d" providerId="ADAL" clId="{F4C7DE76-A646-4A03-9797-9AE16C24D0A1}" dt="2020-01-15T08:47:03.630" v="6331" actId="207"/>
        <pc:sldMkLst>
          <pc:docMk/>
          <pc:sldMk cId="551768603" sldId="1176"/>
        </pc:sldMkLst>
        <pc:spChg chg="mod">
          <ac:chgData name="Aritra Mitra" userId="ed282abb-f77d-4912-ae2d-92fef056a80d" providerId="ADAL" clId="{F4C7DE76-A646-4A03-9797-9AE16C24D0A1}" dt="2020-01-15T08:29:42.923" v="5513" actId="14100"/>
          <ac:spMkLst>
            <pc:docMk/>
            <pc:sldMk cId="551768603" sldId="1176"/>
            <ac:spMk id="2" creationId="{17463C50-FAB2-4DB2-8621-BB71E5DA7714}"/>
          </ac:spMkLst>
        </pc:spChg>
        <pc:spChg chg="del">
          <ac:chgData name="Aritra Mitra" userId="ed282abb-f77d-4912-ae2d-92fef056a80d" providerId="ADAL" clId="{F4C7DE76-A646-4A03-9797-9AE16C24D0A1}" dt="2020-01-15T08:24:53.040" v="5267" actId="478"/>
          <ac:spMkLst>
            <pc:docMk/>
            <pc:sldMk cId="551768603" sldId="1176"/>
            <ac:spMk id="3" creationId="{69EE3D30-E883-414A-95C8-6EECDEF07404}"/>
          </ac:spMkLst>
        </pc:spChg>
        <pc:spChg chg="mod">
          <ac:chgData name="Aritra Mitra" userId="ed282abb-f77d-4912-ae2d-92fef056a80d" providerId="ADAL" clId="{F4C7DE76-A646-4A03-9797-9AE16C24D0A1}" dt="2020-01-15T08:26:10.104" v="5319" actId="20577"/>
          <ac:spMkLst>
            <pc:docMk/>
            <pc:sldMk cId="551768603" sldId="1176"/>
            <ac:spMk id="6" creationId="{FB30F73F-10D1-4CA7-861F-7A14F8AA6B68}"/>
          </ac:spMkLst>
        </pc:spChg>
        <pc:spChg chg="add del mod">
          <ac:chgData name="Aritra Mitra" userId="ed282abb-f77d-4912-ae2d-92fef056a80d" providerId="ADAL" clId="{F4C7DE76-A646-4A03-9797-9AE16C24D0A1}" dt="2020-01-15T08:37:11.931" v="5957" actId="207"/>
          <ac:spMkLst>
            <pc:docMk/>
            <pc:sldMk cId="551768603" sldId="1176"/>
            <ac:spMk id="50" creationId="{5A76D6EE-7F40-4ACF-8F35-4DC676612EE1}"/>
          </ac:spMkLst>
        </pc:spChg>
        <pc:spChg chg="add mod">
          <ac:chgData name="Aritra Mitra" userId="ed282abb-f77d-4912-ae2d-92fef056a80d" providerId="ADAL" clId="{F4C7DE76-A646-4A03-9797-9AE16C24D0A1}" dt="2020-01-15T08:28:21.292" v="5365" actId="207"/>
          <ac:spMkLst>
            <pc:docMk/>
            <pc:sldMk cId="551768603" sldId="1176"/>
            <ac:spMk id="51" creationId="{9C5BBE81-C0CA-4D08-87AA-ABC4603C4536}"/>
          </ac:spMkLst>
        </pc:spChg>
        <pc:spChg chg="add mod">
          <ac:chgData name="Aritra Mitra" userId="ed282abb-f77d-4912-ae2d-92fef056a80d" providerId="ADAL" clId="{F4C7DE76-A646-4A03-9797-9AE16C24D0A1}" dt="2020-01-15T08:45:08.779" v="6283" actId="1076"/>
          <ac:spMkLst>
            <pc:docMk/>
            <pc:sldMk cId="551768603" sldId="1176"/>
            <ac:spMk id="52" creationId="{29C94C14-0B81-4582-BD23-463AFCF63BF4}"/>
          </ac:spMkLst>
        </pc:spChg>
        <pc:spChg chg="add mod">
          <ac:chgData name="Aritra Mitra" userId="ed282abb-f77d-4912-ae2d-92fef056a80d" providerId="ADAL" clId="{F4C7DE76-A646-4A03-9797-9AE16C24D0A1}" dt="2020-01-15T08:47:03.630" v="6331" actId="207"/>
          <ac:spMkLst>
            <pc:docMk/>
            <pc:sldMk cId="551768603" sldId="1176"/>
            <ac:spMk id="53" creationId="{B7152FF5-F80E-4D15-B7D4-09EC8AC9E24B}"/>
          </ac:spMkLst>
        </pc:spChg>
        <pc:grpChg chg="add mod">
          <ac:chgData name="Aritra Mitra" userId="ed282abb-f77d-4912-ae2d-92fef056a80d" providerId="ADAL" clId="{F4C7DE76-A646-4A03-9797-9AE16C24D0A1}" dt="2020-01-15T08:40:59.698" v="6037" actId="1035"/>
          <ac:grpSpMkLst>
            <pc:docMk/>
            <pc:sldMk cId="551768603" sldId="1176"/>
            <ac:grpSpMk id="4" creationId="{5A905797-F304-472F-9A0D-C7B817A2BAE3}"/>
          </ac:grpSpMkLst>
        </pc:grpChg>
      </pc:sldChg>
      <pc:sldChg chg="modSp add del">
        <pc:chgData name="Aritra Mitra" userId="ed282abb-f77d-4912-ae2d-92fef056a80d" providerId="ADAL" clId="{F4C7DE76-A646-4A03-9797-9AE16C24D0A1}" dt="2020-01-15T11:47:27.181" v="6417" actId="2696"/>
        <pc:sldMkLst>
          <pc:docMk/>
          <pc:sldMk cId="1582601824" sldId="1177"/>
        </pc:sldMkLst>
        <pc:spChg chg="mod">
          <ac:chgData name="Aritra Mitra" userId="ed282abb-f77d-4912-ae2d-92fef056a80d" providerId="ADAL" clId="{F4C7DE76-A646-4A03-9797-9AE16C24D0A1}" dt="2020-01-15T11:47:24.364" v="6416" actId="20577"/>
          <ac:spMkLst>
            <pc:docMk/>
            <pc:sldMk cId="1582601824" sldId="1177"/>
            <ac:spMk id="2" creationId="{0E4F6F07-0C3E-402B-BFEF-4BE20FFF24F5}"/>
          </ac:spMkLst>
        </pc:spChg>
        <pc:spChg chg="mod">
          <ac:chgData name="Aritra Mitra" userId="ed282abb-f77d-4912-ae2d-92fef056a80d" providerId="ADAL" clId="{F4C7DE76-A646-4A03-9797-9AE16C24D0A1}" dt="2020-01-15T11:47:15.814" v="6415" actId="20577"/>
          <ac:spMkLst>
            <pc:docMk/>
            <pc:sldMk cId="1582601824" sldId="1177"/>
            <ac:spMk id="3" creationId="{8C337A92-D4B5-48AE-9E3F-427814454F2E}"/>
          </ac:spMkLst>
        </pc:spChg>
      </pc:sldChg>
      <pc:sldChg chg="addSp modSp add">
        <pc:chgData name="Aritra Mitra" userId="ed282abb-f77d-4912-ae2d-92fef056a80d" providerId="ADAL" clId="{F4C7DE76-A646-4A03-9797-9AE16C24D0A1}" dt="2020-01-16T16:16:22.845" v="7863" actId="20577"/>
        <pc:sldMkLst>
          <pc:docMk/>
          <pc:sldMk cId="3220700419" sldId="1177"/>
        </pc:sldMkLst>
        <pc:spChg chg="mod">
          <ac:chgData name="Aritra Mitra" userId="ed282abb-f77d-4912-ae2d-92fef056a80d" providerId="ADAL" clId="{F4C7DE76-A646-4A03-9797-9AE16C24D0A1}" dt="2020-01-15T11:47:37.458" v="6435" actId="20577"/>
          <ac:spMkLst>
            <pc:docMk/>
            <pc:sldMk cId="3220700419" sldId="1177"/>
            <ac:spMk id="2" creationId="{C2DFFA23-F71C-4091-AC57-129E32E18355}"/>
          </ac:spMkLst>
        </pc:spChg>
        <pc:spChg chg="mod">
          <ac:chgData name="Aritra Mitra" userId="ed282abb-f77d-4912-ae2d-92fef056a80d" providerId="ADAL" clId="{F4C7DE76-A646-4A03-9797-9AE16C24D0A1}" dt="2020-01-16T16:16:22.845" v="7863" actId="20577"/>
          <ac:spMkLst>
            <pc:docMk/>
            <pc:sldMk cId="3220700419" sldId="1177"/>
            <ac:spMk id="3" creationId="{BCF55362-9D43-4A23-99D0-0F3D23AA9932}"/>
          </ac:spMkLst>
        </pc:spChg>
        <pc:spChg chg="add mod">
          <ac:chgData name="Aritra Mitra" userId="ed282abb-f77d-4912-ae2d-92fef056a80d" providerId="ADAL" clId="{F4C7DE76-A646-4A03-9797-9AE16C24D0A1}" dt="2020-01-15T12:20:56.083" v="7786" actId="207"/>
          <ac:spMkLst>
            <pc:docMk/>
            <pc:sldMk cId="3220700419" sldId="1177"/>
            <ac:spMk id="4" creationId="{9E9274B0-D21F-4A03-BEB7-EB600C34484A}"/>
          </ac:spMkLst>
        </pc:spChg>
      </pc:sldChg>
      <pc:sldChg chg="delSp add del">
        <pc:chgData name="Aritra Mitra" userId="ed282abb-f77d-4912-ae2d-92fef056a80d" providerId="ADAL" clId="{F4C7DE76-A646-4A03-9797-9AE16C24D0A1}" dt="2020-01-15T08:40:20.457" v="5995" actId="2696"/>
        <pc:sldMkLst>
          <pc:docMk/>
          <pc:sldMk cId="3391048464" sldId="1177"/>
        </pc:sldMkLst>
        <pc:spChg chg="del">
          <ac:chgData name="Aritra Mitra" userId="ed282abb-f77d-4912-ae2d-92fef056a80d" providerId="ADAL" clId="{F4C7DE76-A646-4A03-9797-9AE16C24D0A1}" dt="2020-01-15T08:40:13.036" v="5994"/>
          <ac:spMkLst>
            <pc:docMk/>
            <pc:sldMk cId="3391048464" sldId="1177"/>
            <ac:spMk id="3" creationId="{4EF2731B-C1AD-4FD8-92E8-AC0D829A503B}"/>
          </ac:spMkLst>
        </pc:spChg>
      </pc:sldChg>
      <pc:sldChg chg="addSp delSp modSp add del">
        <pc:chgData name="Aritra Mitra" userId="ed282abb-f77d-4912-ae2d-92fef056a80d" providerId="ADAL" clId="{F4C7DE76-A646-4A03-9797-9AE16C24D0A1}" dt="2020-01-15T08:40:01.704" v="5992" actId="2696"/>
        <pc:sldMkLst>
          <pc:docMk/>
          <pc:sldMk cId="3791712181" sldId="1177"/>
        </pc:sldMkLst>
        <pc:spChg chg="del">
          <ac:chgData name="Aritra Mitra" userId="ed282abb-f77d-4912-ae2d-92fef056a80d" providerId="ADAL" clId="{F4C7DE76-A646-4A03-9797-9AE16C24D0A1}" dt="2020-01-15T08:39:49.452" v="5989"/>
          <ac:spMkLst>
            <pc:docMk/>
            <pc:sldMk cId="3791712181" sldId="1177"/>
            <ac:spMk id="3" creationId="{280B93A7-DA8A-41B4-973D-35DEAE1B0031}"/>
          </ac:spMkLst>
        </pc:spChg>
        <pc:graphicFrameChg chg="add modGraphic">
          <ac:chgData name="Aritra Mitra" userId="ed282abb-f77d-4912-ae2d-92fef056a80d" providerId="ADAL" clId="{F4C7DE76-A646-4A03-9797-9AE16C24D0A1}" dt="2020-01-15T08:39:51.499" v="5991"/>
          <ac:graphicFrameMkLst>
            <pc:docMk/>
            <pc:sldMk cId="3791712181" sldId="1177"/>
            <ac:graphicFrameMk id="5" creationId="{256FB6B3-340A-4F9F-971A-2F098BEBF17A}"/>
          </ac:graphicFrameMkLst>
        </pc:graphicFrameChg>
      </pc:sldChg>
      <pc:sldChg chg="addSp delSp modSp add modAnim">
        <pc:chgData name="Aritra Mitra" userId="ed282abb-f77d-4912-ae2d-92fef056a80d" providerId="ADAL" clId="{F4C7DE76-A646-4A03-9797-9AE16C24D0A1}" dt="2020-01-15T12:10:17.604" v="7307"/>
        <pc:sldMkLst>
          <pc:docMk/>
          <pc:sldMk cId="2193286366" sldId="1178"/>
        </pc:sldMkLst>
        <pc:spChg chg="mod">
          <ac:chgData name="Aritra Mitra" userId="ed282abb-f77d-4912-ae2d-92fef056a80d" providerId="ADAL" clId="{F4C7DE76-A646-4A03-9797-9AE16C24D0A1}" dt="2020-01-15T12:04:46.028" v="7103" actId="113"/>
          <ac:spMkLst>
            <pc:docMk/>
            <pc:sldMk cId="2193286366" sldId="1178"/>
            <ac:spMk id="2" creationId="{B91FA7C6-33C0-436A-B68A-718E1123F7BC}"/>
          </ac:spMkLst>
        </pc:spChg>
        <pc:spChg chg="mod">
          <ac:chgData name="Aritra Mitra" userId="ed282abb-f77d-4912-ae2d-92fef056a80d" providerId="ADAL" clId="{F4C7DE76-A646-4A03-9797-9AE16C24D0A1}" dt="2020-01-15T12:10:06.130" v="7306" actId="20577"/>
          <ac:spMkLst>
            <pc:docMk/>
            <pc:sldMk cId="2193286366" sldId="1178"/>
            <ac:spMk id="3" creationId="{299B1CA8-19AB-4815-9940-92024449B364}"/>
          </ac:spMkLst>
        </pc:spChg>
        <pc:spChg chg="add del mod">
          <ac:chgData name="Aritra Mitra" userId="ed282abb-f77d-4912-ae2d-92fef056a80d" providerId="ADAL" clId="{F4C7DE76-A646-4A03-9797-9AE16C24D0A1}" dt="2020-01-15T12:06:42.464" v="7109" actId="478"/>
          <ac:spMkLst>
            <pc:docMk/>
            <pc:sldMk cId="2193286366" sldId="1178"/>
            <ac:spMk id="4" creationId="{7100CA51-95F6-4CBE-A635-B8547A1F1BC8}"/>
          </ac:spMkLst>
        </pc:spChg>
      </pc:sldChg>
      <pc:sldMasterChg chg="modSp">
        <pc:chgData name="Aritra Mitra" userId="ed282abb-f77d-4912-ae2d-92fef056a80d" providerId="ADAL" clId="{F4C7DE76-A646-4A03-9797-9AE16C24D0A1}" dt="2020-01-12T14:22:51.805" v="11" actId="12"/>
        <pc:sldMasterMkLst>
          <pc:docMk/>
          <pc:sldMasterMk cId="3655026137" sldId="2147483660"/>
        </pc:sldMasterMkLst>
        <pc:spChg chg="mod">
          <ac:chgData name="Aritra Mitra" userId="ed282abb-f77d-4912-ae2d-92fef056a80d" providerId="ADAL" clId="{F4C7DE76-A646-4A03-9797-9AE16C24D0A1}" dt="2020-01-12T14:22:51.805" v="11" actId="12"/>
          <ac:spMkLst>
            <pc:docMk/>
            <pc:sldMasterMk cId="3655026137" sldId="2147483660"/>
            <ac:spMk id="3" creationId="{8045A6D5-BAAA-4512-B2CD-004EC46FAB3A}"/>
          </ac:spMkLst>
        </pc:spChg>
        <pc:spChg chg="mod">
          <ac:chgData name="Aritra Mitra" userId="ed282abb-f77d-4912-ae2d-92fef056a80d" providerId="ADAL" clId="{F4C7DE76-A646-4A03-9797-9AE16C24D0A1}" dt="2020-01-12T14:22:16.972" v="10" actId="20577"/>
          <ac:spMkLst>
            <pc:docMk/>
            <pc:sldMasterMk cId="3655026137" sldId="2147483660"/>
            <ac:spMk id="7" creationId="{3B769512-4E08-4FD5-B418-5BC6725721FF}"/>
          </ac:spMkLst>
        </pc:spChg>
      </pc:sldMasterChg>
    </pc:docChg>
  </pc:docChgLst>
  <pc:docChgLst>
    <pc:chgData name="Aritra Mitra" userId="ed282abb-f77d-4912-ae2d-92fef056a80d" providerId="ADAL" clId="{A00005A0-D9D9-421B-8A78-3EC62A159D85}"/>
    <pc:docChg chg="undo custSel addSld delSld modSld sldOrd modSection">
      <pc:chgData name="Aritra Mitra" userId="ed282abb-f77d-4912-ae2d-92fef056a80d" providerId="ADAL" clId="{A00005A0-D9D9-421B-8A78-3EC62A159D85}" dt="2021-02-12T00:22:38.227" v="11801" actId="47"/>
      <pc:docMkLst>
        <pc:docMk/>
      </pc:docMkLst>
      <pc:sldChg chg="addSp delSp modSp add del delAnim modAnim">
        <pc:chgData name="Aritra Mitra" userId="ed282abb-f77d-4912-ae2d-92fef056a80d" providerId="ADAL" clId="{A00005A0-D9D9-421B-8A78-3EC62A159D85}" dt="2020-11-11T03:32:10.020" v="5519" actId="207"/>
        <pc:sldMkLst>
          <pc:docMk/>
          <pc:sldMk cId="2163179203" sldId="261"/>
        </pc:sldMkLst>
        <pc:spChg chg="del">
          <ac:chgData name="Aritra Mitra" userId="ed282abb-f77d-4912-ae2d-92fef056a80d" providerId="ADAL" clId="{A00005A0-D9D9-421B-8A78-3EC62A159D85}" dt="2020-11-11T03:27:11.833" v="5280" actId="478"/>
          <ac:spMkLst>
            <pc:docMk/>
            <pc:sldMk cId="2163179203" sldId="261"/>
            <ac:spMk id="2" creationId="{00000000-0000-0000-0000-000000000000}"/>
          </ac:spMkLst>
        </pc:spChg>
        <pc:spChg chg="mod">
          <ac:chgData name="Aritra Mitra" userId="ed282abb-f77d-4912-ae2d-92fef056a80d" providerId="ADAL" clId="{A00005A0-D9D9-421B-8A78-3EC62A159D85}" dt="2020-11-11T03:26:54.329" v="5277" actId="1076"/>
          <ac:spMkLst>
            <pc:docMk/>
            <pc:sldMk cId="2163179203" sldId="261"/>
            <ac:spMk id="3" creationId="{00000000-0000-0000-0000-000000000000}"/>
          </ac:spMkLst>
        </pc:spChg>
        <pc:spChg chg="add del mod">
          <ac:chgData name="Aritra Mitra" userId="ed282abb-f77d-4912-ae2d-92fef056a80d" providerId="ADAL" clId="{A00005A0-D9D9-421B-8A78-3EC62A159D85}" dt="2020-11-11T03:27:22.697" v="5281" actId="478"/>
          <ac:spMkLst>
            <pc:docMk/>
            <pc:sldMk cId="2163179203" sldId="261"/>
            <ac:spMk id="8" creationId="{5C76725E-4145-4963-ACC2-291CA3CE9964}"/>
          </ac:spMkLst>
        </pc:spChg>
        <pc:spChg chg="mod">
          <ac:chgData name="Aritra Mitra" userId="ed282abb-f77d-4912-ae2d-92fef056a80d" providerId="ADAL" clId="{A00005A0-D9D9-421B-8A78-3EC62A159D85}" dt="2020-11-11T03:27:05.131" v="5278" actId="164"/>
          <ac:spMkLst>
            <pc:docMk/>
            <pc:sldMk cId="2163179203" sldId="261"/>
            <ac:spMk id="9" creationId="{00000000-0000-0000-0000-000000000000}"/>
          </ac:spMkLst>
        </pc:spChg>
        <pc:spChg chg="del">
          <ac:chgData name="Aritra Mitra" userId="ed282abb-f77d-4912-ae2d-92fef056a80d" providerId="ADAL" clId="{A00005A0-D9D9-421B-8A78-3EC62A159D85}" dt="2020-11-11T03:26:44.588" v="5276" actId="478"/>
          <ac:spMkLst>
            <pc:docMk/>
            <pc:sldMk cId="2163179203" sldId="261"/>
            <ac:spMk id="10" creationId="{00000000-0000-0000-0000-000000000000}"/>
          </ac:spMkLst>
        </pc:spChg>
        <pc:spChg chg="add del">
          <ac:chgData name="Aritra Mitra" userId="ed282abb-f77d-4912-ae2d-92fef056a80d" providerId="ADAL" clId="{A00005A0-D9D9-421B-8A78-3EC62A159D85}" dt="2020-11-11T03:27:35.042" v="5283" actId="478"/>
          <ac:spMkLst>
            <pc:docMk/>
            <pc:sldMk cId="2163179203" sldId="261"/>
            <ac:spMk id="11" creationId="{B201B595-573F-4BA3-9209-E3DD1108D38B}"/>
          </ac:spMkLst>
        </pc:spChg>
        <pc:spChg chg="add del mod">
          <ac:chgData name="Aritra Mitra" userId="ed282abb-f77d-4912-ae2d-92fef056a80d" providerId="ADAL" clId="{A00005A0-D9D9-421B-8A78-3EC62A159D85}" dt="2020-11-11T03:27:37.179" v="5284" actId="478"/>
          <ac:spMkLst>
            <pc:docMk/>
            <pc:sldMk cId="2163179203" sldId="261"/>
            <ac:spMk id="13" creationId="{B9C2612A-7295-4BC7-BF38-B45D79AF52FC}"/>
          </ac:spMkLst>
        </pc:spChg>
        <pc:spChg chg="add del">
          <ac:chgData name="Aritra Mitra" userId="ed282abb-f77d-4912-ae2d-92fef056a80d" providerId="ADAL" clId="{A00005A0-D9D9-421B-8A78-3EC62A159D85}" dt="2020-11-11T03:27:44.411" v="5288"/>
          <ac:spMkLst>
            <pc:docMk/>
            <pc:sldMk cId="2163179203" sldId="261"/>
            <ac:spMk id="14" creationId="{26C10D7F-CECC-4BBF-B72E-501FFD7FABB0}"/>
          </ac:spMkLst>
        </pc:spChg>
        <pc:spChg chg="add mod">
          <ac:chgData name="Aritra Mitra" userId="ed282abb-f77d-4912-ae2d-92fef056a80d" providerId="ADAL" clId="{A00005A0-D9D9-421B-8A78-3EC62A159D85}" dt="2020-11-11T03:27:52.433" v="5291" actId="1076"/>
          <ac:spMkLst>
            <pc:docMk/>
            <pc:sldMk cId="2163179203" sldId="261"/>
            <ac:spMk id="15" creationId="{64AB501A-1422-4D96-A824-55EC66363A87}"/>
          </ac:spMkLst>
        </pc:spChg>
        <pc:spChg chg="add mod">
          <ac:chgData name="Aritra Mitra" userId="ed282abb-f77d-4912-ae2d-92fef056a80d" providerId="ADAL" clId="{A00005A0-D9D9-421B-8A78-3EC62A159D85}" dt="2020-11-11T03:31:45.363" v="5516" actId="14100"/>
          <ac:spMkLst>
            <pc:docMk/>
            <pc:sldMk cId="2163179203" sldId="261"/>
            <ac:spMk id="16" creationId="{EB907255-A440-4948-B6FA-BD20EE6CAA84}"/>
          </ac:spMkLst>
        </pc:spChg>
        <pc:spChg chg="add mod">
          <ac:chgData name="Aritra Mitra" userId="ed282abb-f77d-4912-ae2d-92fef056a80d" providerId="ADAL" clId="{A00005A0-D9D9-421B-8A78-3EC62A159D85}" dt="2020-11-11T03:32:10.020" v="5519" actId="207"/>
          <ac:spMkLst>
            <pc:docMk/>
            <pc:sldMk cId="2163179203" sldId="261"/>
            <ac:spMk id="17" creationId="{EB94562D-4203-41DA-B2F8-ABFFF31673F8}"/>
          </ac:spMkLst>
        </pc:spChg>
        <pc:grpChg chg="add mod">
          <ac:chgData name="Aritra Mitra" userId="ed282abb-f77d-4912-ae2d-92fef056a80d" providerId="ADAL" clId="{A00005A0-D9D9-421B-8A78-3EC62A159D85}" dt="2020-11-11T03:27:08.473" v="5279" actId="1076"/>
          <ac:grpSpMkLst>
            <pc:docMk/>
            <pc:sldMk cId="2163179203" sldId="261"/>
            <ac:grpSpMk id="5" creationId="{131AE7D0-71BC-445A-89EC-04BE95A67DAA}"/>
          </ac:grpSpMkLst>
        </pc:grpChg>
        <pc:graphicFrameChg chg="mod">
          <ac:chgData name="Aritra Mitra" userId="ed282abb-f77d-4912-ae2d-92fef056a80d" providerId="ADAL" clId="{A00005A0-D9D9-421B-8A78-3EC62A159D85}" dt="2020-11-11T03:27:05.131" v="5278" actId="164"/>
          <ac:graphicFrameMkLst>
            <pc:docMk/>
            <pc:sldMk cId="2163179203" sldId="261"/>
            <ac:graphicFrameMk id="4" creationId="{00000000-0000-0000-0000-000000000000}"/>
          </ac:graphicFrameMkLst>
        </pc:graphicFrameChg>
        <pc:graphicFrameChg chg="mod">
          <ac:chgData name="Aritra Mitra" userId="ed282abb-f77d-4912-ae2d-92fef056a80d" providerId="ADAL" clId="{A00005A0-D9D9-421B-8A78-3EC62A159D85}" dt="2020-11-11T03:27:05.131" v="5278" actId="164"/>
          <ac:graphicFrameMkLst>
            <pc:docMk/>
            <pc:sldMk cId="2163179203" sldId="261"/>
            <ac:graphicFrameMk id="6" creationId="{00000000-0000-0000-0000-000000000000}"/>
          </ac:graphicFrameMkLst>
        </pc:graphicFrameChg>
      </pc:sldChg>
      <pc:sldChg chg="addSp delSp modSp add del addAnim delAnim modAnim">
        <pc:chgData name="Aritra Mitra" userId="ed282abb-f77d-4912-ae2d-92fef056a80d" providerId="ADAL" clId="{A00005A0-D9D9-421B-8A78-3EC62A159D85}" dt="2020-11-11T04:09:51.112" v="5853"/>
        <pc:sldMkLst>
          <pc:docMk/>
          <pc:sldMk cId="4219393589" sldId="263"/>
        </pc:sldMkLst>
        <pc:spChg chg="del">
          <ac:chgData name="Aritra Mitra" userId="ed282abb-f77d-4912-ae2d-92fef056a80d" providerId="ADAL" clId="{A00005A0-D9D9-421B-8A78-3EC62A159D85}" dt="2020-11-11T03:38:41.836" v="5529" actId="478"/>
          <ac:spMkLst>
            <pc:docMk/>
            <pc:sldMk cId="4219393589" sldId="263"/>
            <ac:spMk id="2" creationId="{00000000-0000-0000-0000-000000000000}"/>
          </ac:spMkLst>
        </pc:spChg>
        <pc:spChg chg="mod">
          <ac:chgData name="Aritra Mitra" userId="ed282abb-f77d-4912-ae2d-92fef056a80d" providerId="ADAL" clId="{A00005A0-D9D9-421B-8A78-3EC62A159D85}" dt="2020-11-11T03:50:10.758" v="5763" actId="20577"/>
          <ac:spMkLst>
            <pc:docMk/>
            <pc:sldMk cId="4219393589" sldId="263"/>
            <ac:spMk id="3" creationId="{00000000-0000-0000-0000-000000000000}"/>
          </ac:spMkLst>
        </pc:spChg>
        <pc:spChg chg="del mod">
          <ac:chgData name="Aritra Mitra" userId="ed282abb-f77d-4912-ae2d-92fef056a80d" providerId="ADAL" clId="{A00005A0-D9D9-421B-8A78-3EC62A159D85}" dt="2020-11-11T03:43:39.081" v="5611" actId="478"/>
          <ac:spMkLst>
            <pc:docMk/>
            <pc:sldMk cId="4219393589" sldId="263"/>
            <ac:spMk id="4" creationId="{00000000-0000-0000-0000-000000000000}"/>
          </ac:spMkLst>
        </pc:spChg>
        <pc:spChg chg="add del mod">
          <ac:chgData name="Aritra Mitra" userId="ed282abb-f77d-4912-ae2d-92fef056a80d" providerId="ADAL" clId="{A00005A0-D9D9-421B-8A78-3EC62A159D85}" dt="2020-11-11T03:43:17.059" v="5609" actId="478"/>
          <ac:spMkLst>
            <pc:docMk/>
            <pc:sldMk cId="4219393589" sldId="263"/>
            <ac:spMk id="5" creationId="{00000000-0000-0000-0000-000000000000}"/>
          </ac:spMkLst>
        </pc:spChg>
        <pc:spChg chg="del mod">
          <ac:chgData name="Aritra Mitra" userId="ed282abb-f77d-4912-ae2d-92fef056a80d" providerId="ADAL" clId="{A00005A0-D9D9-421B-8A78-3EC62A159D85}" dt="2020-11-11T03:44:00.165" v="5614" actId="478"/>
          <ac:spMkLst>
            <pc:docMk/>
            <pc:sldMk cId="4219393589" sldId="263"/>
            <ac:spMk id="6" creationId="{00000000-0000-0000-0000-000000000000}"/>
          </ac:spMkLst>
        </pc:spChg>
        <pc:spChg chg="del mod">
          <ac:chgData name="Aritra Mitra" userId="ed282abb-f77d-4912-ae2d-92fef056a80d" providerId="ADAL" clId="{A00005A0-D9D9-421B-8A78-3EC62A159D85}" dt="2020-11-11T03:43:41.847" v="5612" actId="478"/>
          <ac:spMkLst>
            <pc:docMk/>
            <pc:sldMk cId="4219393589" sldId="263"/>
            <ac:spMk id="7" creationId="{00000000-0000-0000-0000-000000000000}"/>
          </ac:spMkLst>
        </pc:spChg>
        <pc:spChg chg="add del mod">
          <ac:chgData name="Aritra Mitra" userId="ed282abb-f77d-4912-ae2d-92fef056a80d" providerId="ADAL" clId="{A00005A0-D9D9-421B-8A78-3EC62A159D85}" dt="2020-11-11T03:38:44.045" v="5530" actId="478"/>
          <ac:spMkLst>
            <pc:docMk/>
            <pc:sldMk cId="4219393589" sldId="263"/>
            <ac:spMk id="9" creationId="{76B8309E-DED7-45E5-8359-9D0C5CE3FDFE}"/>
          </ac:spMkLst>
        </pc:spChg>
        <pc:spChg chg="del mod">
          <ac:chgData name="Aritra Mitra" userId="ed282abb-f77d-4912-ae2d-92fef056a80d" providerId="ADAL" clId="{A00005A0-D9D9-421B-8A78-3EC62A159D85}" dt="2020-11-11T03:47:07.367" v="5751" actId="478"/>
          <ac:spMkLst>
            <pc:docMk/>
            <pc:sldMk cId="4219393589" sldId="263"/>
            <ac:spMk id="10" creationId="{00000000-0000-0000-0000-000000000000}"/>
          </ac:spMkLst>
        </pc:spChg>
        <pc:spChg chg="del mod">
          <ac:chgData name="Aritra Mitra" userId="ed282abb-f77d-4912-ae2d-92fef056a80d" providerId="ADAL" clId="{A00005A0-D9D9-421B-8A78-3EC62A159D85}" dt="2020-11-11T03:44:04.065" v="5615" actId="478"/>
          <ac:spMkLst>
            <pc:docMk/>
            <pc:sldMk cId="4219393589" sldId="263"/>
            <ac:spMk id="11" creationId="{00000000-0000-0000-0000-000000000000}"/>
          </ac:spMkLst>
        </pc:spChg>
        <pc:spChg chg="add mod">
          <ac:chgData name="Aritra Mitra" userId="ed282abb-f77d-4912-ae2d-92fef056a80d" providerId="ADAL" clId="{A00005A0-D9D9-421B-8A78-3EC62A159D85}" dt="2020-11-11T03:51:01.069" v="5767" actId="1076"/>
          <ac:spMkLst>
            <pc:docMk/>
            <pc:sldMk cId="4219393589" sldId="263"/>
            <ac:spMk id="12" creationId="{BE39C8F1-255D-41DA-9413-E44D7C1D74EA}"/>
          </ac:spMkLst>
        </pc:spChg>
        <pc:spChg chg="del mod">
          <ac:chgData name="Aritra Mitra" userId="ed282abb-f77d-4912-ae2d-92fef056a80d" providerId="ADAL" clId="{A00005A0-D9D9-421B-8A78-3EC62A159D85}" dt="2020-11-11T03:43:56.695" v="5613" actId="478"/>
          <ac:spMkLst>
            <pc:docMk/>
            <pc:sldMk cId="4219393589" sldId="263"/>
            <ac:spMk id="13" creationId="{00000000-0000-0000-0000-000000000000}"/>
          </ac:spMkLst>
        </pc:spChg>
        <pc:spChg chg="del mod">
          <ac:chgData name="Aritra Mitra" userId="ed282abb-f77d-4912-ae2d-92fef056a80d" providerId="ADAL" clId="{A00005A0-D9D9-421B-8A78-3EC62A159D85}" dt="2020-11-11T03:43:35.970" v="5610" actId="478"/>
          <ac:spMkLst>
            <pc:docMk/>
            <pc:sldMk cId="4219393589" sldId="263"/>
            <ac:spMk id="14" creationId="{00000000-0000-0000-0000-000000000000}"/>
          </ac:spMkLst>
        </pc:spChg>
        <pc:spChg chg="add mod">
          <ac:chgData name="Aritra Mitra" userId="ed282abb-f77d-4912-ae2d-92fef056a80d" providerId="ADAL" clId="{A00005A0-D9D9-421B-8A78-3EC62A159D85}" dt="2020-11-11T03:38:50.035" v="5531" actId="1076"/>
          <ac:spMkLst>
            <pc:docMk/>
            <pc:sldMk cId="4219393589" sldId="263"/>
            <ac:spMk id="16" creationId="{D02016CB-E261-42F5-B2EF-D17EEF890D79}"/>
          </ac:spMkLst>
        </pc:spChg>
        <pc:spChg chg="add mod">
          <ac:chgData name="Aritra Mitra" userId="ed282abb-f77d-4912-ae2d-92fef056a80d" providerId="ADAL" clId="{A00005A0-D9D9-421B-8A78-3EC62A159D85}" dt="2020-11-11T03:51:44.655" v="5772" actId="1038"/>
          <ac:spMkLst>
            <pc:docMk/>
            <pc:sldMk cId="4219393589" sldId="263"/>
            <ac:spMk id="17" creationId="{DC5695B5-6ABA-414C-B89A-B2284FF8A845}"/>
          </ac:spMkLst>
        </pc:spChg>
        <pc:spChg chg="add mod">
          <ac:chgData name="Aritra Mitra" userId="ed282abb-f77d-4912-ae2d-92fef056a80d" providerId="ADAL" clId="{A00005A0-D9D9-421B-8A78-3EC62A159D85}" dt="2020-11-11T03:53:08.646" v="5838" actId="1076"/>
          <ac:spMkLst>
            <pc:docMk/>
            <pc:sldMk cId="4219393589" sldId="263"/>
            <ac:spMk id="18" creationId="{5BF212C7-109E-4A71-A783-D5B2C3B64008}"/>
          </ac:spMkLst>
        </pc:spChg>
        <pc:spChg chg="add mod">
          <ac:chgData name="Aritra Mitra" userId="ed282abb-f77d-4912-ae2d-92fef056a80d" providerId="ADAL" clId="{A00005A0-D9D9-421B-8A78-3EC62A159D85}" dt="2020-11-11T03:53:32.397" v="5842" actId="14100"/>
          <ac:spMkLst>
            <pc:docMk/>
            <pc:sldMk cId="4219393589" sldId="263"/>
            <ac:spMk id="19" creationId="{4B7A6D4D-80DF-4E01-851D-0E9DFDDCC33E}"/>
          </ac:spMkLst>
        </pc:spChg>
        <pc:cxnChg chg="del mod">
          <ac:chgData name="Aritra Mitra" userId="ed282abb-f77d-4912-ae2d-92fef056a80d" providerId="ADAL" clId="{A00005A0-D9D9-421B-8A78-3EC62A159D85}" dt="2020-11-11T03:47:03.669" v="5750" actId="478"/>
          <ac:cxnSpMkLst>
            <pc:docMk/>
            <pc:sldMk cId="4219393589" sldId="263"/>
            <ac:cxnSpMk id="15" creationId="{00000000-0000-0000-0000-000000000000}"/>
          </ac:cxnSpMkLst>
        </pc:cxnChg>
      </pc:sldChg>
      <pc:sldChg chg="add del">
        <pc:chgData name="Aritra Mitra" userId="ed282abb-f77d-4912-ae2d-92fef056a80d" providerId="ADAL" clId="{A00005A0-D9D9-421B-8A78-3EC62A159D85}" dt="2020-11-11T03:53:45.104" v="5843" actId="2696"/>
        <pc:sldMkLst>
          <pc:docMk/>
          <pc:sldMk cId="2435417841" sldId="265"/>
        </pc:sldMkLst>
      </pc:sldChg>
      <pc:sldChg chg="add del">
        <pc:chgData name="Aritra Mitra" userId="ed282abb-f77d-4912-ae2d-92fef056a80d" providerId="ADAL" clId="{A00005A0-D9D9-421B-8A78-3EC62A159D85}" dt="2020-11-11T03:53:46.187" v="5844" actId="2696"/>
        <pc:sldMkLst>
          <pc:docMk/>
          <pc:sldMk cId="3538209101" sldId="266"/>
        </pc:sldMkLst>
      </pc:sldChg>
      <pc:sldChg chg="add del">
        <pc:chgData name="Aritra Mitra" userId="ed282abb-f77d-4912-ae2d-92fef056a80d" providerId="ADAL" clId="{A00005A0-D9D9-421B-8A78-3EC62A159D85}" dt="2020-11-11T03:53:46.854" v="5845" actId="2696"/>
        <pc:sldMkLst>
          <pc:docMk/>
          <pc:sldMk cId="3474885306" sldId="267"/>
        </pc:sldMkLst>
      </pc:sldChg>
      <pc:sldChg chg="add del">
        <pc:chgData name="Aritra Mitra" userId="ed282abb-f77d-4912-ae2d-92fef056a80d" providerId="ADAL" clId="{A00005A0-D9D9-421B-8A78-3EC62A159D85}" dt="2020-11-11T03:53:48.033" v="5846" actId="2696"/>
        <pc:sldMkLst>
          <pc:docMk/>
          <pc:sldMk cId="4135759301" sldId="268"/>
        </pc:sldMkLst>
      </pc:sldChg>
      <pc:sldChg chg="add del">
        <pc:chgData name="Aritra Mitra" userId="ed282abb-f77d-4912-ae2d-92fef056a80d" providerId="ADAL" clId="{A00005A0-D9D9-421B-8A78-3EC62A159D85}" dt="2020-11-11T03:53:49.781" v="5847" actId="2696"/>
        <pc:sldMkLst>
          <pc:docMk/>
          <pc:sldMk cId="1758504811" sldId="269"/>
        </pc:sldMkLst>
      </pc:sldChg>
      <pc:sldChg chg="add del">
        <pc:chgData name="Aritra Mitra" userId="ed282abb-f77d-4912-ae2d-92fef056a80d" providerId="ADAL" clId="{A00005A0-D9D9-421B-8A78-3EC62A159D85}" dt="2020-11-11T03:54:01.803" v="5848" actId="2696"/>
        <pc:sldMkLst>
          <pc:docMk/>
          <pc:sldMk cId="2714314603" sldId="270"/>
        </pc:sldMkLst>
      </pc:sldChg>
      <pc:sldChg chg="add del">
        <pc:chgData name="Aritra Mitra" userId="ed282abb-f77d-4912-ae2d-92fef056a80d" providerId="ADAL" clId="{A00005A0-D9D9-421B-8A78-3EC62A159D85}" dt="2020-11-11T03:54:02.990" v="5849" actId="2696"/>
        <pc:sldMkLst>
          <pc:docMk/>
          <pc:sldMk cId="483202149" sldId="271"/>
        </pc:sldMkLst>
      </pc:sldChg>
      <pc:sldChg chg="modSp">
        <pc:chgData name="Aritra Mitra" userId="ed282abb-f77d-4912-ae2d-92fef056a80d" providerId="ADAL" clId="{A00005A0-D9D9-421B-8A78-3EC62A159D85}" dt="2020-11-11T07:12:36.487" v="8806" actId="20577"/>
        <pc:sldMkLst>
          <pc:docMk/>
          <pc:sldMk cId="3695319144" sldId="301"/>
        </pc:sldMkLst>
        <pc:spChg chg="mod">
          <ac:chgData name="Aritra Mitra" userId="ed282abb-f77d-4912-ae2d-92fef056a80d" providerId="ADAL" clId="{A00005A0-D9D9-421B-8A78-3EC62A159D85}" dt="2020-11-10T23:15:38.412" v="116" actId="20577"/>
          <ac:spMkLst>
            <pc:docMk/>
            <pc:sldMk cId="3695319144" sldId="301"/>
            <ac:spMk id="2" creationId="{00000000-0000-0000-0000-000000000000}"/>
          </ac:spMkLst>
        </pc:spChg>
        <pc:spChg chg="mod">
          <ac:chgData name="Aritra Mitra" userId="ed282abb-f77d-4912-ae2d-92fef056a80d" providerId="ADAL" clId="{A00005A0-D9D9-421B-8A78-3EC62A159D85}" dt="2020-11-11T07:12:36.487" v="8806" actId="20577"/>
          <ac:spMkLst>
            <pc:docMk/>
            <pc:sldMk cId="3695319144" sldId="301"/>
            <ac:spMk id="3" creationId="{00000000-0000-0000-0000-000000000000}"/>
          </ac:spMkLst>
        </pc:spChg>
      </pc:sldChg>
      <pc:sldChg chg="add del">
        <pc:chgData name="Aritra Mitra" userId="ed282abb-f77d-4912-ae2d-92fef056a80d" providerId="ADAL" clId="{A00005A0-D9D9-421B-8A78-3EC62A159D85}" dt="2020-11-11T03:57:00.357" v="5850" actId="2696"/>
        <pc:sldMkLst>
          <pc:docMk/>
          <pc:sldMk cId="646558840" sldId="302"/>
        </pc:sldMkLst>
      </pc:sldChg>
      <pc:sldChg chg="add del">
        <pc:chgData name="Aritra Mitra" userId="ed282abb-f77d-4912-ae2d-92fef056a80d" providerId="ADAL" clId="{A00005A0-D9D9-421B-8A78-3EC62A159D85}" dt="2020-11-11T00:37:37.014" v="3346"/>
        <pc:sldMkLst>
          <pc:docMk/>
          <pc:sldMk cId="2458513484" sldId="318"/>
        </pc:sldMkLst>
      </pc:sldChg>
      <pc:sldChg chg="add del ord">
        <pc:chgData name="Aritra Mitra" userId="ed282abb-f77d-4912-ae2d-92fef056a80d" providerId="ADAL" clId="{A00005A0-D9D9-421B-8A78-3EC62A159D85}" dt="2020-11-11T14:25:58.354" v="11800" actId="2696"/>
        <pc:sldMkLst>
          <pc:docMk/>
          <pc:sldMk cId="2329812678" sldId="319"/>
        </pc:sldMkLst>
      </pc:sldChg>
      <pc:sldChg chg="add del">
        <pc:chgData name="Aritra Mitra" userId="ed282abb-f77d-4912-ae2d-92fef056a80d" providerId="ADAL" clId="{A00005A0-D9D9-421B-8A78-3EC62A159D85}" dt="2020-11-11T01:01:09.562" v="3350" actId="2696"/>
        <pc:sldMkLst>
          <pc:docMk/>
          <pc:sldMk cId="532271188" sldId="320"/>
        </pc:sldMkLst>
      </pc:sldChg>
      <pc:sldChg chg="add del">
        <pc:chgData name="Aritra Mitra" userId="ed282abb-f77d-4912-ae2d-92fef056a80d" providerId="ADAL" clId="{A00005A0-D9D9-421B-8A78-3EC62A159D85}" dt="2020-11-11T01:01:09.400" v="3349" actId="2696"/>
        <pc:sldMkLst>
          <pc:docMk/>
          <pc:sldMk cId="270087539" sldId="321"/>
        </pc:sldMkLst>
      </pc:sldChg>
      <pc:sldChg chg="add del">
        <pc:chgData name="Aritra Mitra" userId="ed282abb-f77d-4912-ae2d-92fef056a80d" providerId="ADAL" clId="{A00005A0-D9D9-421B-8A78-3EC62A159D85}" dt="2020-11-11T01:01:09.102" v="3348" actId="2696"/>
        <pc:sldMkLst>
          <pc:docMk/>
          <pc:sldMk cId="1312544755" sldId="322"/>
        </pc:sldMkLst>
      </pc:sldChg>
      <pc:sldChg chg="modSp add">
        <pc:chgData name="Aritra Mitra" userId="ed282abb-f77d-4912-ae2d-92fef056a80d" providerId="ADAL" clId="{A00005A0-D9D9-421B-8A78-3EC62A159D85}" dt="2020-11-11T01:56:22.665" v="3660" actId="1076"/>
        <pc:sldMkLst>
          <pc:docMk/>
          <pc:sldMk cId="1963313966" sldId="323"/>
        </pc:sldMkLst>
        <pc:spChg chg="mod">
          <ac:chgData name="Aritra Mitra" userId="ed282abb-f77d-4912-ae2d-92fef056a80d" providerId="ADAL" clId="{A00005A0-D9D9-421B-8A78-3EC62A159D85}" dt="2020-11-11T01:46:35.476" v="3507" actId="20577"/>
          <ac:spMkLst>
            <pc:docMk/>
            <pc:sldMk cId="1963313966" sldId="323"/>
            <ac:spMk id="16" creationId="{2D5EE6BA-1D92-4272-B22C-C086E3B50DC0}"/>
          </ac:spMkLst>
        </pc:spChg>
        <pc:spChg chg="mod">
          <ac:chgData name="Aritra Mitra" userId="ed282abb-f77d-4912-ae2d-92fef056a80d" providerId="ADAL" clId="{A00005A0-D9D9-421B-8A78-3EC62A159D85}" dt="2020-11-11T01:46:03.016" v="3481" actId="1038"/>
          <ac:spMkLst>
            <pc:docMk/>
            <pc:sldMk cId="1963313966" sldId="323"/>
            <ac:spMk id="17" creationId="{C3BB1917-0B03-463D-B716-8F59458958BA}"/>
          </ac:spMkLst>
        </pc:spChg>
        <pc:spChg chg="mod">
          <ac:chgData name="Aritra Mitra" userId="ed282abb-f77d-4912-ae2d-92fef056a80d" providerId="ADAL" clId="{A00005A0-D9D9-421B-8A78-3EC62A159D85}" dt="2020-11-11T01:53:37.020" v="3659" actId="20577"/>
          <ac:spMkLst>
            <pc:docMk/>
            <pc:sldMk cId="1963313966" sldId="323"/>
            <ac:spMk id="21" creationId="{25E4B1A7-ACB7-486D-B9A0-43AEF64AA51A}"/>
          </ac:spMkLst>
        </pc:spChg>
        <pc:spChg chg="mod">
          <ac:chgData name="Aritra Mitra" userId="ed282abb-f77d-4912-ae2d-92fef056a80d" providerId="ADAL" clId="{A00005A0-D9D9-421B-8A78-3EC62A159D85}" dt="2020-11-11T01:44:47.208" v="3416" actId="20577"/>
          <ac:spMkLst>
            <pc:docMk/>
            <pc:sldMk cId="1963313966" sldId="323"/>
            <ac:spMk id="29" creationId="{07BB4EA3-1C3A-4B6A-9F5B-46EEBC185297}"/>
          </ac:spMkLst>
        </pc:spChg>
        <pc:spChg chg="mod">
          <ac:chgData name="Aritra Mitra" userId="ed282abb-f77d-4912-ae2d-92fef056a80d" providerId="ADAL" clId="{A00005A0-D9D9-421B-8A78-3EC62A159D85}" dt="2020-11-11T01:45:17.679" v="3442" actId="20577"/>
          <ac:spMkLst>
            <pc:docMk/>
            <pc:sldMk cId="1963313966" sldId="323"/>
            <ac:spMk id="30" creationId="{6E95C532-C82E-4FD3-8DEE-40E99B032D0F}"/>
          </ac:spMkLst>
        </pc:spChg>
        <pc:spChg chg="mod">
          <ac:chgData name="Aritra Mitra" userId="ed282abb-f77d-4912-ae2d-92fef056a80d" providerId="ADAL" clId="{A00005A0-D9D9-421B-8A78-3EC62A159D85}" dt="2020-11-11T01:52:11.615" v="3644" actId="1076"/>
          <ac:spMkLst>
            <pc:docMk/>
            <pc:sldMk cId="1963313966" sldId="323"/>
            <ac:spMk id="31" creationId="{F803C9DA-32D6-46D2-89DE-0312C01370AF}"/>
          </ac:spMkLst>
        </pc:spChg>
        <pc:spChg chg="mod">
          <ac:chgData name="Aritra Mitra" userId="ed282abb-f77d-4912-ae2d-92fef056a80d" providerId="ADAL" clId="{A00005A0-D9D9-421B-8A78-3EC62A159D85}" dt="2020-11-11T01:49:12.263" v="3540" actId="20577"/>
          <ac:spMkLst>
            <pc:docMk/>
            <pc:sldMk cId="1963313966" sldId="323"/>
            <ac:spMk id="32" creationId="{C09639C4-5B15-4943-92D9-6D6A6B50CAD4}"/>
          </ac:spMkLst>
        </pc:spChg>
        <pc:spChg chg="mod">
          <ac:chgData name="Aritra Mitra" userId="ed282abb-f77d-4912-ae2d-92fef056a80d" providerId="ADAL" clId="{A00005A0-D9D9-421B-8A78-3EC62A159D85}" dt="2020-11-11T01:49:59.170" v="3557" actId="1076"/>
          <ac:spMkLst>
            <pc:docMk/>
            <pc:sldMk cId="1963313966" sldId="323"/>
            <ac:spMk id="33" creationId="{32B06746-C5F0-4414-8A5D-1F9AB9517C8B}"/>
          </ac:spMkLst>
        </pc:spChg>
        <pc:spChg chg="mod">
          <ac:chgData name="Aritra Mitra" userId="ed282abb-f77d-4912-ae2d-92fef056a80d" providerId="ADAL" clId="{A00005A0-D9D9-421B-8A78-3EC62A159D85}" dt="2020-11-11T01:56:22.665" v="3660" actId="1076"/>
          <ac:spMkLst>
            <pc:docMk/>
            <pc:sldMk cId="1963313966" sldId="323"/>
            <ac:spMk id="38" creationId="{E611371A-AC87-4BED-BB16-B5591F1AF554}"/>
          </ac:spMkLst>
        </pc:spChg>
        <pc:grpChg chg="mod">
          <ac:chgData name="Aritra Mitra" userId="ed282abb-f77d-4912-ae2d-92fef056a80d" providerId="ADAL" clId="{A00005A0-D9D9-421B-8A78-3EC62A159D85}" dt="2020-11-11T01:53:37.020" v="3659" actId="20577"/>
          <ac:grpSpMkLst>
            <pc:docMk/>
            <pc:sldMk cId="1963313966" sldId="323"/>
            <ac:grpSpMk id="23" creationId="{99FCAB88-5FB7-4191-9C9E-DFFFC1F4B3AB}"/>
          </ac:grpSpMkLst>
        </pc:grpChg>
        <pc:cxnChg chg="mod">
          <ac:chgData name="Aritra Mitra" userId="ed282abb-f77d-4912-ae2d-92fef056a80d" providerId="ADAL" clId="{A00005A0-D9D9-421B-8A78-3EC62A159D85}" dt="2020-11-11T01:44:58.742" v="3417" actId="14100"/>
          <ac:cxnSpMkLst>
            <pc:docMk/>
            <pc:sldMk cId="1963313966" sldId="323"/>
            <ac:cxnSpMk id="10" creationId="{97939240-30A7-4151-8F42-57073ACC2780}"/>
          </ac:cxnSpMkLst>
        </pc:cxnChg>
        <pc:cxnChg chg="mod">
          <ac:chgData name="Aritra Mitra" userId="ed282abb-f77d-4912-ae2d-92fef056a80d" providerId="ADAL" clId="{A00005A0-D9D9-421B-8A78-3EC62A159D85}" dt="2020-11-11T01:46:03.016" v="3481" actId="1038"/>
          <ac:cxnSpMkLst>
            <pc:docMk/>
            <pc:sldMk cId="1963313966" sldId="323"/>
            <ac:cxnSpMk id="19" creationId="{A0B4A8CF-DCC0-484E-9FEC-6C7A441FBBEA}"/>
          </ac:cxnSpMkLst>
        </pc:cxnChg>
      </pc:sldChg>
      <pc:sldChg chg="addSp modSp add">
        <pc:chgData name="Aritra Mitra" userId="ed282abb-f77d-4912-ae2d-92fef056a80d" providerId="ADAL" clId="{A00005A0-D9D9-421B-8A78-3EC62A159D85}" dt="2020-11-11T04:57:52.759" v="6767" actId="20577"/>
        <pc:sldMkLst>
          <pc:docMk/>
          <pc:sldMk cId="1492268902" sldId="325"/>
        </pc:sldMkLst>
        <pc:spChg chg="add mod">
          <ac:chgData name="Aritra Mitra" userId="ed282abb-f77d-4912-ae2d-92fef056a80d" providerId="ADAL" clId="{A00005A0-D9D9-421B-8A78-3EC62A159D85}" dt="2020-11-11T02:14:22.889" v="4344" actId="1036"/>
          <ac:spMkLst>
            <pc:docMk/>
            <pc:sldMk cId="1492268902" sldId="325"/>
            <ac:spMk id="10" creationId="{FF558C20-084E-4B43-997C-34FF4FE99371}"/>
          </ac:spMkLst>
        </pc:spChg>
        <pc:spChg chg="mod">
          <ac:chgData name="Aritra Mitra" userId="ed282abb-f77d-4912-ae2d-92fef056a80d" providerId="ADAL" clId="{A00005A0-D9D9-421B-8A78-3EC62A159D85}" dt="2020-11-11T02:14:22.889" v="4344" actId="1036"/>
          <ac:spMkLst>
            <pc:docMk/>
            <pc:sldMk cId="1492268902" sldId="325"/>
            <ac:spMk id="13" creationId="{9D103F2D-EA22-4F99-923D-D7B3F1022784}"/>
          </ac:spMkLst>
        </pc:spChg>
        <pc:spChg chg="mod">
          <ac:chgData name="Aritra Mitra" userId="ed282abb-f77d-4912-ae2d-92fef056a80d" providerId="ADAL" clId="{A00005A0-D9D9-421B-8A78-3EC62A159D85}" dt="2020-11-11T02:13:30.675" v="4332" actId="1076"/>
          <ac:spMkLst>
            <pc:docMk/>
            <pc:sldMk cId="1492268902" sldId="325"/>
            <ac:spMk id="14" creationId="{16BA142D-0AF7-449D-89DD-8534F9EEE91A}"/>
          </ac:spMkLst>
        </pc:spChg>
        <pc:spChg chg="mod">
          <ac:chgData name="Aritra Mitra" userId="ed282abb-f77d-4912-ae2d-92fef056a80d" providerId="ADAL" clId="{A00005A0-D9D9-421B-8A78-3EC62A159D85}" dt="2020-11-11T04:57:52.759" v="6767" actId="20577"/>
          <ac:spMkLst>
            <pc:docMk/>
            <pc:sldMk cId="1492268902" sldId="325"/>
            <ac:spMk id="29" creationId="{07BB4EA3-1C3A-4B6A-9F5B-46EEBC185297}"/>
          </ac:spMkLst>
        </pc:spChg>
      </pc:sldChg>
      <pc:sldChg chg="del">
        <pc:chgData name="Aritra Mitra" userId="ed282abb-f77d-4912-ae2d-92fef056a80d" providerId="ADAL" clId="{A00005A0-D9D9-421B-8A78-3EC62A159D85}" dt="2020-11-11T00:12:24.411" v="2776" actId="2696"/>
        <pc:sldMkLst>
          <pc:docMk/>
          <pc:sldMk cId="4003652401" sldId="333"/>
        </pc:sldMkLst>
      </pc:sldChg>
      <pc:sldChg chg="del">
        <pc:chgData name="Aritra Mitra" userId="ed282abb-f77d-4912-ae2d-92fef056a80d" providerId="ADAL" clId="{A00005A0-D9D9-421B-8A78-3EC62A159D85}" dt="2020-11-11T00:12:26.837" v="2777" actId="2696"/>
        <pc:sldMkLst>
          <pc:docMk/>
          <pc:sldMk cId="23221559" sldId="335"/>
        </pc:sldMkLst>
      </pc:sldChg>
      <pc:sldChg chg="del">
        <pc:chgData name="Aritra Mitra" userId="ed282abb-f77d-4912-ae2d-92fef056a80d" providerId="ADAL" clId="{A00005A0-D9D9-421B-8A78-3EC62A159D85}" dt="2020-11-11T00:12:28.749" v="2778" actId="2696"/>
        <pc:sldMkLst>
          <pc:docMk/>
          <pc:sldMk cId="1503881219" sldId="336"/>
        </pc:sldMkLst>
      </pc:sldChg>
      <pc:sldChg chg="del">
        <pc:chgData name="Aritra Mitra" userId="ed282abb-f77d-4912-ae2d-92fef056a80d" providerId="ADAL" clId="{A00005A0-D9D9-421B-8A78-3EC62A159D85}" dt="2020-11-11T00:12:30.668" v="2779" actId="2696"/>
        <pc:sldMkLst>
          <pc:docMk/>
          <pc:sldMk cId="157870258" sldId="337"/>
        </pc:sldMkLst>
      </pc:sldChg>
      <pc:sldChg chg="modSp add del">
        <pc:chgData name="Aritra Mitra" userId="ed282abb-f77d-4912-ae2d-92fef056a80d" providerId="ADAL" clId="{A00005A0-D9D9-421B-8A78-3EC62A159D85}" dt="2020-11-11T00:12:43.851" v="2780" actId="2696"/>
        <pc:sldMkLst>
          <pc:docMk/>
          <pc:sldMk cId="671769128" sldId="338"/>
        </pc:sldMkLst>
        <pc:spChg chg="mod">
          <ac:chgData name="Aritra Mitra" userId="ed282abb-f77d-4912-ae2d-92fef056a80d" providerId="ADAL" clId="{A00005A0-D9D9-421B-8A78-3EC62A159D85}" dt="2020-11-10T23:18:14.266" v="206" actId="20577"/>
          <ac:spMkLst>
            <pc:docMk/>
            <pc:sldMk cId="671769128" sldId="338"/>
            <ac:spMk id="2" creationId="{AE236DAA-90C3-4E9D-8EC7-A48E5E559D10}"/>
          </ac:spMkLst>
        </pc:spChg>
        <pc:spChg chg="mod">
          <ac:chgData name="Aritra Mitra" userId="ed282abb-f77d-4912-ae2d-92fef056a80d" providerId="ADAL" clId="{A00005A0-D9D9-421B-8A78-3EC62A159D85}" dt="2020-11-10T23:25:16.299" v="650" actId="20577"/>
          <ac:spMkLst>
            <pc:docMk/>
            <pc:sldMk cId="671769128" sldId="338"/>
            <ac:spMk id="3" creationId="{1852BF5B-C3B1-43D4-AB74-1471DAE5937D}"/>
          </ac:spMkLst>
        </pc:spChg>
      </pc:sldChg>
      <pc:sldChg chg="addSp delSp modSp add delAnim modAnim">
        <pc:chgData name="Aritra Mitra" userId="ed282abb-f77d-4912-ae2d-92fef056a80d" providerId="ADAL" clId="{A00005A0-D9D9-421B-8A78-3EC62A159D85}" dt="2020-11-10T23:54:50.017" v="1886" actId="114"/>
        <pc:sldMkLst>
          <pc:docMk/>
          <pc:sldMk cId="2415807604" sldId="339"/>
        </pc:sldMkLst>
        <pc:spChg chg="mod">
          <ac:chgData name="Aritra Mitra" userId="ed282abb-f77d-4912-ae2d-92fef056a80d" providerId="ADAL" clId="{A00005A0-D9D9-421B-8A78-3EC62A159D85}" dt="2020-11-10T23:28:16.740" v="824" actId="1076"/>
          <ac:spMkLst>
            <pc:docMk/>
            <pc:sldMk cId="2415807604" sldId="339"/>
            <ac:spMk id="2" creationId="{AE236DAA-90C3-4E9D-8EC7-A48E5E559D10}"/>
          </ac:spMkLst>
        </pc:spChg>
        <pc:spChg chg="mod">
          <ac:chgData name="Aritra Mitra" userId="ed282abb-f77d-4912-ae2d-92fef056a80d" providerId="ADAL" clId="{A00005A0-D9D9-421B-8A78-3EC62A159D85}" dt="2020-11-10T23:52:21.361" v="1871" actId="1076"/>
          <ac:spMkLst>
            <pc:docMk/>
            <pc:sldMk cId="2415807604" sldId="339"/>
            <ac:spMk id="3" creationId="{1852BF5B-C3B1-43D4-AB74-1471DAE5937D}"/>
          </ac:spMkLst>
        </pc:spChg>
        <pc:spChg chg="add del mod">
          <ac:chgData name="Aritra Mitra" userId="ed282abb-f77d-4912-ae2d-92fef056a80d" providerId="ADAL" clId="{A00005A0-D9D9-421B-8A78-3EC62A159D85}" dt="2020-11-10T23:32:50.882" v="1119" actId="478"/>
          <ac:spMkLst>
            <pc:docMk/>
            <pc:sldMk cId="2415807604" sldId="339"/>
            <ac:spMk id="4" creationId="{FCA6CB73-3162-4475-9D8A-3FDA966C2077}"/>
          </ac:spMkLst>
        </pc:spChg>
        <pc:spChg chg="add mod">
          <ac:chgData name="Aritra Mitra" userId="ed282abb-f77d-4912-ae2d-92fef056a80d" providerId="ADAL" clId="{A00005A0-D9D9-421B-8A78-3EC62A159D85}" dt="2020-11-10T23:52:38.629" v="1878" actId="1036"/>
          <ac:spMkLst>
            <pc:docMk/>
            <pc:sldMk cId="2415807604" sldId="339"/>
            <ac:spMk id="5" creationId="{4D50043E-D395-4202-ADC6-2BBA44CD0AB1}"/>
          </ac:spMkLst>
        </pc:spChg>
        <pc:spChg chg="add mod">
          <ac:chgData name="Aritra Mitra" userId="ed282abb-f77d-4912-ae2d-92fef056a80d" providerId="ADAL" clId="{A00005A0-D9D9-421B-8A78-3EC62A159D85}" dt="2020-11-10T23:54:50.017" v="1886" actId="114"/>
          <ac:spMkLst>
            <pc:docMk/>
            <pc:sldMk cId="2415807604" sldId="339"/>
            <ac:spMk id="6" creationId="{8220CAC9-FDDF-46E0-B364-74BE75B4CD5A}"/>
          </ac:spMkLst>
        </pc:spChg>
        <pc:spChg chg="add mod">
          <ac:chgData name="Aritra Mitra" userId="ed282abb-f77d-4912-ae2d-92fef056a80d" providerId="ADAL" clId="{A00005A0-D9D9-421B-8A78-3EC62A159D85}" dt="2020-11-10T23:39:27.349" v="1326" actId="571"/>
          <ac:spMkLst>
            <pc:docMk/>
            <pc:sldMk cId="2415807604" sldId="339"/>
            <ac:spMk id="7" creationId="{6B63AC6E-E928-4859-97BF-CEE2FD473761}"/>
          </ac:spMkLst>
        </pc:spChg>
        <pc:spChg chg="add mod">
          <ac:chgData name="Aritra Mitra" userId="ed282abb-f77d-4912-ae2d-92fef056a80d" providerId="ADAL" clId="{A00005A0-D9D9-421B-8A78-3EC62A159D85}" dt="2020-11-10T23:39:27.349" v="1326" actId="571"/>
          <ac:spMkLst>
            <pc:docMk/>
            <pc:sldMk cId="2415807604" sldId="339"/>
            <ac:spMk id="8" creationId="{E7EF76F1-8CC8-4DED-8E0B-001839282A3F}"/>
          </ac:spMkLst>
        </pc:spChg>
        <pc:spChg chg="add mod">
          <ac:chgData name="Aritra Mitra" userId="ed282abb-f77d-4912-ae2d-92fef056a80d" providerId="ADAL" clId="{A00005A0-D9D9-421B-8A78-3EC62A159D85}" dt="2020-11-10T23:51:51.610" v="1869" actId="1076"/>
          <ac:spMkLst>
            <pc:docMk/>
            <pc:sldMk cId="2415807604" sldId="339"/>
            <ac:spMk id="9" creationId="{E48777D6-1EF6-4294-862A-E8116D36F6F7}"/>
          </ac:spMkLst>
        </pc:spChg>
        <pc:spChg chg="add mod">
          <ac:chgData name="Aritra Mitra" userId="ed282abb-f77d-4912-ae2d-92fef056a80d" providerId="ADAL" clId="{A00005A0-D9D9-421B-8A78-3EC62A159D85}" dt="2020-11-10T23:51:55.801" v="1870" actId="1076"/>
          <ac:spMkLst>
            <pc:docMk/>
            <pc:sldMk cId="2415807604" sldId="339"/>
            <ac:spMk id="10" creationId="{C12FA1FB-28B2-4113-B463-25DBCF8EDD1C}"/>
          </ac:spMkLst>
        </pc:spChg>
        <pc:spChg chg="add del mod">
          <ac:chgData name="Aritra Mitra" userId="ed282abb-f77d-4912-ae2d-92fef056a80d" providerId="ADAL" clId="{A00005A0-D9D9-421B-8A78-3EC62A159D85}" dt="2020-11-10T23:52:33.741" v="1873" actId="478"/>
          <ac:spMkLst>
            <pc:docMk/>
            <pc:sldMk cId="2415807604" sldId="339"/>
            <ac:spMk id="11" creationId="{A290E570-85ED-4F9E-B44B-E2D1E30BAA18}"/>
          </ac:spMkLst>
        </pc:spChg>
      </pc:sldChg>
      <pc:sldChg chg="add del">
        <pc:chgData name="Aritra Mitra" userId="ed282abb-f77d-4912-ae2d-92fef056a80d" providerId="ADAL" clId="{A00005A0-D9D9-421B-8A78-3EC62A159D85}" dt="2020-11-10T23:55:24.025" v="1888" actId="2696"/>
        <pc:sldMkLst>
          <pc:docMk/>
          <pc:sldMk cId="668970365" sldId="340"/>
        </pc:sldMkLst>
      </pc:sldChg>
      <pc:sldChg chg="addSp modSp add modAnim">
        <pc:chgData name="Aritra Mitra" userId="ed282abb-f77d-4912-ae2d-92fef056a80d" providerId="ADAL" clId="{A00005A0-D9D9-421B-8A78-3EC62A159D85}" dt="2020-11-11T00:09:11.676" v="2732"/>
        <pc:sldMkLst>
          <pc:docMk/>
          <pc:sldMk cId="1080805522" sldId="340"/>
        </pc:sldMkLst>
        <pc:spChg chg="mod">
          <ac:chgData name="Aritra Mitra" userId="ed282abb-f77d-4912-ae2d-92fef056a80d" providerId="ADAL" clId="{A00005A0-D9D9-421B-8A78-3EC62A159D85}" dt="2020-11-10T23:55:50.740" v="1942" actId="20577"/>
          <ac:spMkLst>
            <pc:docMk/>
            <pc:sldMk cId="1080805522" sldId="340"/>
            <ac:spMk id="2" creationId="{9F43C740-DD20-44E8-AFD5-753BC4CA5C5E}"/>
          </ac:spMkLst>
        </pc:spChg>
        <pc:spChg chg="mod">
          <ac:chgData name="Aritra Mitra" userId="ed282abb-f77d-4912-ae2d-92fef056a80d" providerId="ADAL" clId="{A00005A0-D9D9-421B-8A78-3EC62A159D85}" dt="2020-11-11T00:03:25.390" v="2502" actId="20577"/>
          <ac:spMkLst>
            <pc:docMk/>
            <pc:sldMk cId="1080805522" sldId="340"/>
            <ac:spMk id="3" creationId="{C391D057-EDE1-471E-ADD3-F354E75061D7}"/>
          </ac:spMkLst>
        </pc:spChg>
        <pc:spChg chg="add mod">
          <ac:chgData name="Aritra Mitra" userId="ed282abb-f77d-4912-ae2d-92fef056a80d" providerId="ADAL" clId="{A00005A0-D9D9-421B-8A78-3EC62A159D85}" dt="2020-11-11T00:04:27.860" v="2550" actId="14100"/>
          <ac:spMkLst>
            <pc:docMk/>
            <pc:sldMk cId="1080805522" sldId="340"/>
            <ac:spMk id="4" creationId="{AD885C51-06FB-47A9-9622-AE45246FF98F}"/>
          </ac:spMkLst>
        </pc:spChg>
        <pc:spChg chg="add mod">
          <ac:chgData name="Aritra Mitra" userId="ed282abb-f77d-4912-ae2d-92fef056a80d" providerId="ADAL" clId="{A00005A0-D9D9-421B-8A78-3EC62A159D85}" dt="2020-11-11T00:05:10.457" v="2551" actId="207"/>
          <ac:spMkLst>
            <pc:docMk/>
            <pc:sldMk cId="1080805522" sldId="340"/>
            <ac:spMk id="5" creationId="{FC74BFC1-3698-445C-82BB-5520C3376D5E}"/>
          </ac:spMkLst>
        </pc:spChg>
        <pc:spChg chg="add mod">
          <ac:chgData name="Aritra Mitra" userId="ed282abb-f77d-4912-ae2d-92fef056a80d" providerId="ADAL" clId="{A00005A0-D9D9-421B-8A78-3EC62A159D85}" dt="2020-11-11T00:05:29.763" v="2553" actId="1076"/>
          <ac:spMkLst>
            <pc:docMk/>
            <pc:sldMk cId="1080805522" sldId="340"/>
            <ac:spMk id="6" creationId="{9CD9B4A2-42FD-4C63-B885-3F03996F2C25}"/>
          </ac:spMkLst>
        </pc:spChg>
        <pc:spChg chg="add mod">
          <ac:chgData name="Aritra Mitra" userId="ed282abb-f77d-4912-ae2d-92fef056a80d" providerId="ADAL" clId="{A00005A0-D9D9-421B-8A78-3EC62A159D85}" dt="2020-11-11T00:07:59.437" v="2726" actId="20577"/>
          <ac:spMkLst>
            <pc:docMk/>
            <pc:sldMk cId="1080805522" sldId="340"/>
            <ac:spMk id="7" creationId="{4C53220B-6B42-436E-B58E-2B06B3107A53}"/>
          </ac:spMkLst>
        </pc:spChg>
      </pc:sldChg>
      <pc:sldChg chg="addSp modSp add modAnim">
        <pc:chgData name="Aritra Mitra" userId="ed282abb-f77d-4912-ae2d-92fef056a80d" providerId="ADAL" clId="{A00005A0-D9D9-421B-8A78-3EC62A159D85}" dt="2020-11-11T00:23:34.308" v="3344"/>
        <pc:sldMkLst>
          <pc:docMk/>
          <pc:sldMk cId="2106742598" sldId="341"/>
        </pc:sldMkLst>
        <pc:spChg chg="mod">
          <ac:chgData name="Aritra Mitra" userId="ed282abb-f77d-4912-ae2d-92fef056a80d" providerId="ADAL" clId="{A00005A0-D9D9-421B-8A78-3EC62A159D85}" dt="2020-11-11T00:11:44.025" v="2766" actId="20577"/>
          <ac:spMkLst>
            <pc:docMk/>
            <pc:sldMk cId="2106742598" sldId="341"/>
            <ac:spMk id="2" creationId="{1D951E2D-1BE0-4E88-8253-130488A82147}"/>
          </ac:spMkLst>
        </pc:spChg>
        <pc:spChg chg="mod">
          <ac:chgData name="Aritra Mitra" userId="ed282abb-f77d-4912-ae2d-92fef056a80d" providerId="ADAL" clId="{A00005A0-D9D9-421B-8A78-3EC62A159D85}" dt="2020-11-11T00:17:34.776" v="2993" actId="20577"/>
          <ac:spMkLst>
            <pc:docMk/>
            <pc:sldMk cId="2106742598" sldId="341"/>
            <ac:spMk id="3" creationId="{99A02490-6D5D-48BD-AAAD-C22CF2D7B454}"/>
          </ac:spMkLst>
        </pc:spChg>
        <pc:spChg chg="add mod">
          <ac:chgData name="Aritra Mitra" userId="ed282abb-f77d-4912-ae2d-92fef056a80d" providerId="ADAL" clId="{A00005A0-D9D9-421B-8A78-3EC62A159D85}" dt="2020-11-11T00:19:22.346" v="3099" actId="14100"/>
          <ac:spMkLst>
            <pc:docMk/>
            <pc:sldMk cId="2106742598" sldId="341"/>
            <ac:spMk id="4" creationId="{19A13B4A-79CE-4F1D-80C0-40B2B74C470F}"/>
          </ac:spMkLst>
        </pc:spChg>
        <pc:spChg chg="add mod">
          <ac:chgData name="Aritra Mitra" userId="ed282abb-f77d-4912-ae2d-92fef056a80d" providerId="ADAL" clId="{A00005A0-D9D9-421B-8A78-3EC62A159D85}" dt="2020-11-11T00:19:12.947" v="3096" actId="1076"/>
          <ac:spMkLst>
            <pc:docMk/>
            <pc:sldMk cId="2106742598" sldId="341"/>
            <ac:spMk id="5" creationId="{F3CB74D1-6F09-49F9-BFD4-69B0400B8539}"/>
          </ac:spMkLst>
        </pc:spChg>
        <pc:spChg chg="add mod">
          <ac:chgData name="Aritra Mitra" userId="ed282abb-f77d-4912-ae2d-92fef056a80d" providerId="ADAL" clId="{A00005A0-D9D9-421B-8A78-3EC62A159D85}" dt="2020-11-11T00:22:08.470" v="3316" actId="208"/>
          <ac:spMkLst>
            <pc:docMk/>
            <pc:sldMk cId="2106742598" sldId="341"/>
            <ac:spMk id="6" creationId="{149516D7-19E0-445C-825E-AD8B77D25585}"/>
          </ac:spMkLst>
        </pc:spChg>
        <pc:spChg chg="add mod">
          <ac:chgData name="Aritra Mitra" userId="ed282abb-f77d-4912-ae2d-92fef056a80d" providerId="ADAL" clId="{A00005A0-D9D9-421B-8A78-3EC62A159D85}" dt="2020-11-11T00:22:26.170" v="3339" actId="20577"/>
          <ac:spMkLst>
            <pc:docMk/>
            <pc:sldMk cId="2106742598" sldId="341"/>
            <ac:spMk id="7" creationId="{1E6BC624-2A60-4473-80D5-FA3EB1B07AF7}"/>
          </ac:spMkLst>
        </pc:spChg>
      </pc:sldChg>
      <pc:sldChg chg="addSp delSp modSp add modAnim">
        <pc:chgData name="Aritra Mitra" userId="ed282abb-f77d-4912-ae2d-92fef056a80d" providerId="ADAL" clId="{A00005A0-D9D9-421B-8A78-3EC62A159D85}" dt="2020-11-11T04:00:47.092" v="5852" actId="20577"/>
        <pc:sldMkLst>
          <pc:docMk/>
          <pc:sldMk cId="2279304303" sldId="342"/>
        </pc:sldMkLst>
        <pc:spChg chg="mod">
          <ac:chgData name="Aritra Mitra" userId="ed282abb-f77d-4912-ae2d-92fef056a80d" providerId="ADAL" clId="{A00005A0-D9D9-421B-8A78-3EC62A159D85}" dt="2020-11-11T01:56:51.992" v="3701" actId="20577"/>
          <ac:spMkLst>
            <pc:docMk/>
            <pc:sldMk cId="2279304303" sldId="342"/>
            <ac:spMk id="2" creationId="{63A58573-9D28-4E1E-A9A5-801908E153F8}"/>
          </ac:spMkLst>
        </pc:spChg>
        <pc:spChg chg="mod">
          <ac:chgData name="Aritra Mitra" userId="ed282abb-f77d-4912-ae2d-92fef056a80d" providerId="ADAL" clId="{A00005A0-D9D9-421B-8A78-3EC62A159D85}" dt="2020-11-11T04:00:47.092" v="5852" actId="20577"/>
          <ac:spMkLst>
            <pc:docMk/>
            <pc:sldMk cId="2279304303" sldId="342"/>
            <ac:spMk id="3" creationId="{21FEDB0F-978D-4A36-87C9-82432AA6465E}"/>
          </ac:spMkLst>
        </pc:spChg>
        <pc:spChg chg="add mod">
          <ac:chgData name="Aritra Mitra" userId="ed282abb-f77d-4912-ae2d-92fef056a80d" providerId="ADAL" clId="{A00005A0-D9D9-421B-8A78-3EC62A159D85}" dt="2020-11-11T02:02:44.821" v="4028" actId="1582"/>
          <ac:spMkLst>
            <pc:docMk/>
            <pc:sldMk cId="2279304303" sldId="342"/>
            <ac:spMk id="4" creationId="{620B54EF-806A-4ED5-9816-FB05858E620B}"/>
          </ac:spMkLst>
        </pc:spChg>
        <pc:spChg chg="add del mod">
          <ac:chgData name="Aritra Mitra" userId="ed282abb-f77d-4912-ae2d-92fef056a80d" providerId="ADAL" clId="{A00005A0-D9D9-421B-8A78-3EC62A159D85}" dt="2020-11-11T02:05:09.405" v="4156" actId="478"/>
          <ac:spMkLst>
            <pc:docMk/>
            <pc:sldMk cId="2279304303" sldId="342"/>
            <ac:spMk id="5" creationId="{66C914D3-C890-4FE6-B3D3-F1B3A4EE43A3}"/>
          </ac:spMkLst>
        </pc:spChg>
        <pc:spChg chg="add mod">
          <ac:chgData name="Aritra Mitra" userId="ed282abb-f77d-4912-ae2d-92fef056a80d" providerId="ADAL" clId="{A00005A0-D9D9-421B-8A78-3EC62A159D85}" dt="2020-11-11T02:11:10.280" v="4304" actId="571"/>
          <ac:spMkLst>
            <pc:docMk/>
            <pc:sldMk cId="2279304303" sldId="342"/>
            <ac:spMk id="6" creationId="{71879A8D-3FE9-431B-A011-1779BFBA248C}"/>
          </ac:spMkLst>
        </pc:spChg>
        <pc:spChg chg="add mod">
          <ac:chgData name="Aritra Mitra" userId="ed282abb-f77d-4912-ae2d-92fef056a80d" providerId="ADAL" clId="{A00005A0-D9D9-421B-8A78-3EC62A159D85}" dt="2020-11-11T02:11:10.280" v="4304" actId="571"/>
          <ac:spMkLst>
            <pc:docMk/>
            <pc:sldMk cId="2279304303" sldId="342"/>
            <ac:spMk id="7" creationId="{0247FF68-6631-4272-881B-C7B1F56B2A34}"/>
          </ac:spMkLst>
        </pc:spChg>
      </pc:sldChg>
      <pc:sldChg chg="modSp add del">
        <pc:chgData name="Aritra Mitra" userId="ed282abb-f77d-4912-ae2d-92fef056a80d" providerId="ADAL" clId="{A00005A0-D9D9-421B-8A78-3EC62A159D85}" dt="2020-11-11T01:44:39.401" v="3407" actId="2696"/>
        <pc:sldMkLst>
          <pc:docMk/>
          <pc:sldMk cId="3084210867" sldId="342"/>
        </pc:sldMkLst>
        <pc:spChg chg="mod">
          <ac:chgData name="Aritra Mitra" userId="ed282abb-f77d-4912-ae2d-92fef056a80d" providerId="ADAL" clId="{A00005A0-D9D9-421B-8A78-3EC62A159D85}" dt="2020-11-11T01:42:11.721" v="3371" actId="20577"/>
          <ac:spMkLst>
            <pc:docMk/>
            <pc:sldMk cId="3084210867" sldId="342"/>
            <ac:spMk id="2" creationId="{813F9E25-C4D3-4BCD-9C46-9052BE23BE59}"/>
          </ac:spMkLst>
        </pc:spChg>
        <pc:spChg chg="mod">
          <ac:chgData name="Aritra Mitra" userId="ed282abb-f77d-4912-ae2d-92fef056a80d" providerId="ADAL" clId="{A00005A0-D9D9-421B-8A78-3EC62A159D85}" dt="2020-11-11T01:44:32.191" v="3406" actId="20577"/>
          <ac:spMkLst>
            <pc:docMk/>
            <pc:sldMk cId="3084210867" sldId="342"/>
            <ac:spMk id="3" creationId="{11D49185-0C5A-485C-A8EF-8E157C8647F7}"/>
          </ac:spMkLst>
        </pc:spChg>
      </pc:sldChg>
      <pc:sldChg chg="modSp add del modAnim">
        <pc:chgData name="Aritra Mitra" userId="ed282abb-f77d-4912-ae2d-92fef056a80d" providerId="ADAL" clId="{A00005A0-D9D9-421B-8A78-3EC62A159D85}" dt="2021-02-12T00:22:38.227" v="11801" actId="47"/>
        <pc:sldMkLst>
          <pc:docMk/>
          <pc:sldMk cId="832228913" sldId="343"/>
        </pc:sldMkLst>
        <pc:spChg chg="mod">
          <ac:chgData name="Aritra Mitra" userId="ed282abb-f77d-4912-ae2d-92fef056a80d" providerId="ADAL" clId="{A00005A0-D9D9-421B-8A78-3EC62A159D85}" dt="2020-11-11T06:55:26.516" v="8179" actId="207"/>
          <ac:spMkLst>
            <pc:docMk/>
            <pc:sldMk cId="832228913" sldId="343"/>
            <ac:spMk id="3" creationId="{B45EB758-1280-43C9-BE91-B9267F30D9F3}"/>
          </ac:spMkLst>
        </pc:spChg>
      </pc:sldChg>
      <pc:sldChg chg="add del">
        <pc:chgData name="Aritra Mitra" userId="ed282abb-f77d-4912-ae2d-92fef056a80d" providerId="ADAL" clId="{A00005A0-D9D9-421B-8A78-3EC62A159D85}" dt="2020-11-11T02:18:39.140" v="4347" actId="2696"/>
        <pc:sldMkLst>
          <pc:docMk/>
          <pc:sldMk cId="1925643646" sldId="343"/>
        </pc:sldMkLst>
      </pc:sldChg>
      <pc:sldChg chg="addSp delSp modSp add modAnim">
        <pc:chgData name="Aritra Mitra" userId="ed282abb-f77d-4912-ae2d-92fef056a80d" providerId="ADAL" clId="{A00005A0-D9D9-421B-8A78-3EC62A159D85}" dt="2020-11-11T02:29:53.968" v="4581"/>
        <pc:sldMkLst>
          <pc:docMk/>
          <pc:sldMk cId="2667313891" sldId="344"/>
        </pc:sldMkLst>
        <pc:spChg chg="mod">
          <ac:chgData name="Aritra Mitra" userId="ed282abb-f77d-4912-ae2d-92fef056a80d" providerId="ADAL" clId="{A00005A0-D9D9-421B-8A78-3EC62A159D85}" dt="2020-11-11T02:18:43.489" v="4354" actId="20577"/>
          <ac:spMkLst>
            <pc:docMk/>
            <pc:sldMk cId="2667313891" sldId="344"/>
            <ac:spMk id="2" creationId="{63A58573-9D28-4E1E-A9A5-801908E153F8}"/>
          </ac:spMkLst>
        </pc:spChg>
        <pc:spChg chg="mod">
          <ac:chgData name="Aritra Mitra" userId="ed282abb-f77d-4912-ae2d-92fef056a80d" providerId="ADAL" clId="{A00005A0-D9D9-421B-8A78-3EC62A159D85}" dt="2020-11-11T02:26:14.025" v="4501" actId="207"/>
          <ac:spMkLst>
            <pc:docMk/>
            <pc:sldMk cId="2667313891" sldId="344"/>
            <ac:spMk id="3" creationId="{21FEDB0F-978D-4A36-87C9-82432AA6465E}"/>
          </ac:spMkLst>
        </pc:spChg>
        <pc:spChg chg="mod">
          <ac:chgData name="Aritra Mitra" userId="ed282abb-f77d-4912-ae2d-92fef056a80d" providerId="ADAL" clId="{A00005A0-D9D9-421B-8A78-3EC62A159D85}" dt="2020-11-11T02:25:49.964" v="4500" actId="14100"/>
          <ac:spMkLst>
            <pc:docMk/>
            <pc:sldMk cId="2667313891" sldId="344"/>
            <ac:spMk id="4" creationId="{620B54EF-806A-4ED5-9816-FB05858E620B}"/>
          </ac:spMkLst>
        </pc:spChg>
        <pc:spChg chg="add del mod">
          <ac:chgData name="Aritra Mitra" userId="ed282abb-f77d-4912-ae2d-92fef056a80d" providerId="ADAL" clId="{A00005A0-D9D9-421B-8A78-3EC62A159D85}" dt="2020-11-11T02:26:54.959" v="4503" actId="478"/>
          <ac:spMkLst>
            <pc:docMk/>
            <pc:sldMk cId="2667313891" sldId="344"/>
            <ac:spMk id="5" creationId="{6502965E-40F3-416F-9A22-DF4E3F1DBC1B}"/>
          </ac:spMkLst>
        </pc:spChg>
        <pc:spChg chg="add mod">
          <ac:chgData name="Aritra Mitra" userId="ed282abb-f77d-4912-ae2d-92fef056a80d" providerId="ADAL" clId="{A00005A0-D9D9-421B-8A78-3EC62A159D85}" dt="2020-11-11T02:29:38.103" v="4580" actId="1037"/>
          <ac:spMkLst>
            <pc:docMk/>
            <pc:sldMk cId="2667313891" sldId="344"/>
            <ac:spMk id="6" creationId="{21BB7C1B-5EC2-4914-86DC-40722895B73C}"/>
          </ac:spMkLst>
        </pc:spChg>
        <pc:spChg chg="add mod">
          <ac:chgData name="Aritra Mitra" userId="ed282abb-f77d-4912-ae2d-92fef056a80d" providerId="ADAL" clId="{A00005A0-D9D9-421B-8A78-3EC62A159D85}" dt="2020-11-11T02:29:25.073" v="4573" actId="1035"/>
          <ac:spMkLst>
            <pc:docMk/>
            <pc:sldMk cId="2667313891" sldId="344"/>
            <ac:spMk id="7" creationId="{D8EC412C-BE7E-4DE8-BF3C-D4C2B1DDEDA5}"/>
          </ac:spMkLst>
        </pc:spChg>
      </pc:sldChg>
      <pc:sldChg chg="modSp add ord">
        <pc:chgData name="Aritra Mitra" userId="ed282abb-f77d-4912-ae2d-92fef056a80d" providerId="ADAL" clId="{A00005A0-D9D9-421B-8A78-3EC62A159D85}" dt="2020-11-11T03:33:29.728" v="5521" actId="207"/>
        <pc:sldMkLst>
          <pc:docMk/>
          <pc:sldMk cId="2679551526" sldId="345"/>
        </pc:sldMkLst>
        <pc:spChg chg="mod">
          <ac:chgData name="Aritra Mitra" userId="ed282abb-f77d-4912-ae2d-92fef056a80d" providerId="ADAL" clId="{A00005A0-D9D9-421B-8A78-3EC62A159D85}" dt="2020-11-11T03:04:38.165" v="4625" actId="20577"/>
          <ac:spMkLst>
            <pc:docMk/>
            <pc:sldMk cId="2679551526" sldId="345"/>
            <ac:spMk id="2" creationId="{63A6F91B-ED0F-4A67-B6B9-396A72FE0D68}"/>
          </ac:spMkLst>
        </pc:spChg>
        <pc:spChg chg="mod">
          <ac:chgData name="Aritra Mitra" userId="ed282abb-f77d-4912-ae2d-92fef056a80d" providerId="ADAL" clId="{A00005A0-D9D9-421B-8A78-3EC62A159D85}" dt="2020-11-11T03:33:29.728" v="5521" actId="207"/>
          <ac:spMkLst>
            <pc:docMk/>
            <pc:sldMk cId="2679551526" sldId="345"/>
            <ac:spMk id="3" creationId="{57DD4E0A-8701-476F-830C-D0557EBD039D}"/>
          </ac:spMkLst>
        </pc:spChg>
      </pc:sldChg>
      <pc:sldChg chg="add del">
        <pc:chgData name="Aritra Mitra" userId="ed282abb-f77d-4912-ae2d-92fef056a80d" providerId="ADAL" clId="{A00005A0-D9D9-421B-8A78-3EC62A159D85}" dt="2020-11-11T02:31:48.122" v="4583" actId="2696"/>
        <pc:sldMkLst>
          <pc:docMk/>
          <pc:sldMk cId="3135068534" sldId="345"/>
        </pc:sldMkLst>
      </pc:sldChg>
      <pc:sldChg chg="addSp modSp add">
        <pc:chgData name="Aritra Mitra" userId="ed282abb-f77d-4912-ae2d-92fef056a80d" providerId="ADAL" clId="{A00005A0-D9D9-421B-8A78-3EC62A159D85}" dt="2020-11-11T03:21:15.391" v="5268" actId="20577"/>
        <pc:sldMkLst>
          <pc:docMk/>
          <pc:sldMk cId="222443824" sldId="346"/>
        </pc:sldMkLst>
        <pc:spChg chg="mod">
          <ac:chgData name="Aritra Mitra" userId="ed282abb-f77d-4912-ae2d-92fef056a80d" providerId="ADAL" clId="{A00005A0-D9D9-421B-8A78-3EC62A159D85}" dt="2020-11-11T03:08:24.305" v="4934"/>
          <ac:spMkLst>
            <pc:docMk/>
            <pc:sldMk cId="222443824" sldId="346"/>
            <ac:spMk id="2" creationId="{06BEA184-50A4-4EBD-8EB9-F7F64CC2EF65}"/>
          </ac:spMkLst>
        </pc:spChg>
        <pc:spChg chg="mod">
          <ac:chgData name="Aritra Mitra" userId="ed282abb-f77d-4912-ae2d-92fef056a80d" providerId="ADAL" clId="{A00005A0-D9D9-421B-8A78-3EC62A159D85}" dt="2020-11-11T03:20:34.247" v="5262" actId="20577"/>
          <ac:spMkLst>
            <pc:docMk/>
            <pc:sldMk cId="222443824" sldId="346"/>
            <ac:spMk id="3" creationId="{B9BCA8B7-83BC-4111-928A-BA73BC363C10}"/>
          </ac:spMkLst>
        </pc:spChg>
        <pc:spChg chg="add mod">
          <ac:chgData name="Aritra Mitra" userId="ed282abb-f77d-4912-ae2d-92fef056a80d" providerId="ADAL" clId="{A00005A0-D9D9-421B-8A78-3EC62A159D85}" dt="2020-11-11T03:17:15.860" v="5104" actId="1076"/>
          <ac:spMkLst>
            <pc:docMk/>
            <pc:sldMk cId="222443824" sldId="346"/>
            <ac:spMk id="10" creationId="{B739AB14-2CAF-4938-A9CA-C1B15B8F8538}"/>
          </ac:spMkLst>
        </pc:spChg>
        <pc:spChg chg="add mod">
          <ac:chgData name="Aritra Mitra" userId="ed282abb-f77d-4912-ae2d-92fef056a80d" providerId="ADAL" clId="{A00005A0-D9D9-421B-8A78-3EC62A159D85}" dt="2020-11-11T03:18:31.315" v="5136" actId="1582"/>
          <ac:spMkLst>
            <pc:docMk/>
            <pc:sldMk cId="222443824" sldId="346"/>
            <ac:spMk id="13" creationId="{6ACFC75E-3EFE-43D7-8AB6-46CF4923E6AC}"/>
          </ac:spMkLst>
        </pc:spChg>
        <pc:spChg chg="add mod">
          <ac:chgData name="Aritra Mitra" userId="ed282abb-f77d-4912-ae2d-92fef056a80d" providerId="ADAL" clId="{A00005A0-D9D9-421B-8A78-3EC62A159D85}" dt="2020-11-11T03:21:15.391" v="5268" actId="20577"/>
          <ac:spMkLst>
            <pc:docMk/>
            <pc:sldMk cId="222443824" sldId="346"/>
            <ac:spMk id="14" creationId="{55B484BA-16CD-4DBD-BC52-0D5C91304EFA}"/>
          </ac:spMkLst>
        </pc:spChg>
        <pc:spChg chg="add mod">
          <ac:chgData name="Aritra Mitra" userId="ed282abb-f77d-4912-ae2d-92fef056a80d" providerId="ADAL" clId="{A00005A0-D9D9-421B-8A78-3EC62A159D85}" dt="2020-11-11T03:21:09.526" v="5266" actId="1076"/>
          <ac:spMkLst>
            <pc:docMk/>
            <pc:sldMk cId="222443824" sldId="346"/>
            <ac:spMk id="15" creationId="{97C88F6E-7D47-4E29-94E1-446D63F50E25}"/>
          </ac:spMkLst>
        </pc:spChg>
        <pc:cxnChg chg="add mod">
          <ac:chgData name="Aritra Mitra" userId="ed282abb-f77d-4912-ae2d-92fef056a80d" providerId="ADAL" clId="{A00005A0-D9D9-421B-8A78-3EC62A159D85}" dt="2020-11-11T03:16:52.947" v="5101" actId="1076"/>
          <ac:cxnSpMkLst>
            <pc:docMk/>
            <pc:sldMk cId="222443824" sldId="346"/>
            <ac:cxnSpMk id="5" creationId="{5144B965-AF89-4858-B1A3-BB3EE49066FA}"/>
          </ac:cxnSpMkLst>
        </pc:cxnChg>
      </pc:sldChg>
      <pc:sldChg chg="add del">
        <pc:chgData name="Aritra Mitra" userId="ed282abb-f77d-4912-ae2d-92fef056a80d" providerId="ADAL" clId="{A00005A0-D9D9-421B-8A78-3EC62A159D85}" dt="2020-11-11T04:35:01.015" v="5859"/>
        <pc:sldMkLst>
          <pc:docMk/>
          <pc:sldMk cId="2108723685" sldId="347"/>
        </pc:sldMkLst>
      </pc:sldChg>
      <pc:sldChg chg="add del">
        <pc:chgData name="Aritra Mitra" userId="ed282abb-f77d-4912-ae2d-92fef056a80d" providerId="ADAL" clId="{A00005A0-D9D9-421B-8A78-3EC62A159D85}" dt="2020-11-11T03:26:07.237" v="5271" actId="2696"/>
        <pc:sldMkLst>
          <pc:docMk/>
          <pc:sldMk cId="2704510818" sldId="347"/>
        </pc:sldMkLst>
      </pc:sldChg>
      <pc:sldChg chg="add del">
        <pc:chgData name="Aritra Mitra" userId="ed282abb-f77d-4912-ae2d-92fef056a80d" providerId="ADAL" clId="{A00005A0-D9D9-421B-8A78-3EC62A159D85}" dt="2020-11-11T04:34:38.305" v="5857" actId="2696"/>
        <pc:sldMkLst>
          <pc:docMk/>
          <pc:sldMk cId="3054086213" sldId="347"/>
        </pc:sldMkLst>
      </pc:sldChg>
      <pc:sldChg chg="add del">
        <pc:chgData name="Aritra Mitra" userId="ed282abb-f77d-4912-ae2d-92fef056a80d" providerId="ADAL" clId="{A00005A0-D9D9-421B-8A78-3EC62A159D85}" dt="2020-11-11T04:34:18.515" v="5855" actId="2696"/>
        <pc:sldMkLst>
          <pc:docMk/>
          <pc:sldMk cId="3797629938" sldId="347"/>
        </pc:sldMkLst>
      </pc:sldChg>
      <pc:sldChg chg="addSp delSp modSp add delAnim modAnim">
        <pc:chgData name="Aritra Mitra" userId="ed282abb-f77d-4912-ae2d-92fef056a80d" providerId="ADAL" clId="{A00005A0-D9D9-421B-8A78-3EC62A159D85}" dt="2020-11-11T04:41:39.366" v="6527"/>
        <pc:sldMkLst>
          <pc:docMk/>
          <pc:sldMk cId="4224532464" sldId="347"/>
        </pc:sldMkLst>
        <pc:spChg chg="mod">
          <ac:chgData name="Aritra Mitra" userId="ed282abb-f77d-4912-ae2d-92fef056a80d" providerId="ADAL" clId="{A00005A0-D9D9-421B-8A78-3EC62A159D85}" dt="2020-11-11T04:35:25.193" v="5933" actId="20577"/>
          <ac:spMkLst>
            <pc:docMk/>
            <pc:sldMk cId="4224532464" sldId="347"/>
            <ac:spMk id="2" creationId="{1D951E2D-1BE0-4E88-8253-130488A82147}"/>
          </ac:spMkLst>
        </pc:spChg>
        <pc:spChg chg="mod">
          <ac:chgData name="Aritra Mitra" userId="ed282abb-f77d-4912-ae2d-92fef056a80d" providerId="ADAL" clId="{A00005A0-D9D9-421B-8A78-3EC62A159D85}" dt="2020-11-11T04:38:10.072" v="6307" actId="5793"/>
          <ac:spMkLst>
            <pc:docMk/>
            <pc:sldMk cId="4224532464" sldId="347"/>
            <ac:spMk id="3" creationId="{99A02490-6D5D-48BD-AAAD-C22CF2D7B454}"/>
          </ac:spMkLst>
        </pc:spChg>
        <pc:spChg chg="del">
          <ac:chgData name="Aritra Mitra" userId="ed282abb-f77d-4912-ae2d-92fef056a80d" providerId="ADAL" clId="{A00005A0-D9D9-421B-8A78-3EC62A159D85}" dt="2020-11-11T04:35:35.341" v="5935" actId="478"/>
          <ac:spMkLst>
            <pc:docMk/>
            <pc:sldMk cId="4224532464" sldId="347"/>
            <ac:spMk id="4" creationId="{19A13B4A-79CE-4F1D-80C0-40B2B74C470F}"/>
          </ac:spMkLst>
        </pc:spChg>
        <pc:spChg chg="del">
          <ac:chgData name="Aritra Mitra" userId="ed282abb-f77d-4912-ae2d-92fef056a80d" providerId="ADAL" clId="{A00005A0-D9D9-421B-8A78-3EC62A159D85}" dt="2020-11-11T04:35:38.651" v="5936" actId="478"/>
          <ac:spMkLst>
            <pc:docMk/>
            <pc:sldMk cId="4224532464" sldId="347"/>
            <ac:spMk id="5" creationId="{F3CB74D1-6F09-49F9-BFD4-69B0400B8539}"/>
          </ac:spMkLst>
        </pc:spChg>
        <pc:spChg chg="del">
          <ac:chgData name="Aritra Mitra" userId="ed282abb-f77d-4912-ae2d-92fef056a80d" providerId="ADAL" clId="{A00005A0-D9D9-421B-8A78-3EC62A159D85}" dt="2020-11-11T04:35:41.685" v="5937" actId="478"/>
          <ac:spMkLst>
            <pc:docMk/>
            <pc:sldMk cId="4224532464" sldId="347"/>
            <ac:spMk id="6" creationId="{149516D7-19E0-445C-825E-AD8B77D25585}"/>
          </ac:spMkLst>
        </pc:spChg>
        <pc:spChg chg="del">
          <ac:chgData name="Aritra Mitra" userId="ed282abb-f77d-4912-ae2d-92fef056a80d" providerId="ADAL" clId="{A00005A0-D9D9-421B-8A78-3EC62A159D85}" dt="2020-11-11T04:35:45.755" v="5938" actId="478"/>
          <ac:spMkLst>
            <pc:docMk/>
            <pc:sldMk cId="4224532464" sldId="347"/>
            <ac:spMk id="7" creationId="{1E6BC624-2A60-4473-80D5-FA3EB1B07AF7}"/>
          </ac:spMkLst>
        </pc:spChg>
        <pc:spChg chg="add mod">
          <ac:chgData name="Aritra Mitra" userId="ed282abb-f77d-4912-ae2d-92fef056a80d" providerId="ADAL" clId="{A00005A0-D9D9-421B-8A78-3EC62A159D85}" dt="2020-11-11T04:39:22.915" v="6321" actId="20577"/>
          <ac:spMkLst>
            <pc:docMk/>
            <pc:sldMk cId="4224532464" sldId="347"/>
            <ac:spMk id="8" creationId="{1077A5D7-28C3-4B5D-817C-5975FF243324}"/>
          </ac:spMkLst>
        </pc:spChg>
        <pc:spChg chg="add del mod">
          <ac:chgData name="Aritra Mitra" userId="ed282abb-f77d-4912-ae2d-92fef056a80d" providerId="ADAL" clId="{A00005A0-D9D9-421B-8A78-3EC62A159D85}" dt="2020-11-11T04:39:59.068" v="6409"/>
          <ac:spMkLst>
            <pc:docMk/>
            <pc:sldMk cId="4224532464" sldId="347"/>
            <ac:spMk id="9" creationId="{24CC1D17-5D0D-42BE-A7C1-009736815B2D}"/>
          </ac:spMkLst>
        </pc:spChg>
        <pc:spChg chg="add mod">
          <ac:chgData name="Aritra Mitra" userId="ed282abb-f77d-4912-ae2d-92fef056a80d" providerId="ADAL" clId="{A00005A0-D9D9-421B-8A78-3EC62A159D85}" dt="2020-11-11T04:41:23.448" v="6526" actId="114"/>
          <ac:spMkLst>
            <pc:docMk/>
            <pc:sldMk cId="4224532464" sldId="347"/>
            <ac:spMk id="10" creationId="{A808C6C5-8A42-4B28-9565-D69FB2E1B48E}"/>
          </ac:spMkLst>
        </pc:spChg>
      </pc:sldChg>
      <pc:sldChg chg="add del">
        <pc:chgData name="Aritra Mitra" userId="ed282abb-f77d-4912-ae2d-92fef056a80d" providerId="ADAL" clId="{A00005A0-D9D9-421B-8A78-3EC62A159D85}" dt="2020-11-11T04:45:42.304" v="6529" actId="2696"/>
        <pc:sldMkLst>
          <pc:docMk/>
          <pc:sldMk cId="1213380575" sldId="348"/>
        </pc:sldMkLst>
      </pc:sldChg>
      <pc:sldChg chg="addSp delSp modSp add delAnim modAnim">
        <pc:chgData name="Aritra Mitra" userId="ed282abb-f77d-4912-ae2d-92fef056a80d" providerId="ADAL" clId="{A00005A0-D9D9-421B-8A78-3EC62A159D85}" dt="2020-11-11T05:11:30.828" v="7090" actId="20577"/>
        <pc:sldMkLst>
          <pc:docMk/>
          <pc:sldMk cId="3886761140" sldId="348"/>
        </pc:sldMkLst>
        <pc:spChg chg="mod">
          <ac:chgData name="Aritra Mitra" userId="ed282abb-f77d-4912-ae2d-92fef056a80d" providerId="ADAL" clId="{A00005A0-D9D9-421B-8A78-3EC62A159D85}" dt="2020-11-11T04:46:28.509" v="6549" actId="20577"/>
          <ac:spMkLst>
            <pc:docMk/>
            <pc:sldMk cId="3886761140" sldId="348"/>
            <ac:spMk id="2" creationId="{63A58573-9D28-4E1E-A9A5-801908E153F8}"/>
          </ac:spMkLst>
        </pc:spChg>
        <pc:spChg chg="mod">
          <ac:chgData name="Aritra Mitra" userId="ed282abb-f77d-4912-ae2d-92fef056a80d" providerId="ADAL" clId="{A00005A0-D9D9-421B-8A78-3EC62A159D85}" dt="2020-11-11T04:52:56.463" v="6741" actId="20577"/>
          <ac:spMkLst>
            <pc:docMk/>
            <pc:sldMk cId="3886761140" sldId="348"/>
            <ac:spMk id="3" creationId="{21FEDB0F-978D-4A36-87C9-82432AA6465E}"/>
          </ac:spMkLst>
        </pc:spChg>
        <pc:spChg chg="mod">
          <ac:chgData name="Aritra Mitra" userId="ed282abb-f77d-4912-ae2d-92fef056a80d" providerId="ADAL" clId="{A00005A0-D9D9-421B-8A78-3EC62A159D85}" dt="2020-11-11T04:48:59.269" v="6615" actId="14100"/>
          <ac:spMkLst>
            <pc:docMk/>
            <pc:sldMk cId="3886761140" sldId="348"/>
            <ac:spMk id="4" creationId="{620B54EF-806A-4ED5-9816-FB05858E620B}"/>
          </ac:spMkLst>
        </pc:spChg>
        <pc:spChg chg="del">
          <ac:chgData name="Aritra Mitra" userId="ed282abb-f77d-4912-ae2d-92fef056a80d" providerId="ADAL" clId="{A00005A0-D9D9-421B-8A78-3EC62A159D85}" dt="2020-11-11T04:49:12" v="6620" actId="478"/>
          <ac:spMkLst>
            <pc:docMk/>
            <pc:sldMk cId="3886761140" sldId="348"/>
            <ac:spMk id="6" creationId="{21BB7C1B-5EC2-4914-86DC-40722895B73C}"/>
          </ac:spMkLst>
        </pc:spChg>
        <pc:spChg chg="del">
          <ac:chgData name="Aritra Mitra" userId="ed282abb-f77d-4912-ae2d-92fef056a80d" providerId="ADAL" clId="{A00005A0-D9D9-421B-8A78-3EC62A159D85}" dt="2020-11-11T04:49:09.988" v="6619" actId="478"/>
          <ac:spMkLst>
            <pc:docMk/>
            <pc:sldMk cId="3886761140" sldId="348"/>
            <ac:spMk id="7" creationId="{D8EC412C-BE7E-4DE8-BF3C-D4C2B1DDEDA5}"/>
          </ac:spMkLst>
        </pc:spChg>
        <pc:spChg chg="add mod">
          <ac:chgData name="Aritra Mitra" userId="ed282abb-f77d-4912-ae2d-92fef056a80d" providerId="ADAL" clId="{A00005A0-D9D9-421B-8A78-3EC62A159D85}" dt="2020-11-11T04:53:23.328" v="6748" actId="1076"/>
          <ac:spMkLst>
            <pc:docMk/>
            <pc:sldMk cId="3886761140" sldId="348"/>
            <ac:spMk id="10" creationId="{6F7919B6-23E9-4344-B74F-50813FB1B942}"/>
          </ac:spMkLst>
        </pc:spChg>
        <pc:spChg chg="add mod">
          <ac:chgData name="Aritra Mitra" userId="ed282abb-f77d-4912-ae2d-92fef056a80d" providerId="ADAL" clId="{A00005A0-D9D9-421B-8A78-3EC62A159D85}" dt="2020-11-11T05:04:06.828" v="6895" actId="164"/>
          <ac:spMkLst>
            <pc:docMk/>
            <pc:sldMk cId="3886761140" sldId="348"/>
            <ac:spMk id="15" creationId="{B2136A70-1B95-429C-84DB-BF2D28239E14}"/>
          </ac:spMkLst>
        </pc:spChg>
        <pc:spChg chg="add mod">
          <ac:chgData name="Aritra Mitra" userId="ed282abb-f77d-4912-ae2d-92fef056a80d" providerId="ADAL" clId="{A00005A0-D9D9-421B-8A78-3EC62A159D85}" dt="2020-11-11T05:04:06.828" v="6895" actId="164"/>
          <ac:spMkLst>
            <pc:docMk/>
            <pc:sldMk cId="3886761140" sldId="348"/>
            <ac:spMk id="16" creationId="{38F93D2D-729D-43C7-BD2C-1FBAABA372CC}"/>
          </ac:spMkLst>
        </pc:spChg>
        <pc:spChg chg="add mod">
          <ac:chgData name="Aritra Mitra" userId="ed282abb-f77d-4912-ae2d-92fef056a80d" providerId="ADAL" clId="{A00005A0-D9D9-421B-8A78-3EC62A159D85}" dt="2020-11-11T05:04:06.828" v="6895" actId="164"/>
          <ac:spMkLst>
            <pc:docMk/>
            <pc:sldMk cId="3886761140" sldId="348"/>
            <ac:spMk id="17" creationId="{8E837E35-E8EA-414A-8F90-7ED59279C162}"/>
          </ac:spMkLst>
        </pc:spChg>
        <pc:spChg chg="add mod">
          <ac:chgData name="Aritra Mitra" userId="ed282abb-f77d-4912-ae2d-92fef056a80d" providerId="ADAL" clId="{A00005A0-D9D9-421B-8A78-3EC62A159D85}" dt="2020-11-11T05:04:06.828" v="6895" actId="164"/>
          <ac:spMkLst>
            <pc:docMk/>
            <pc:sldMk cId="3886761140" sldId="348"/>
            <ac:spMk id="18" creationId="{DB07957E-CDB1-4BB5-882F-BE118E6381EB}"/>
          </ac:spMkLst>
        </pc:spChg>
        <pc:spChg chg="add del mod">
          <ac:chgData name="Aritra Mitra" userId="ed282abb-f77d-4912-ae2d-92fef056a80d" providerId="ADAL" clId="{A00005A0-D9D9-421B-8A78-3EC62A159D85}" dt="2020-11-11T04:59:48.923" v="6796" actId="478"/>
          <ac:spMkLst>
            <pc:docMk/>
            <pc:sldMk cId="3886761140" sldId="348"/>
            <ac:spMk id="20" creationId="{50455F13-426C-4D29-B059-80B9DD42455F}"/>
          </ac:spMkLst>
        </pc:spChg>
        <pc:spChg chg="add del mod">
          <ac:chgData name="Aritra Mitra" userId="ed282abb-f77d-4912-ae2d-92fef056a80d" providerId="ADAL" clId="{A00005A0-D9D9-421B-8A78-3EC62A159D85}" dt="2020-11-11T04:59:48.923" v="6796" actId="478"/>
          <ac:spMkLst>
            <pc:docMk/>
            <pc:sldMk cId="3886761140" sldId="348"/>
            <ac:spMk id="21" creationId="{B7D0485F-EFCF-44CA-A0AA-D072A543A5F8}"/>
          </ac:spMkLst>
        </pc:spChg>
        <pc:spChg chg="add del mod">
          <ac:chgData name="Aritra Mitra" userId="ed282abb-f77d-4912-ae2d-92fef056a80d" providerId="ADAL" clId="{A00005A0-D9D9-421B-8A78-3EC62A159D85}" dt="2020-11-11T05:00:53.977" v="6814" actId="478"/>
          <ac:spMkLst>
            <pc:docMk/>
            <pc:sldMk cId="3886761140" sldId="348"/>
            <ac:spMk id="22" creationId="{5F0F3D60-DE2F-401F-AF99-F35FD0792335}"/>
          </ac:spMkLst>
        </pc:spChg>
        <pc:spChg chg="add mod">
          <ac:chgData name="Aritra Mitra" userId="ed282abb-f77d-4912-ae2d-92fef056a80d" providerId="ADAL" clId="{A00005A0-D9D9-421B-8A78-3EC62A159D85}" dt="2020-11-11T05:04:06.828" v="6895" actId="164"/>
          <ac:spMkLst>
            <pc:docMk/>
            <pc:sldMk cId="3886761140" sldId="348"/>
            <ac:spMk id="28" creationId="{8B80FB75-41B5-446E-8C81-30F2FFCC0D0A}"/>
          </ac:spMkLst>
        </pc:spChg>
        <pc:spChg chg="add mod">
          <ac:chgData name="Aritra Mitra" userId="ed282abb-f77d-4912-ae2d-92fef056a80d" providerId="ADAL" clId="{A00005A0-D9D9-421B-8A78-3EC62A159D85}" dt="2020-11-11T05:04:22.307" v="6921" actId="1076"/>
          <ac:spMkLst>
            <pc:docMk/>
            <pc:sldMk cId="3886761140" sldId="348"/>
            <ac:spMk id="29" creationId="{E6F5DC3F-333F-49AB-90AA-9C9D2E5010DF}"/>
          </ac:spMkLst>
        </pc:spChg>
        <pc:spChg chg="add mod">
          <ac:chgData name="Aritra Mitra" userId="ed282abb-f77d-4912-ae2d-92fef056a80d" providerId="ADAL" clId="{A00005A0-D9D9-421B-8A78-3EC62A159D85}" dt="2020-11-11T05:11:30.828" v="7090" actId="20577"/>
          <ac:spMkLst>
            <pc:docMk/>
            <pc:sldMk cId="3886761140" sldId="348"/>
            <ac:spMk id="31" creationId="{E67B32B7-79B7-4C0A-A6D6-98C0FA265988}"/>
          </ac:spMkLst>
        </pc:spChg>
        <pc:spChg chg="add mod">
          <ac:chgData name="Aritra Mitra" userId="ed282abb-f77d-4912-ae2d-92fef056a80d" providerId="ADAL" clId="{A00005A0-D9D9-421B-8A78-3EC62A159D85}" dt="2020-11-11T05:07:00.201" v="7085" actId="1076"/>
          <ac:spMkLst>
            <pc:docMk/>
            <pc:sldMk cId="3886761140" sldId="348"/>
            <ac:spMk id="32" creationId="{BFDE54FC-B37A-443E-AC00-51EB4FE7B276}"/>
          </ac:spMkLst>
        </pc:spChg>
        <pc:grpChg chg="add mod">
          <ac:chgData name="Aritra Mitra" userId="ed282abb-f77d-4912-ae2d-92fef056a80d" providerId="ADAL" clId="{A00005A0-D9D9-421B-8A78-3EC62A159D85}" dt="2020-11-11T05:04:13.510" v="6920" actId="1037"/>
          <ac:grpSpMkLst>
            <pc:docMk/>
            <pc:sldMk cId="3886761140" sldId="348"/>
            <ac:grpSpMk id="30" creationId="{5E99C2A5-B319-4A5C-B42A-37EE9945F567}"/>
          </ac:grpSpMkLst>
        </pc:grpChg>
        <pc:cxnChg chg="add mod">
          <ac:chgData name="Aritra Mitra" userId="ed282abb-f77d-4912-ae2d-92fef056a80d" providerId="ADAL" clId="{A00005A0-D9D9-421B-8A78-3EC62A159D85}" dt="2020-11-11T04:53:06.529" v="6743" actId="14100"/>
          <ac:cxnSpMkLst>
            <pc:docMk/>
            <pc:sldMk cId="3886761140" sldId="348"/>
            <ac:cxnSpMk id="8" creationId="{94B663F6-D873-40A9-8B74-6E3EE114A4EA}"/>
          </ac:cxnSpMkLst>
        </pc:cxnChg>
        <pc:cxnChg chg="add mod">
          <ac:chgData name="Aritra Mitra" userId="ed282abb-f77d-4912-ae2d-92fef056a80d" providerId="ADAL" clId="{A00005A0-D9D9-421B-8A78-3EC62A159D85}" dt="2020-11-11T05:04:06.828" v="6895" actId="164"/>
          <ac:cxnSpMkLst>
            <pc:docMk/>
            <pc:sldMk cId="3886761140" sldId="348"/>
            <ac:cxnSpMk id="13" creationId="{494759BA-81E3-41DD-8770-66DCA956A719}"/>
          </ac:cxnSpMkLst>
        </pc:cxnChg>
        <pc:cxnChg chg="add del mod">
          <ac:chgData name="Aritra Mitra" userId="ed282abb-f77d-4912-ae2d-92fef056a80d" providerId="ADAL" clId="{A00005A0-D9D9-421B-8A78-3EC62A159D85}" dt="2020-11-11T04:59:43.749" v="6795" actId="478"/>
          <ac:cxnSpMkLst>
            <pc:docMk/>
            <pc:sldMk cId="3886761140" sldId="348"/>
            <ac:cxnSpMk id="19" creationId="{6A9B50DF-1F0F-4CE5-8022-CE42A546C1CA}"/>
          </ac:cxnSpMkLst>
        </pc:cxnChg>
        <pc:cxnChg chg="add mod">
          <ac:chgData name="Aritra Mitra" userId="ed282abb-f77d-4912-ae2d-92fef056a80d" providerId="ADAL" clId="{A00005A0-D9D9-421B-8A78-3EC62A159D85}" dt="2020-11-11T05:04:06.828" v="6895" actId="164"/>
          <ac:cxnSpMkLst>
            <pc:docMk/>
            <pc:sldMk cId="3886761140" sldId="348"/>
            <ac:cxnSpMk id="24" creationId="{C8EED88A-63B2-4AB3-B7F0-5DF893949B53}"/>
          </ac:cxnSpMkLst>
        </pc:cxnChg>
        <pc:cxnChg chg="add mod">
          <ac:chgData name="Aritra Mitra" userId="ed282abb-f77d-4912-ae2d-92fef056a80d" providerId="ADAL" clId="{A00005A0-D9D9-421B-8A78-3EC62A159D85}" dt="2020-11-11T05:04:06.828" v="6895" actId="164"/>
          <ac:cxnSpMkLst>
            <pc:docMk/>
            <pc:sldMk cId="3886761140" sldId="348"/>
            <ac:cxnSpMk id="26" creationId="{0D5B2CC7-C5CA-44A1-89FC-B7573DF68DC3}"/>
          </ac:cxnSpMkLst>
        </pc:cxnChg>
      </pc:sldChg>
      <pc:sldChg chg="addSp modSp add modAnim">
        <pc:chgData name="Aritra Mitra" userId="ed282abb-f77d-4912-ae2d-92fef056a80d" providerId="ADAL" clId="{A00005A0-D9D9-421B-8A78-3EC62A159D85}" dt="2020-11-11T05:23:28.965" v="7417"/>
        <pc:sldMkLst>
          <pc:docMk/>
          <pc:sldMk cId="496558506" sldId="349"/>
        </pc:sldMkLst>
        <pc:spChg chg="mod">
          <ac:chgData name="Aritra Mitra" userId="ed282abb-f77d-4912-ae2d-92fef056a80d" providerId="ADAL" clId="{A00005A0-D9D9-421B-8A78-3EC62A159D85}" dt="2020-11-11T05:14:44.223" v="7130" actId="20577"/>
          <ac:spMkLst>
            <pc:docMk/>
            <pc:sldMk cId="496558506" sldId="349"/>
            <ac:spMk id="2" creationId="{C2D081FD-68B8-443E-95C3-1EC5F021CEA1}"/>
          </ac:spMkLst>
        </pc:spChg>
        <pc:spChg chg="mod">
          <ac:chgData name="Aritra Mitra" userId="ed282abb-f77d-4912-ae2d-92fef056a80d" providerId="ADAL" clId="{A00005A0-D9D9-421B-8A78-3EC62A159D85}" dt="2020-11-11T05:15:21.757" v="7193" actId="20577"/>
          <ac:spMkLst>
            <pc:docMk/>
            <pc:sldMk cId="496558506" sldId="349"/>
            <ac:spMk id="3" creationId="{7749F718-296F-427C-85BB-34C326E522AE}"/>
          </ac:spMkLst>
        </pc:spChg>
        <pc:spChg chg="mod">
          <ac:chgData name="Aritra Mitra" userId="ed282abb-f77d-4912-ae2d-92fef056a80d" providerId="ADAL" clId="{A00005A0-D9D9-421B-8A78-3EC62A159D85}" dt="2020-11-11T05:20:52.259" v="7288" actId="1037"/>
          <ac:spMkLst>
            <pc:docMk/>
            <pc:sldMk cId="496558506" sldId="349"/>
            <ac:spMk id="4" creationId="{611DBBF9-75B6-4C48-A4B7-78EFE07741B8}"/>
          </ac:spMkLst>
        </pc:spChg>
        <pc:spChg chg="mod">
          <ac:chgData name="Aritra Mitra" userId="ed282abb-f77d-4912-ae2d-92fef056a80d" providerId="ADAL" clId="{A00005A0-D9D9-421B-8A78-3EC62A159D85}" dt="2020-11-11T05:20:52.259" v="7288" actId="1037"/>
          <ac:spMkLst>
            <pc:docMk/>
            <pc:sldMk cId="496558506" sldId="349"/>
            <ac:spMk id="5" creationId="{5651A378-3A17-44D4-A8F7-BD9B99319372}"/>
          </ac:spMkLst>
        </pc:spChg>
        <pc:spChg chg="add mod">
          <ac:chgData name="Aritra Mitra" userId="ed282abb-f77d-4912-ae2d-92fef056a80d" providerId="ADAL" clId="{A00005A0-D9D9-421B-8A78-3EC62A159D85}" dt="2020-11-11T05:23:16.151" v="7416" actId="1076"/>
          <ac:spMkLst>
            <pc:docMk/>
            <pc:sldMk cId="496558506" sldId="349"/>
            <ac:spMk id="6" creationId="{92714364-0166-4861-9F4C-88382AE67213}"/>
          </ac:spMkLst>
        </pc:spChg>
      </pc:sldChg>
      <pc:sldChg chg="addSp delSp modSp add addAnim delAnim modAnim">
        <pc:chgData name="Aritra Mitra" userId="ed282abb-f77d-4912-ae2d-92fef056a80d" providerId="ADAL" clId="{A00005A0-D9D9-421B-8A78-3EC62A159D85}" dt="2020-11-11T05:28:33.683" v="7811"/>
        <pc:sldMkLst>
          <pc:docMk/>
          <pc:sldMk cId="4006318732" sldId="350"/>
        </pc:sldMkLst>
        <pc:spChg chg="mod">
          <ac:chgData name="Aritra Mitra" userId="ed282abb-f77d-4912-ae2d-92fef056a80d" providerId="ADAL" clId="{A00005A0-D9D9-421B-8A78-3EC62A159D85}" dt="2020-11-11T05:25:48.093" v="7644" actId="14100"/>
          <ac:spMkLst>
            <pc:docMk/>
            <pc:sldMk cId="4006318732" sldId="350"/>
            <ac:spMk id="2" creationId="{C2D081FD-68B8-443E-95C3-1EC5F021CEA1}"/>
          </ac:spMkLst>
        </pc:spChg>
        <pc:spChg chg="mod">
          <ac:chgData name="Aritra Mitra" userId="ed282abb-f77d-4912-ae2d-92fef056a80d" providerId="ADAL" clId="{A00005A0-D9D9-421B-8A78-3EC62A159D85}" dt="2020-11-11T05:27:24.940" v="7779" actId="20577"/>
          <ac:spMkLst>
            <pc:docMk/>
            <pc:sldMk cId="4006318732" sldId="350"/>
            <ac:spMk id="3" creationId="{7749F718-296F-427C-85BB-34C326E522AE}"/>
          </ac:spMkLst>
        </pc:spChg>
        <pc:spChg chg="add del mod">
          <ac:chgData name="Aritra Mitra" userId="ed282abb-f77d-4912-ae2d-92fef056a80d" providerId="ADAL" clId="{A00005A0-D9D9-421B-8A78-3EC62A159D85}" dt="2020-11-11T05:27:42.439" v="7797" actId="1037"/>
          <ac:spMkLst>
            <pc:docMk/>
            <pc:sldMk cId="4006318732" sldId="350"/>
            <ac:spMk id="4" creationId="{611DBBF9-75B6-4C48-A4B7-78EFE07741B8}"/>
          </ac:spMkLst>
        </pc:spChg>
        <pc:spChg chg="add del mod">
          <ac:chgData name="Aritra Mitra" userId="ed282abb-f77d-4912-ae2d-92fef056a80d" providerId="ADAL" clId="{A00005A0-D9D9-421B-8A78-3EC62A159D85}" dt="2020-11-11T05:27:55.671" v="7808" actId="20577"/>
          <ac:spMkLst>
            <pc:docMk/>
            <pc:sldMk cId="4006318732" sldId="350"/>
            <ac:spMk id="5" creationId="{5651A378-3A17-44D4-A8F7-BD9B99319372}"/>
          </ac:spMkLst>
        </pc:spChg>
        <pc:spChg chg="add del">
          <ac:chgData name="Aritra Mitra" userId="ed282abb-f77d-4912-ae2d-92fef056a80d" providerId="ADAL" clId="{A00005A0-D9D9-421B-8A78-3EC62A159D85}" dt="2020-11-11T05:26:08.119" v="7647" actId="478"/>
          <ac:spMkLst>
            <pc:docMk/>
            <pc:sldMk cId="4006318732" sldId="350"/>
            <ac:spMk id="6" creationId="{92714364-0166-4861-9F4C-88382AE67213}"/>
          </ac:spMkLst>
        </pc:spChg>
      </pc:sldChg>
      <pc:sldChg chg="add del">
        <pc:chgData name="Aritra Mitra" userId="ed282abb-f77d-4912-ae2d-92fef056a80d" providerId="ADAL" clId="{A00005A0-D9D9-421B-8A78-3EC62A159D85}" dt="2020-11-11T05:54:22.999" v="7846" actId="2696"/>
        <pc:sldMkLst>
          <pc:docMk/>
          <pc:sldMk cId="993163265" sldId="351"/>
        </pc:sldMkLst>
      </pc:sldChg>
      <pc:sldChg chg="add del">
        <pc:chgData name="Aritra Mitra" userId="ed282abb-f77d-4912-ae2d-92fef056a80d" providerId="ADAL" clId="{A00005A0-D9D9-421B-8A78-3EC62A159D85}" dt="2020-11-11T05:54:23.992" v="7847" actId="2696"/>
        <pc:sldMkLst>
          <pc:docMk/>
          <pc:sldMk cId="1667573630" sldId="352"/>
        </pc:sldMkLst>
      </pc:sldChg>
      <pc:sldChg chg="add del">
        <pc:chgData name="Aritra Mitra" userId="ed282abb-f77d-4912-ae2d-92fef056a80d" providerId="ADAL" clId="{A00005A0-D9D9-421B-8A78-3EC62A159D85}" dt="2020-11-11T05:55:22.975" v="7861" actId="2696"/>
        <pc:sldMkLst>
          <pc:docMk/>
          <pc:sldMk cId="177259590" sldId="353"/>
        </pc:sldMkLst>
      </pc:sldChg>
      <pc:sldChg chg="addSp delSp modSp add delAnim">
        <pc:chgData name="Aritra Mitra" userId="ed282abb-f77d-4912-ae2d-92fef056a80d" providerId="ADAL" clId="{A00005A0-D9D9-421B-8A78-3EC62A159D85}" dt="2020-11-11T05:53:16.692" v="7845" actId="20578"/>
        <pc:sldMkLst>
          <pc:docMk/>
          <pc:sldMk cId="2913564770" sldId="354"/>
        </pc:sldMkLst>
        <pc:spChg chg="mod">
          <ac:chgData name="Aritra Mitra" userId="ed282abb-f77d-4912-ae2d-92fef056a80d" providerId="ADAL" clId="{A00005A0-D9D9-421B-8A78-3EC62A159D85}" dt="2020-11-11T05:44:36.202" v="7814" actId="20577"/>
          <ac:spMkLst>
            <pc:docMk/>
            <pc:sldMk cId="2913564770" sldId="354"/>
            <ac:spMk id="2" creationId="{C2D081FD-68B8-443E-95C3-1EC5F021CEA1}"/>
          </ac:spMkLst>
        </pc:spChg>
        <pc:spChg chg="mod">
          <ac:chgData name="Aritra Mitra" userId="ed282abb-f77d-4912-ae2d-92fef056a80d" providerId="ADAL" clId="{A00005A0-D9D9-421B-8A78-3EC62A159D85}" dt="2020-11-11T05:44:44.059" v="7815" actId="20577"/>
          <ac:spMkLst>
            <pc:docMk/>
            <pc:sldMk cId="2913564770" sldId="354"/>
            <ac:spMk id="3" creationId="{7749F718-296F-427C-85BB-34C326E522AE}"/>
          </ac:spMkLst>
        </pc:spChg>
        <pc:spChg chg="mod">
          <ac:chgData name="Aritra Mitra" userId="ed282abb-f77d-4912-ae2d-92fef056a80d" providerId="ADAL" clId="{A00005A0-D9D9-421B-8A78-3EC62A159D85}" dt="2020-11-11T05:45:42.896" v="7827" actId="1035"/>
          <ac:spMkLst>
            <pc:docMk/>
            <pc:sldMk cId="2913564770" sldId="354"/>
            <ac:spMk id="4" creationId="{611DBBF9-75B6-4C48-A4B7-78EFE07741B8}"/>
          </ac:spMkLst>
        </pc:spChg>
        <pc:spChg chg="del">
          <ac:chgData name="Aritra Mitra" userId="ed282abb-f77d-4912-ae2d-92fef056a80d" providerId="ADAL" clId="{A00005A0-D9D9-421B-8A78-3EC62A159D85}" dt="2020-11-11T05:45:10.348" v="7816" actId="478"/>
          <ac:spMkLst>
            <pc:docMk/>
            <pc:sldMk cId="2913564770" sldId="354"/>
            <ac:spMk id="5" creationId="{5651A378-3A17-44D4-A8F7-BD9B99319372}"/>
          </ac:spMkLst>
        </pc:spChg>
        <pc:spChg chg="add mod">
          <ac:chgData name="Aritra Mitra" userId="ed282abb-f77d-4912-ae2d-92fef056a80d" providerId="ADAL" clId="{A00005A0-D9D9-421B-8A78-3EC62A159D85}" dt="2020-11-11T05:53:16.692" v="7845" actId="20578"/>
          <ac:spMkLst>
            <pc:docMk/>
            <pc:sldMk cId="2913564770" sldId="354"/>
            <ac:spMk id="6" creationId="{33929E2F-93DE-4C4B-8842-620247A95824}"/>
          </ac:spMkLst>
        </pc:spChg>
      </pc:sldChg>
      <pc:sldChg chg="addSp delSp modSp add">
        <pc:chgData name="Aritra Mitra" userId="ed282abb-f77d-4912-ae2d-92fef056a80d" providerId="ADAL" clId="{A00005A0-D9D9-421B-8A78-3EC62A159D85}" dt="2020-11-11T05:51:47.208" v="7844" actId="2085"/>
        <pc:sldMkLst>
          <pc:docMk/>
          <pc:sldMk cId="3920868290" sldId="355"/>
        </pc:sldMkLst>
        <pc:spChg chg="del">
          <ac:chgData name="Aritra Mitra" userId="ed282abb-f77d-4912-ae2d-92fef056a80d" providerId="ADAL" clId="{A00005A0-D9D9-421B-8A78-3EC62A159D85}" dt="2020-11-11T05:50:19.800" v="7838" actId="478"/>
          <ac:spMkLst>
            <pc:docMk/>
            <pc:sldMk cId="3920868290" sldId="355"/>
            <ac:spMk id="6" creationId="{33929E2F-93DE-4C4B-8842-620247A95824}"/>
          </ac:spMkLst>
        </pc:spChg>
        <pc:spChg chg="add mod">
          <ac:chgData name="Aritra Mitra" userId="ed282abb-f77d-4912-ae2d-92fef056a80d" providerId="ADAL" clId="{A00005A0-D9D9-421B-8A78-3EC62A159D85}" dt="2020-11-11T05:51:47.208" v="7844" actId="2085"/>
          <ac:spMkLst>
            <pc:docMk/>
            <pc:sldMk cId="3920868290" sldId="355"/>
            <ac:spMk id="7" creationId="{B8724582-B189-4997-A702-D78EE138A42E}"/>
          </ac:spMkLst>
        </pc:spChg>
      </pc:sldChg>
      <pc:sldChg chg="addSp delSp modSp add">
        <pc:chgData name="Aritra Mitra" userId="ed282abb-f77d-4912-ae2d-92fef056a80d" providerId="ADAL" clId="{A00005A0-D9D9-421B-8A78-3EC62A159D85}" dt="2020-11-11T05:55:45.817" v="7863" actId="2085"/>
        <pc:sldMkLst>
          <pc:docMk/>
          <pc:sldMk cId="1754065141" sldId="356"/>
        </pc:sldMkLst>
        <pc:spChg chg="mod">
          <ac:chgData name="Aritra Mitra" userId="ed282abb-f77d-4912-ae2d-92fef056a80d" providerId="ADAL" clId="{A00005A0-D9D9-421B-8A78-3EC62A159D85}" dt="2020-11-11T05:54:34.674" v="7852" actId="20577"/>
          <ac:spMkLst>
            <pc:docMk/>
            <pc:sldMk cId="1754065141" sldId="356"/>
            <ac:spMk id="2" creationId="{C2D081FD-68B8-443E-95C3-1EC5F021CEA1}"/>
          </ac:spMkLst>
        </pc:spChg>
        <pc:spChg chg="mod">
          <ac:chgData name="Aritra Mitra" userId="ed282abb-f77d-4912-ae2d-92fef056a80d" providerId="ADAL" clId="{A00005A0-D9D9-421B-8A78-3EC62A159D85}" dt="2020-11-11T05:54:40.468" v="7853" actId="20577"/>
          <ac:spMkLst>
            <pc:docMk/>
            <pc:sldMk cId="1754065141" sldId="356"/>
            <ac:spMk id="3" creationId="{7749F718-296F-427C-85BB-34C326E522AE}"/>
          </ac:spMkLst>
        </pc:spChg>
        <pc:spChg chg="add mod">
          <ac:chgData name="Aritra Mitra" userId="ed282abb-f77d-4912-ae2d-92fef056a80d" providerId="ADAL" clId="{A00005A0-D9D9-421B-8A78-3EC62A159D85}" dt="2020-11-11T05:55:45.817" v="7863" actId="2085"/>
          <ac:spMkLst>
            <pc:docMk/>
            <pc:sldMk cId="1754065141" sldId="356"/>
            <ac:spMk id="6" creationId="{6F821CEB-3180-4A09-8943-F8205AFEDEB9}"/>
          </ac:spMkLst>
        </pc:spChg>
        <pc:spChg chg="del">
          <ac:chgData name="Aritra Mitra" userId="ed282abb-f77d-4912-ae2d-92fef056a80d" providerId="ADAL" clId="{A00005A0-D9D9-421B-8A78-3EC62A159D85}" dt="2020-11-11T05:54:51" v="7854" actId="478"/>
          <ac:spMkLst>
            <pc:docMk/>
            <pc:sldMk cId="1754065141" sldId="356"/>
            <ac:spMk id="7" creationId="{B8724582-B189-4997-A702-D78EE138A42E}"/>
          </ac:spMkLst>
        </pc:spChg>
      </pc:sldChg>
      <pc:sldChg chg="addSp add del">
        <pc:chgData name="Aritra Mitra" userId="ed282abb-f77d-4912-ae2d-92fef056a80d" providerId="ADAL" clId="{A00005A0-D9D9-421B-8A78-3EC62A159D85}" dt="2020-11-11T05:58:10.323" v="7868" actId="2696"/>
        <pc:sldMkLst>
          <pc:docMk/>
          <pc:sldMk cId="48406397" sldId="357"/>
        </pc:sldMkLst>
        <pc:spChg chg="add">
          <ac:chgData name="Aritra Mitra" userId="ed282abb-f77d-4912-ae2d-92fef056a80d" providerId="ADAL" clId="{A00005A0-D9D9-421B-8A78-3EC62A159D85}" dt="2020-11-11T05:57:56.450" v="7867"/>
          <ac:spMkLst>
            <pc:docMk/>
            <pc:sldMk cId="48406397" sldId="357"/>
            <ac:spMk id="2" creationId="{C6E4D544-DC4A-408B-B679-883D59212986}"/>
          </ac:spMkLst>
        </pc:spChg>
      </pc:sldChg>
      <pc:sldChg chg="addSp delSp modSp add delAnim">
        <pc:chgData name="Aritra Mitra" userId="ed282abb-f77d-4912-ae2d-92fef056a80d" providerId="ADAL" clId="{A00005A0-D9D9-421B-8A78-3EC62A159D85}" dt="2020-11-11T06:00:45.761" v="8019" actId="1036"/>
        <pc:sldMkLst>
          <pc:docMk/>
          <pc:sldMk cId="2078487047" sldId="357"/>
        </pc:sldMkLst>
        <pc:spChg chg="mod">
          <ac:chgData name="Aritra Mitra" userId="ed282abb-f77d-4912-ae2d-92fef056a80d" providerId="ADAL" clId="{A00005A0-D9D9-421B-8A78-3EC62A159D85}" dt="2020-11-11T06:00:45.761" v="8019" actId="1036"/>
          <ac:spMkLst>
            <pc:docMk/>
            <pc:sldMk cId="2078487047" sldId="357"/>
            <ac:spMk id="2" creationId="{C2D081FD-68B8-443E-95C3-1EC5F021CEA1}"/>
          </ac:spMkLst>
        </pc:spChg>
        <pc:spChg chg="del">
          <ac:chgData name="Aritra Mitra" userId="ed282abb-f77d-4912-ae2d-92fef056a80d" providerId="ADAL" clId="{A00005A0-D9D9-421B-8A78-3EC62A159D85}" dt="2020-11-11T05:58:20.020" v="7870" actId="478"/>
          <ac:spMkLst>
            <pc:docMk/>
            <pc:sldMk cId="2078487047" sldId="357"/>
            <ac:spMk id="3" creationId="{7749F718-296F-427C-85BB-34C326E522AE}"/>
          </ac:spMkLst>
        </pc:spChg>
        <pc:spChg chg="del mod">
          <ac:chgData name="Aritra Mitra" userId="ed282abb-f77d-4912-ae2d-92fef056a80d" providerId="ADAL" clId="{A00005A0-D9D9-421B-8A78-3EC62A159D85}" dt="2020-11-11T05:58:27.900" v="7873" actId="478"/>
          <ac:spMkLst>
            <pc:docMk/>
            <pc:sldMk cId="2078487047" sldId="357"/>
            <ac:spMk id="4" creationId="{611DBBF9-75B6-4C48-A4B7-78EFE07741B8}"/>
          </ac:spMkLst>
        </pc:spChg>
        <pc:spChg chg="del mod">
          <ac:chgData name="Aritra Mitra" userId="ed282abb-f77d-4912-ae2d-92fef056a80d" providerId="ADAL" clId="{A00005A0-D9D9-421B-8A78-3EC62A159D85}" dt="2020-11-11T05:58:31.919" v="7875" actId="478"/>
          <ac:spMkLst>
            <pc:docMk/>
            <pc:sldMk cId="2078487047" sldId="357"/>
            <ac:spMk id="5" creationId="{5651A378-3A17-44D4-A8F7-BD9B99319372}"/>
          </ac:spMkLst>
        </pc:spChg>
        <pc:spChg chg="del">
          <ac:chgData name="Aritra Mitra" userId="ed282abb-f77d-4912-ae2d-92fef056a80d" providerId="ADAL" clId="{A00005A0-D9D9-421B-8A78-3EC62A159D85}" dt="2020-11-11T05:58:34.870" v="7876" actId="478"/>
          <ac:spMkLst>
            <pc:docMk/>
            <pc:sldMk cId="2078487047" sldId="357"/>
            <ac:spMk id="6" creationId="{92714364-0166-4861-9F4C-88382AE67213}"/>
          </ac:spMkLst>
        </pc:spChg>
        <pc:spChg chg="add del mod">
          <ac:chgData name="Aritra Mitra" userId="ed282abb-f77d-4912-ae2d-92fef056a80d" providerId="ADAL" clId="{A00005A0-D9D9-421B-8A78-3EC62A159D85}" dt="2020-11-11T05:58:22.835" v="7871" actId="478"/>
          <ac:spMkLst>
            <pc:docMk/>
            <pc:sldMk cId="2078487047" sldId="357"/>
            <ac:spMk id="8" creationId="{3BCA961D-F98B-4DB6-81D6-473A76551EF4}"/>
          </ac:spMkLst>
        </pc:spChg>
      </pc:sldChg>
      <pc:sldChg chg="add del">
        <pc:chgData name="Aritra Mitra" userId="ed282abb-f77d-4912-ae2d-92fef056a80d" providerId="ADAL" clId="{A00005A0-D9D9-421B-8A78-3EC62A159D85}" dt="2020-11-11T05:57:35.907" v="7865" actId="2696"/>
        <pc:sldMkLst>
          <pc:docMk/>
          <pc:sldMk cId="3732767920" sldId="357"/>
        </pc:sldMkLst>
      </pc:sldChg>
      <pc:sldChg chg="addSp delSp modSp add modAnim">
        <pc:chgData name="Aritra Mitra" userId="ed282abb-f77d-4912-ae2d-92fef056a80d" providerId="ADAL" clId="{A00005A0-D9D9-421B-8A78-3EC62A159D85}" dt="2020-11-11T07:04:26.719" v="8761" actId="20577"/>
        <pc:sldMkLst>
          <pc:docMk/>
          <pc:sldMk cId="2357645876" sldId="358"/>
        </pc:sldMkLst>
        <pc:spChg chg="del mod">
          <ac:chgData name="Aritra Mitra" userId="ed282abb-f77d-4912-ae2d-92fef056a80d" providerId="ADAL" clId="{A00005A0-D9D9-421B-8A78-3EC62A159D85}" dt="2020-11-11T06:56:41.843" v="8195" actId="478"/>
          <ac:spMkLst>
            <pc:docMk/>
            <pc:sldMk cId="2357645876" sldId="358"/>
            <ac:spMk id="2" creationId="{60FDDB30-3469-4B92-B7C7-8C18612CF9FC}"/>
          </ac:spMkLst>
        </pc:spChg>
        <pc:spChg chg="mod">
          <ac:chgData name="Aritra Mitra" userId="ed282abb-f77d-4912-ae2d-92fef056a80d" providerId="ADAL" clId="{A00005A0-D9D9-421B-8A78-3EC62A159D85}" dt="2020-11-11T07:04:26.719" v="8761" actId="20577"/>
          <ac:spMkLst>
            <pc:docMk/>
            <pc:sldMk cId="2357645876" sldId="358"/>
            <ac:spMk id="3" creationId="{5796D11B-365C-47D5-BE8C-F44B7727ACCA}"/>
          </ac:spMkLst>
        </pc:spChg>
        <pc:spChg chg="add mod">
          <ac:chgData name="Aritra Mitra" userId="ed282abb-f77d-4912-ae2d-92fef056a80d" providerId="ADAL" clId="{A00005A0-D9D9-421B-8A78-3EC62A159D85}" dt="2020-11-11T06:56:50.825" v="8208" actId="20577"/>
          <ac:spMkLst>
            <pc:docMk/>
            <pc:sldMk cId="2357645876" sldId="358"/>
            <ac:spMk id="5" creationId="{A8601146-5568-4168-B50D-57C74B3BDBA6}"/>
          </ac:spMkLst>
        </pc:spChg>
        <pc:spChg chg="add mod">
          <ac:chgData name="Aritra Mitra" userId="ed282abb-f77d-4912-ae2d-92fef056a80d" providerId="ADAL" clId="{A00005A0-D9D9-421B-8A78-3EC62A159D85}" dt="2020-11-11T07:00:19.840" v="8592" actId="1036"/>
          <ac:spMkLst>
            <pc:docMk/>
            <pc:sldMk cId="2357645876" sldId="358"/>
            <ac:spMk id="6" creationId="{985560CE-ECA9-4AFA-BE49-E888603E3A31}"/>
          </ac:spMkLst>
        </pc:spChg>
        <pc:spChg chg="add mod">
          <ac:chgData name="Aritra Mitra" userId="ed282abb-f77d-4912-ae2d-92fef056a80d" providerId="ADAL" clId="{A00005A0-D9D9-421B-8A78-3EC62A159D85}" dt="2020-11-11T07:01:21.021" v="8598" actId="14100"/>
          <ac:spMkLst>
            <pc:docMk/>
            <pc:sldMk cId="2357645876" sldId="358"/>
            <ac:spMk id="7" creationId="{E974F486-921D-46C2-8682-E1F341622366}"/>
          </ac:spMkLst>
        </pc:spChg>
        <pc:spChg chg="add mod">
          <ac:chgData name="Aritra Mitra" userId="ed282abb-f77d-4912-ae2d-92fef056a80d" providerId="ADAL" clId="{A00005A0-D9D9-421B-8A78-3EC62A159D85}" dt="2020-11-11T07:03:17.400" v="8759" actId="20577"/>
          <ac:spMkLst>
            <pc:docMk/>
            <pc:sldMk cId="2357645876" sldId="358"/>
            <ac:spMk id="8" creationId="{93CB1542-A1F6-4E4A-8715-30F52D9BD0A4}"/>
          </ac:spMkLst>
        </pc:spChg>
      </pc:sldChg>
      <pc:sldChg chg="addSp delSp modSp add delAnim modAnim">
        <pc:chgData name="Aritra Mitra" userId="ed282abb-f77d-4912-ae2d-92fef056a80d" providerId="ADAL" clId="{A00005A0-D9D9-421B-8A78-3EC62A159D85}" dt="2020-11-11T06:47:31.129" v="8139"/>
        <pc:sldMkLst>
          <pc:docMk/>
          <pc:sldMk cId="1909710010" sldId="359"/>
        </pc:sldMkLst>
        <pc:spChg chg="mod">
          <ac:chgData name="Aritra Mitra" userId="ed282abb-f77d-4912-ae2d-92fef056a80d" providerId="ADAL" clId="{A00005A0-D9D9-421B-8A78-3EC62A159D85}" dt="2020-11-11T06:19:40.196" v="8022" actId="20577"/>
          <ac:spMkLst>
            <pc:docMk/>
            <pc:sldMk cId="1909710010" sldId="359"/>
            <ac:spMk id="3" creationId="{1FBA37EE-CE79-418A-9D6A-7F9E79028795}"/>
          </ac:spMkLst>
        </pc:spChg>
        <pc:spChg chg="mod">
          <ac:chgData name="Aritra Mitra" userId="ed282abb-f77d-4912-ae2d-92fef056a80d" providerId="ADAL" clId="{A00005A0-D9D9-421B-8A78-3EC62A159D85}" dt="2020-11-11T06:30:25.883" v="8119" actId="20577"/>
          <ac:spMkLst>
            <pc:docMk/>
            <pc:sldMk cId="1909710010" sldId="359"/>
            <ac:spMk id="4" creationId="{F207768D-F918-4568-8059-1DA7C3D83364}"/>
          </ac:spMkLst>
        </pc:spChg>
        <pc:spChg chg="del">
          <ac:chgData name="Aritra Mitra" userId="ed282abb-f77d-4912-ae2d-92fef056a80d" providerId="ADAL" clId="{A00005A0-D9D9-421B-8A78-3EC62A159D85}" dt="2020-11-11T06:25:00.676" v="8071" actId="478"/>
          <ac:spMkLst>
            <pc:docMk/>
            <pc:sldMk cId="1909710010" sldId="359"/>
            <ac:spMk id="5" creationId="{04E50948-6BD6-40A3-91C9-421F9456C1DC}"/>
          </ac:spMkLst>
        </pc:spChg>
        <pc:spChg chg="add mod">
          <ac:chgData name="Aritra Mitra" userId="ed282abb-f77d-4912-ae2d-92fef056a80d" providerId="ADAL" clId="{A00005A0-D9D9-421B-8A78-3EC62A159D85}" dt="2020-11-11T06:46:50.311" v="8134" actId="1076"/>
          <ac:spMkLst>
            <pc:docMk/>
            <pc:sldMk cId="1909710010" sldId="359"/>
            <ac:spMk id="8" creationId="{E31A7389-1DFD-4E8D-A2CA-9A598AD35A73}"/>
          </ac:spMkLst>
        </pc:spChg>
        <pc:spChg chg="mod">
          <ac:chgData name="Aritra Mitra" userId="ed282abb-f77d-4912-ae2d-92fef056a80d" providerId="ADAL" clId="{A00005A0-D9D9-421B-8A78-3EC62A159D85}" dt="2020-11-11T06:47:21.569" v="8138" actId="1076"/>
          <ac:spMkLst>
            <pc:docMk/>
            <pc:sldMk cId="1909710010" sldId="359"/>
            <ac:spMk id="9" creationId="{DD0D0AA4-E1C7-4396-B7B6-FF4B7FC904CB}"/>
          </ac:spMkLst>
        </pc:spChg>
        <pc:spChg chg="add mod">
          <ac:chgData name="Aritra Mitra" userId="ed282abb-f77d-4912-ae2d-92fef056a80d" providerId="ADAL" clId="{A00005A0-D9D9-421B-8A78-3EC62A159D85}" dt="2020-11-11T06:46:45.703" v="8132" actId="17032"/>
          <ac:spMkLst>
            <pc:docMk/>
            <pc:sldMk cId="1909710010" sldId="359"/>
            <ac:spMk id="10" creationId="{298E5FF6-0739-4AAB-A47B-29D06DA740BF}"/>
          </ac:spMkLst>
        </pc:spChg>
        <pc:cxnChg chg="mod">
          <ac:chgData name="Aritra Mitra" userId="ed282abb-f77d-4912-ae2d-92fef056a80d" providerId="ADAL" clId="{A00005A0-D9D9-421B-8A78-3EC62A159D85}" dt="2020-11-11T06:47:16.524" v="8137" actId="14100"/>
          <ac:cxnSpMkLst>
            <pc:docMk/>
            <pc:sldMk cId="1909710010" sldId="359"/>
            <ac:cxnSpMk id="7" creationId="{923F7109-5A19-4786-9473-1C9A3F069357}"/>
          </ac:cxnSpMkLst>
        </pc:cxnChg>
      </pc:sldChg>
      <pc:sldChg chg="modSp add del">
        <pc:chgData name="Aritra Mitra" userId="ed282abb-f77d-4912-ae2d-92fef056a80d" providerId="ADAL" clId="{A00005A0-D9D9-421B-8A78-3EC62A159D85}" dt="2020-11-11T06:52:33.182" v="8177" actId="2696"/>
        <pc:sldMkLst>
          <pc:docMk/>
          <pc:sldMk cId="3339903965" sldId="360"/>
        </pc:sldMkLst>
        <pc:spChg chg="mod">
          <ac:chgData name="Aritra Mitra" userId="ed282abb-f77d-4912-ae2d-92fef056a80d" providerId="ADAL" clId="{A00005A0-D9D9-421B-8A78-3EC62A159D85}" dt="2020-11-11T06:51:21.153" v="8153" actId="20577"/>
          <ac:spMkLst>
            <pc:docMk/>
            <pc:sldMk cId="3339903965" sldId="360"/>
            <ac:spMk id="2" creationId="{DBCD478A-FEC0-4BAD-BC35-AB3E89395E31}"/>
          </ac:spMkLst>
        </pc:spChg>
        <pc:spChg chg="mod">
          <ac:chgData name="Aritra Mitra" userId="ed282abb-f77d-4912-ae2d-92fef056a80d" providerId="ADAL" clId="{A00005A0-D9D9-421B-8A78-3EC62A159D85}" dt="2020-11-11T06:52:23.647" v="8176" actId="20577"/>
          <ac:spMkLst>
            <pc:docMk/>
            <pc:sldMk cId="3339903965" sldId="360"/>
            <ac:spMk id="3" creationId="{D6FB5293-CC14-4510-B61C-4E7AEB68A830}"/>
          </ac:spMkLst>
        </pc:spChg>
      </pc:sldChg>
      <pc:sldChg chg="modSp add">
        <pc:chgData name="Aritra Mitra" userId="ed282abb-f77d-4912-ae2d-92fef056a80d" providerId="ADAL" clId="{A00005A0-D9D9-421B-8A78-3EC62A159D85}" dt="2020-11-11T07:05:45.254" v="8803" actId="1076"/>
        <pc:sldMkLst>
          <pc:docMk/>
          <pc:sldMk cId="4059007774" sldId="360"/>
        </pc:sldMkLst>
        <pc:spChg chg="mod">
          <ac:chgData name="Aritra Mitra" userId="ed282abb-f77d-4912-ae2d-92fef056a80d" providerId="ADAL" clId="{A00005A0-D9D9-421B-8A78-3EC62A159D85}" dt="2020-11-11T07:05:45.254" v="8803" actId="1076"/>
          <ac:spMkLst>
            <pc:docMk/>
            <pc:sldMk cId="4059007774" sldId="360"/>
            <ac:spMk id="2" creationId="{C2D081FD-68B8-443E-95C3-1EC5F021CEA1}"/>
          </ac:spMkLst>
        </pc:spChg>
      </pc:sldChg>
      <pc:sldChg chg="addSp delSp modSp add modAnim">
        <pc:chgData name="Aritra Mitra" userId="ed282abb-f77d-4912-ae2d-92fef056a80d" providerId="ADAL" clId="{A00005A0-D9D9-421B-8A78-3EC62A159D85}" dt="2020-11-11T07:43:42.363" v="9704" actId="20577"/>
        <pc:sldMkLst>
          <pc:docMk/>
          <pc:sldMk cId="704455980" sldId="361"/>
        </pc:sldMkLst>
        <pc:spChg chg="mod">
          <ac:chgData name="Aritra Mitra" userId="ed282abb-f77d-4912-ae2d-92fef056a80d" providerId="ADAL" clId="{A00005A0-D9D9-421B-8A78-3EC62A159D85}" dt="2020-11-11T07:13:43.390" v="8827" actId="20577"/>
          <ac:spMkLst>
            <pc:docMk/>
            <pc:sldMk cId="704455980" sldId="361"/>
            <ac:spMk id="2" creationId="{524A4A0A-0C1E-4324-BE1A-C0AF3A5AC8FD}"/>
          </ac:spMkLst>
        </pc:spChg>
        <pc:spChg chg="mod">
          <ac:chgData name="Aritra Mitra" userId="ed282abb-f77d-4912-ae2d-92fef056a80d" providerId="ADAL" clId="{A00005A0-D9D9-421B-8A78-3EC62A159D85}" dt="2020-11-11T07:43:42.363" v="9704" actId="20577"/>
          <ac:spMkLst>
            <pc:docMk/>
            <pc:sldMk cId="704455980" sldId="361"/>
            <ac:spMk id="3" creationId="{4399D747-FBC0-4D89-BFB1-FFAA016C3F99}"/>
          </ac:spMkLst>
        </pc:spChg>
        <pc:spChg chg="add mod">
          <ac:chgData name="Aritra Mitra" userId="ed282abb-f77d-4912-ae2d-92fef056a80d" providerId="ADAL" clId="{A00005A0-D9D9-421B-8A78-3EC62A159D85}" dt="2020-11-11T07:41:03.753" v="9695" actId="1038"/>
          <ac:spMkLst>
            <pc:docMk/>
            <pc:sldMk cId="704455980" sldId="361"/>
            <ac:spMk id="10" creationId="{8E0315C6-1884-4B25-A4C2-5612B9646B9E}"/>
          </ac:spMkLst>
        </pc:spChg>
        <pc:spChg chg="add mod">
          <ac:chgData name="Aritra Mitra" userId="ed282abb-f77d-4912-ae2d-92fef056a80d" providerId="ADAL" clId="{A00005A0-D9D9-421B-8A78-3EC62A159D85}" dt="2020-11-11T07:41:03.753" v="9695" actId="1038"/>
          <ac:spMkLst>
            <pc:docMk/>
            <pc:sldMk cId="704455980" sldId="361"/>
            <ac:spMk id="11" creationId="{28EAEF88-61D7-48AF-8E7E-F509FF8184DA}"/>
          </ac:spMkLst>
        </pc:spChg>
        <pc:spChg chg="add mod">
          <ac:chgData name="Aritra Mitra" userId="ed282abb-f77d-4912-ae2d-92fef056a80d" providerId="ADAL" clId="{A00005A0-D9D9-421B-8A78-3EC62A159D85}" dt="2020-11-11T07:41:03.753" v="9695" actId="1038"/>
          <ac:spMkLst>
            <pc:docMk/>
            <pc:sldMk cId="704455980" sldId="361"/>
            <ac:spMk id="12" creationId="{A1269B8E-3732-4550-8997-E1383BD24F70}"/>
          </ac:spMkLst>
        </pc:spChg>
        <pc:picChg chg="del mod">
          <ac:chgData name="Aritra Mitra" userId="ed282abb-f77d-4912-ae2d-92fef056a80d" providerId="ADAL" clId="{A00005A0-D9D9-421B-8A78-3EC62A159D85}" dt="2020-11-11T07:36:02.303" v="9554" actId="478"/>
          <ac:picMkLst>
            <pc:docMk/>
            <pc:sldMk cId="704455980" sldId="361"/>
            <ac:picMk id="5" creationId="{983C38F9-7115-41B2-90C9-EFFBBAF88025}"/>
          </ac:picMkLst>
        </pc:picChg>
        <pc:picChg chg="del mod ord">
          <ac:chgData name="Aritra Mitra" userId="ed282abb-f77d-4912-ae2d-92fef056a80d" providerId="ADAL" clId="{A00005A0-D9D9-421B-8A78-3EC62A159D85}" dt="2020-11-11T07:36:18.906" v="9567" actId="478"/>
          <ac:picMkLst>
            <pc:docMk/>
            <pc:sldMk cId="704455980" sldId="361"/>
            <ac:picMk id="7" creationId="{1ECE9E89-D5AB-44AB-8E14-D488A711ABB8}"/>
          </ac:picMkLst>
        </pc:picChg>
        <pc:picChg chg="mod ord">
          <ac:chgData name="Aritra Mitra" userId="ed282abb-f77d-4912-ae2d-92fef056a80d" providerId="ADAL" clId="{A00005A0-D9D9-421B-8A78-3EC62A159D85}" dt="2020-11-11T07:41:03.753" v="9695" actId="1038"/>
          <ac:picMkLst>
            <pc:docMk/>
            <pc:sldMk cId="704455980" sldId="361"/>
            <ac:picMk id="9" creationId="{5ACAE588-96EF-41FA-B56D-E929F427F4C9}"/>
          </ac:picMkLst>
        </pc:picChg>
        <pc:picChg chg="add del mod">
          <ac:chgData name="Aritra Mitra" userId="ed282abb-f77d-4912-ae2d-92fef056a80d" providerId="ADAL" clId="{A00005A0-D9D9-421B-8A78-3EC62A159D85}" dt="2020-11-11T07:40:24.576" v="9655" actId="478"/>
          <ac:picMkLst>
            <pc:docMk/>
            <pc:sldMk cId="704455980" sldId="361"/>
            <ac:picMk id="13" creationId="{E08A6FCF-9EE4-47CB-BFEB-B51AF5939462}"/>
          </ac:picMkLst>
        </pc:picChg>
        <pc:picChg chg="mod ord">
          <ac:chgData name="Aritra Mitra" userId="ed282abb-f77d-4912-ae2d-92fef056a80d" providerId="ADAL" clId="{A00005A0-D9D9-421B-8A78-3EC62A159D85}" dt="2020-11-11T07:41:03.753" v="9695" actId="1038"/>
          <ac:picMkLst>
            <pc:docMk/>
            <pc:sldMk cId="704455980" sldId="361"/>
            <ac:picMk id="15" creationId="{886DF583-662A-46F9-89DA-D432DC3F75D0}"/>
          </ac:picMkLst>
        </pc:picChg>
      </pc:sldChg>
      <pc:sldChg chg="addSp modSp add">
        <pc:chgData name="Aritra Mitra" userId="ed282abb-f77d-4912-ae2d-92fef056a80d" providerId="ADAL" clId="{A00005A0-D9D9-421B-8A78-3EC62A159D85}" dt="2020-11-11T13:55:26.052" v="10061" actId="20577"/>
        <pc:sldMkLst>
          <pc:docMk/>
          <pc:sldMk cId="2788105612" sldId="362"/>
        </pc:sldMkLst>
        <pc:spChg chg="mod">
          <ac:chgData name="Aritra Mitra" userId="ed282abb-f77d-4912-ae2d-92fef056a80d" providerId="ADAL" clId="{A00005A0-D9D9-421B-8A78-3EC62A159D85}" dt="2020-11-11T13:55:26.052" v="10061" actId="20577"/>
          <ac:spMkLst>
            <pc:docMk/>
            <pc:sldMk cId="2788105612" sldId="362"/>
            <ac:spMk id="3" creationId="{77CAA8F6-D117-446F-A92C-C50C05C812C1}"/>
          </ac:spMkLst>
        </pc:spChg>
        <pc:spChg chg="add mod">
          <ac:chgData name="Aritra Mitra" userId="ed282abb-f77d-4912-ae2d-92fef056a80d" providerId="ADAL" clId="{A00005A0-D9D9-421B-8A78-3EC62A159D85}" dt="2020-11-11T13:54:26.414" v="10056" actId="208"/>
          <ac:spMkLst>
            <pc:docMk/>
            <pc:sldMk cId="2788105612" sldId="362"/>
            <ac:spMk id="4" creationId="{CAF6AEE8-6D11-42A1-8B9B-1D5996B0654C}"/>
          </ac:spMkLst>
        </pc:spChg>
      </pc:sldChg>
      <pc:sldChg chg="delSp modSp add">
        <pc:chgData name="Aritra Mitra" userId="ed282abb-f77d-4912-ae2d-92fef056a80d" providerId="ADAL" clId="{A00005A0-D9D9-421B-8A78-3EC62A159D85}" dt="2020-11-11T13:58:35.292" v="10238" actId="478"/>
        <pc:sldMkLst>
          <pc:docMk/>
          <pc:sldMk cId="266915547" sldId="363"/>
        </pc:sldMkLst>
        <pc:spChg chg="mod">
          <ac:chgData name="Aritra Mitra" userId="ed282abb-f77d-4912-ae2d-92fef056a80d" providerId="ADAL" clId="{A00005A0-D9D9-421B-8A78-3EC62A159D85}" dt="2020-11-11T13:56:17.465" v="10127" actId="20577"/>
          <ac:spMkLst>
            <pc:docMk/>
            <pc:sldMk cId="266915547" sldId="363"/>
            <ac:spMk id="2" creationId="{C2D081FD-68B8-443E-95C3-1EC5F021CEA1}"/>
          </ac:spMkLst>
        </pc:spChg>
        <pc:spChg chg="mod">
          <ac:chgData name="Aritra Mitra" userId="ed282abb-f77d-4912-ae2d-92fef056a80d" providerId="ADAL" clId="{A00005A0-D9D9-421B-8A78-3EC62A159D85}" dt="2020-11-11T13:57:02.879" v="10196" actId="20577"/>
          <ac:spMkLst>
            <pc:docMk/>
            <pc:sldMk cId="266915547" sldId="363"/>
            <ac:spMk id="3" creationId="{7749F718-296F-427C-85BB-34C326E522AE}"/>
          </ac:spMkLst>
        </pc:spChg>
        <pc:spChg chg="mod">
          <ac:chgData name="Aritra Mitra" userId="ed282abb-f77d-4912-ae2d-92fef056a80d" providerId="ADAL" clId="{A00005A0-D9D9-421B-8A78-3EC62A159D85}" dt="2020-11-11T13:58:26.243" v="10237" actId="1038"/>
          <ac:spMkLst>
            <pc:docMk/>
            <pc:sldMk cId="266915547" sldId="363"/>
            <ac:spMk id="4" creationId="{611DBBF9-75B6-4C48-A4B7-78EFE07741B8}"/>
          </ac:spMkLst>
        </pc:spChg>
        <pc:spChg chg="mod">
          <ac:chgData name="Aritra Mitra" userId="ed282abb-f77d-4912-ae2d-92fef056a80d" providerId="ADAL" clId="{A00005A0-D9D9-421B-8A78-3EC62A159D85}" dt="2020-11-11T13:58:26.243" v="10237" actId="1038"/>
          <ac:spMkLst>
            <pc:docMk/>
            <pc:sldMk cId="266915547" sldId="363"/>
            <ac:spMk id="5" creationId="{5651A378-3A17-44D4-A8F7-BD9B99319372}"/>
          </ac:spMkLst>
        </pc:spChg>
        <pc:spChg chg="del">
          <ac:chgData name="Aritra Mitra" userId="ed282abb-f77d-4912-ae2d-92fef056a80d" providerId="ADAL" clId="{A00005A0-D9D9-421B-8A78-3EC62A159D85}" dt="2020-11-11T13:58:35.292" v="10238" actId="478"/>
          <ac:spMkLst>
            <pc:docMk/>
            <pc:sldMk cId="266915547" sldId="363"/>
            <ac:spMk id="6" creationId="{8094D561-3DA9-4A21-BD2F-D1DEC13DF690}"/>
          </ac:spMkLst>
        </pc:spChg>
      </pc:sldChg>
      <pc:sldChg chg="addSp delSp modSp add modAnim">
        <pc:chgData name="Aritra Mitra" userId="ed282abb-f77d-4912-ae2d-92fef056a80d" providerId="ADAL" clId="{A00005A0-D9D9-421B-8A78-3EC62A159D85}" dt="2020-11-11T14:13:13.206" v="10747" actId="14100"/>
        <pc:sldMkLst>
          <pc:docMk/>
          <pc:sldMk cId="3881207246" sldId="364"/>
        </pc:sldMkLst>
        <pc:spChg chg="mod">
          <ac:chgData name="Aritra Mitra" userId="ed282abb-f77d-4912-ae2d-92fef056a80d" providerId="ADAL" clId="{A00005A0-D9D9-421B-8A78-3EC62A159D85}" dt="2020-11-11T14:00:04.873" v="10267" actId="20577"/>
          <ac:spMkLst>
            <pc:docMk/>
            <pc:sldMk cId="3881207246" sldId="364"/>
            <ac:spMk id="2" creationId="{CA49A485-8B34-42AC-9CF3-67975A56C191}"/>
          </ac:spMkLst>
        </pc:spChg>
        <pc:spChg chg="add del mod">
          <ac:chgData name="Aritra Mitra" userId="ed282abb-f77d-4912-ae2d-92fef056a80d" providerId="ADAL" clId="{A00005A0-D9D9-421B-8A78-3EC62A159D85}" dt="2020-11-11T14:11:32.424" v="10740"/>
          <ac:spMkLst>
            <pc:docMk/>
            <pc:sldMk cId="3881207246" sldId="364"/>
            <ac:spMk id="3" creationId="{95CE441E-96B9-4AD4-BDC7-1D539F0A7C5C}"/>
          </ac:spMkLst>
        </pc:spChg>
        <pc:spChg chg="add mod">
          <ac:chgData name="Aritra Mitra" userId="ed282abb-f77d-4912-ae2d-92fef056a80d" providerId="ADAL" clId="{A00005A0-D9D9-421B-8A78-3EC62A159D85}" dt="2020-11-11T14:07:16.308" v="10611" actId="1038"/>
          <ac:spMkLst>
            <pc:docMk/>
            <pc:sldMk cId="3881207246" sldId="364"/>
            <ac:spMk id="4" creationId="{A89EB85E-C94A-4C5E-A084-22335668569A}"/>
          </ac:spMkLst>
        </pc:spChg>
        <pc:spChg chg="add mod">
          <ac:chgData name="Aritra Mitra" userId="ed282abb-f77d-4912-ae2d-92fef056a80d" providerId="ADAL" clId="{A00005A0-D9D9-421B-8A78-3EC62A159D85}" dt="2020-11-11T14:08:06.409" v="10615" actId="571"/>
          <ac:spMkLst>
            <pc:docMk/>
            <pc:sldMk cId="3881207246" sldId="364"/>
            <ac:spMk id="5" creationId="{A4FBE83A-0FD7-41AA-A043-C9CBD70C0302}"/>
          </ac:spMkLst>
        </pc:spChg>
        <pc:spChg chg="add mod">
          <ac:chgData name="Aritra Mitra" userId="ed282abb-f77d-4912-ae2d-92fef056a80d" providerId="ADAL" clId="{A00005A0-D9D9-421B-8A78-3EC62A159D85}" dt="2020-11-11T14:08:06.409" v="10615" actId="571"/>
          <ac:spMkLst>
            <pc:docMk/>
            <pc:sldMk cId="3881207246" sldId="364"/>
            <ac:spMk id="6" creationId="{3242213A-05AB-4DF0-B761-B1D7D5414F11}"/>
          </ac:spMkLst>
        </pc:spChg>
        <pc:spChg chg="add mod">
          <ac:chgData name="Aritra Mitra" userId="ed282abb-f77d-4912-ae2d-92fef056a80d" providerId="ADAL" clId="{A00005A0-D9D9-421B-8A78-3EC62A159D85}" dt="2020-11-11T14:13:13.206" v="10747" actId="14100"/>
          <ac:spMkLst>
            <pc:docMk/>
            <pc:sldMk cId="3881207246" sldId="364"/>
            <ac:spMk id="7" creationId="{1C156CF0-8DEC-43C1-A5E5-289C4FB1433B}"/>
          </ac:spMkLst>
        </pc:spChg>
        <pc:spChg chg="add mod">
          <ac:chgData name="Aritra Mitra" userId="ed282abb-f77d-4912-ae2d-92fef056a80d" providerId="ADAL" clId="{A00005A0-D9D9-421B-8A78-3EC62A159D85}" dt="2020-11-11T14:12:49.536" v="10745" actId="14100"/>
          <ac:spMkLst>
            <pc:docMk/>
            <pc:sldMk cId="3881207246" sldId="364"/>
            <ac:spMk id="8" creationId="{4CDCE801-507D-43AF-A6E0-1065203629CF}"/>
          </ac:spMkLst>
        </pc:spChg>
        <pc:spChg chg="add del mod">
          <ac:chgData name="Aritra Mitra" userId="ed282abb-f77d-4912-ae2d-92fef056a80d" providerId="ADAL" clId="{A00005A0-D9D9-421B-8A78-3EC62A159D85}" dt="2020-11-11T14:11:32.424" v="10740"/>
          <ac:spMkLst>
            <pc:docMk/>
            <pc:sldMk cId="3881207246" sldId="364"/>
            <ac:spMk id="9" creationId="{73273BBA-C712-4EE8-8546-A04DA655B38B}"/>
          </ac:spMkLst>
        </pc:spChg>
        <pc:spChg chg="add mod">
          <ac:chgData name="Aritra Mitra" userId="ed282abb-f77d-4912-ae2d-92fef056a80d" providerId="ADAL" clId="{A00005A0-D9D9-421B-8A78-3EC62A159D85}" dt="2020-11-11T14:12:07.741" v="10743" actId="571"/>
          <ac:spMkLst>
            <pc:docMk/>
            <pc:sldMk cId="3881207246" sldId="364"/>
            <ac:spMk id="10" creationId="{D0D122A6-E9CF-4222-9AB5-AC095B654A4A}"/>
          </ac:spMkLst>
        </pc:spChg>
        <pc:spChg chg="add mod">
          <ac:chgData name="Aritra Mitra" userId="ed282abb-f77d-4912-ae2d-92fef056a80d" providerId="ADAL" clId="{A00005A0-D9D9-421B-8A78-3EC62A159D85}" dt="2020-11-11T14:12:07.741" v="10743" actId="571"/>
          <ac:spMkLst>
            <pc:docMk/>
            <pc:sldMk cId="3881207246" sldId="364"/>
            <ac:spMk id="11" creationId="{E11B8EE8-4CDA-4C03-AD59-10EC52975A8D}"/>
          </ac:spMkLst>
        </pc:spChg>
      </pc:sldChg>
      <pc:sldChg chg="modSp add modAnim">
        <pc:chgData name="Aritra Mitra" userId="ed282abb-f77d-4912-ae2d-92fef056a80d" providerId="ADAL" clId="{A00005A0-D9D9-421B-8A78-3EC62A159D85}" dt="2020-11-11T14:17:18.662" v="11312"/>
        <pc:sldMkLst>
          <pc:docMk/>
          <pc:sldMk cId="2776430947" sldId="365"/>
        </pc:sldMkLst>
        <pc:spChg chg="mod">
          <ac:chgData name="Aritra Mitra" userId="ed282abb-f77d-4912-ae2d-92fef056a80d" providerId="ADAL" clId="{A00005A0-D9D9-421B-8A78-3EC62A159D85}" dt="2020-11-11T14:13:26.359" v="10755" actId="20577"/>
          <ac:spMkLst>
            <pc:docMk/>
            <pc:sldMk cId="2776430947" sldId="365"/>
            <ac:spMk id="2" creationId="{A3513564-935C-4B71-865D-88C48C184C18}"/>
          </ac:spMkLst>
        </pc:spChg>
        <pc:spChg chg="mod">
          <ac:chgData name="Aritra Mitra" userId="ed282abb-f77d-4912-ae2d-92fef056a80d" providerId="ADAL" clId="{A00005A0-D9D9-421B-8A78-3EC62A159D85}" dt="2020-11-11T14:16:59.889" v="11309" actId="1076"/>
          <ac:spMkLst>
            <pc:docMk/>
            <pc:sldMk cId="2776430947" sldId="365"/>
            <ac:spMk id="3" creationId="{B8CB14B1-8B43-4A7A-8FEF-CB736D76C20B}"/>
          </ac:spMkLst>
        </pc:spChg>
      </pc:sldChg>
      <pc:sldChg chg="modSp add modAnim">
        <pc:chgData name="Aritra Mitra" userId="ed282abb-f77d-4912-ae2d-92fef056a80d" providerId="ADAL" clId="{A00005A0-D9D9-421B-8A78-3EC62A159D85}" dt="2020-11-11T14:24:53.542" v="11799" actId="113"/>
        <pc:sldMkLst>
          <pc:docMk/>
          <pc:sldMk cId="2261904753" sldId="366"/>
        </pc:sldMkLst>
        <pc:spChg chg="mod">
          <ac:chgData name="Aritra Mitra" userId="ed282abb-f77d-4912-ae2d-92fef056a80d" providerId="ADAL" clId="{A00005A0-D9D9-421B-8A78-3EC62A159D85}" dt="2020-11-11T14:18:10.329" v="11326" actId="20577"/>
          <ac:spMkLst>
            <pc:docMk/>
            <pc:sldMk cId="2261904753" sldId="366"/>
            <ac:spMk id="2" creationId="{9563A35A-7724-4C5E-BF52-94FBF9F9C30C}"/>
          </ac:spMkLst>
        </pc:spChg>
        <pc:spChg chg="mod">
          <ac:chgData name="Aritra Mitra" userId="ed282abb-f77d-4912-ae2d-92fef056a80d" providerId="ADAL" clId="{A00005A0-D9D9-421B-8A78-3EC62A159D85}" dt="2020-11-11T14:24:53.542" v="11799" actId="113"/>
          <ac:spMkLst>
            <pc:docMk/>
            <pc:sldMk cId="2261904753" sldId="366"/>
            <ac:spMk id="3" creationId="{FA3B3FA2-50F5-42F1-AC0B-18F756FD10DF}"/>
          </ac:spMkLst>
        </pc:spChg>
      </pc:sldChg>
    </pc:docChg>
  </pc:docChgLst>
  <pc:docChgLst>
    <pc:chgData name="Aritra Mitra" userId="ed282abb-f77d-4912-ae2d-92fef056a80d" providerId="ADAL" clId="{63B3A5F7-0A46-4A77-B2A9-903FB81509BC}"/>
    <pc:docChg chg="undo custSel addSld delSld modSld modSection">
      <pc:chgData name="Aritra Mitra" userId="ed282abb-f77d-4912-ae2d-92fef056a80d" providerId="ADAL" clId="{63B3A5F7-0A46-4A77-B2A9-903FB81509BC}" dt="2020-09-08T14:03:45.743" v="8872" actId="1076"/>
      <pc:docMkLst>
        <pc:docMk/>
      </pc:docMkLst>
      <pc:sldChg chg="del">
        <pc:chgData name="Aritra Mitra" userId="ed282abb-f77d-4912-ae2d-92fef056a80d" providerId="ADAL" clId="{63B3A5F7-0A46-4A77-B2A9-903FB81509BC}" dt="2020-09-08T02:35:02.725" v="625" actId="2696"/>
        <pc:sldMkLst>
          <pc:docMk/>
          <pc:sldMk cId="1870163524" sldId="270"/>
        </pc:sldMkLst>
      </pc:sldChg>
      <pc:sldChg chg="del">
        <pc:chgData name="Aritra Mitra" userId="ed282abb-f77d-4912-ae2d-92fef056a80d" providerId="ADAL" clId="{63B3A5F7-0A46-4A77-B2A9-903FB81509BC}" dt="2020-09-08T02:35:02.830" v="627" actId="2696"/>
        <pc:sldMkLst>
          <pc:docMk/>
          <pc:sldMk cId="722269231" sldId="271"/>
        </pc:sldMkLst>
      </pc:sldChg>
      <pc:sldChg chg="del">
        <pc:chgData name="Aritra Mitra" userId="ed282abb-f77d-4912-ae2d-92fef056a80d" providerId="ADAL" clId="{63B3A5F7-0A46-4A77-B2A9-903FB81509BC}" dt="2020-09-08T02:35:03.018" v="628" actId="2696"/>
        <pc:sldMkLst>
          <pc:docMk/>
          <pc:sldMk cId="1915846350" sldId="272"/>
        </pc:sldMkLst>
      </pc:sldChg>
      <pc:sldChg chg="del">
        <pc:chgData name="Aritra Mitra" userId="ed282abb-f77d-4912-ae2d-92fef056a80d" providerId="ADAL" clId="{63B3A5F7-0A46-4A77-B2A9-903FB81509BC}" dt="2020-09-08T02:35:03.209" v="629" actId="2696"/>
        <pc:sldMkLst>
          <pc:docMk/>
          <pc:sldMk cId="3751982331" sldId="273"/>
        </pc:sldMkLst>
      </pc:sldChg>
      <pc:sldChg chg="del">
        <pc:chgData name="Aritra Mitra" userId="ed282abb-f77d-4912-ae2d-92fef056a80d" providerId="ADAL" clId="{63B3A5F7-0A46-4A77-B2A9-903FB81509BC}" dt="2020-09-08T02:35:03.328" v="630" actId="2696"/>
        <pc:sldMkLst>
          <pc:docMk/>
          <pc:sldMk cId="2140659264" sldId="274"/>
        </pc:sldMkLst>
      </pc:sldChg>
      <pc:sldChg chg="delSp modSp add del">
        <pc:chgData name="Aritra Mitra" userId="ed282abb-f77d-4912-ae2d-92fef056a80d" providerId="ADAL" clId="{63B3A5F7-0A46-4A77-B2A9-903FB81509BC}" dt="2020-09-08T02:35:05.004" v="632" actId="2696"/>
        <pc:sldMkLst>
          <pc:docMk/>
          <pc:sldMk cId="3695319144" sldId="301"/>
        </pc:sldMkLst>
        <pc:spChg chg="mod">
          <ac:chgData name="Aritra Mitra" userId="ed282abb-f77d-4912-ae2d-92fef056a80d" providerId="ADAL" clId="{63B3A5F7-0A46-4A77-B2A9-903FB81509BC}" dt="2020-09-08T02:31:52.422" v="499" actId="20577"/>
          <ac:spMkLst>
            <pc:docMk/>
            <pc:sldMk cId="3695319144" sldId="301"/>
            <ac:spMk id="2" creationId="{00000000-0000-0000-0000-000000000000}"/>
          </ac:spMkLst>
        </pc:spChg>
        <pc:spChg chg="mod">
          <ac:chgData name="Aritra Mitra" userId="ed282abb-f77d-4912-ae2d-92fef056a80d" providerId="ADAL" clId="{63B3A5F7-0A46-4A77-B2A9-903FB81509BC}" dt="2020-09-08T02:34:06.436" v="591" actId="255"/>
          <ac:spMkLst>
            <pc:docMk/>
            <pc:sldMk cId="3695319144" sldId="301"/>
            <ac:spMk id="3" creationId="{00000000-0000-0000-0000-000000000000}"/>
          </ac:spMkLst>
        </pc:spChg>
        <pc:spChg chg="del">
          <ac:chgData name="Aritra Mitra" userId="ed282abb-f77d-4912-ae2d-92fef056a80d" providerId="ADAL" clId="{63B3A5F7-0A46-4A77-B2A9-903FB81509BC}" dt="2020-09-08T02:32:07.832" v="503" actId="478"/>
          <ac:spMkLst>
            <pc:docMk/>
            <pc:sldMk cId="3695319144" sldId="301"/>
            <ac:spMk id="5" creationId="{00000000-0000-0000-0000-000000000000}"/>
          </ac:spMkLst>
        </pc:spChg>
        <pc:grpChg chg="del">
          <ac:chgData name="Aritra Mitra" userId="ed282abb-f77d-4912-ae2d-92fef056a80d" providerId="ADAL" clId="{63B3A5F7-0A46-4A77-B2A9-903FB81509BC}" dt="2020-09-08T02:32:04.545" v="502" actId="478"/>
          <ac:grpSpMkLst>
            <pc:docMk/>
            <pc:sldMk cId="3695319144" sldId="301"/>
            <ac:grpSpMk id="6" creationId="{00000000-0000-0000-0000-000000000000}"/>
          </ac:grpSpMkLst>
        </pc:grpChg>
        <pc:picChg chg="del">
          <ac:chgData name="Aritra Mitra" userId="ed282abb-f77d-4912-ae2d-92fef056a80d" providerId="ADAL" clId="{63B3A5F7-0A46-4A77-B2A9-903FB81509BC}" dt="2020-09-08T02:32:00.853" v="501" actId="478"/>
          <ac:picMkLst>
            <pc:docMk/>
            <pc:sldMk cId="3695319144" sldId="301"/>
            <ac:picMk id="4" creationId="{00000000-0000-0000-0000-000000000000}"/>
          </ac:picMkLst>
        </pc:picChg>
      </pc:sldChg>
      <pc:sldChg chg="addSp modSp add">
        <pc:chgData name="Aritra Mitra" userId="ed282abb-f77d-4912-ae2d-92fef056a80d" providerId="ADAL" clId="{63B3A5F7-0A46-4A77-B2A9-903FB81509BC}" dt="2020-09-08T13:38:40.249" v="8805" actId="1076"/>
        <pc:sldMkLst>
          <pc:docMk/>
          <pc:sldMk cId="646558840" sldId="302"/>
        </pc:sldMkLst>
        <pc:spChg chg="mod">
          <ac:chgData name="Aritra Mitra" userId="ed282abb-f77d-4912-ae2d-92fef056a80d" providerId="ADAL" clId="{63B3A5F7-0A46-4A77-B2A9-903FB81509BC}" dt="2020-09-08T02:35:40.121" v="705" actId="20577"/>
          <ac:spMkLst>
            <pc:docMk/>
            <pc:sldMk cId="646558840" sldId="302"/>
            <ac:spMk id="2" creationId="{F9BF8408-4A8E-411E-AFAB-9BE22F478435}"/>
          </ac:spMkLst>
        </pc:spChg>
        <pc:spChg chg="mod">
          <ac:chgData name="Aritra Mitra" userId="ed282abb-f77d-4912-ae2d-92fef056a80d" providerId="ADAL" clId="{63B3A5F7-0A46-4A77-B2A9-903FB81509BC}" dt="2020-09-08T03:05:23.635" v="1863" actId="20577"/>
          <ac:spMkLst>
            <pc:docMk/>
            <pc:sldMk cId="646558840" sldId="302"/>
            <ac:spMk id="3" creationId="{CA2B2E88-FE78-4818-BA9C-13DC724EEC7D}"/>
          </ac:spMkLst>
        </pc:spChg>
        <pc:spChg chg="add mod">
          <ac:chgData name="Aritra Mitra" userId="ed282abb-f77d-4912-ae2d-92fef056a80d" providerId="ADAL" clId="{63B3A5F7-0A46-4A77-B2A9-903FB81509BC}" dt="2020-09-08T13:38:40.249" v="8805" actId="1076"/>
          <ac:spMkLst>
            <pc:docMk/>
            <pc:sldMk cId="646558840" sldId="302"/>
            <ac:spMk id="4" creationId="{FAD6056A-BAC3-4670-96A4-278A6C186D23}"/>
          </ac:spMkLst>
        </pc:spChg>
      </pc:sldChg>
      <pc:sldChg chg="addSp delSp modSp add">
        <pc:chgData name="Aritra Mitra" userId="ed282abb-f77d-4912-ae2d-92fef056a80d" providerId="ADAL" clId="{63B3A5F7-0A46-4A77-B2A9-903FB81509BC}" dt="2020-09-08T03:28:49.932" v="2344" actId="1038"/>
        <pc:sldMkLst>
          <pc:docMk/>
          <pc:sldMk cId="2427468132" sldId="303"/>
        </pc:sldMkLst>
        <pc:spChg chg="mod">
          <ac:chgData name="Aritra Mitra" userId="ed282abb-f77d-4912-ae2d-92fef056a80d" providerId="ADAL" clId="{63B3A5F7-0A46-4A77-B2A9-903FB81509BC}" dt="2020-09-08T02:58:02.113" v="1506" actId="20577"/>
          <ac:spMkLst>
            <pc:docMk/>
            <pc:sldMk cId="2427468132" sldId="303"/>
            <ac:spMk id="2" creationId="{F9C95164-D352-4C40-9974-F33E025682B8}"/>
          </ac:spMkLst>
        </pc:spChg>
        <pc:spChg chg="mod">
          <ac:chgData name="Aritra Mitra" userId="ed282abb-f77d-4912-ae2d-92fef056a80d" providerId="ADAL" clId="{63B3A5F7-0A46-4A77-B2A9-903FB81509BC}" dt="2020-09-08T03:20:11.543" v="2162" actId="20577"/>
          <ac:spMkLst>
            <pc:docMk/>
            <pc:sldMk cId="2427468132" sldId="303"/>
            <ac:spMk id="3" creationId="{082C6424-FA2C-4AE0-BF2D-D8C265BAF2DD}"/>
          </ac:spMkLst>
        </pc:spChg>
        <pc:spChg chg="add del mod">
          <ac:chgData name="Aritra Mitra" userId="ed282abb-f77d-4912-ae2d-92fef056a80d" providerId="ADAL" clId="{63B3A5F7-0A46-4A77-B2A9-903FB81509BC}" dt="2020-09-08T03:10:20.187" v="1994" actId="478"/>
          <ac:spMkLst>
            <pc:docMk/>
            <pc:sldMk cId="2427468132" sldId="303"/>
            <ac:spMk id="4" creationId="{2A56ECAB-5A0F-470A-B24C-50025F5872B8}"/>
          </ac:spMkLst>
        </pc:spChg>
        <pc:spChg chg="add del mod">
          <ac:chgData name="Aritra Mitra" userId="ed282abb-f77d-4912-ae2d-92fef056a80d" providerId="ADAL" clId="{63B3A5F7-0A46-4A77-B2A9-903FB81509BC}" dt="2020-09-08T03:10:40.633" v="1998" actId="478"/>
          <ac:spMkLst>
            <pc:docMk/>
            <pc:sldMk cId="2427468132" sldId="303"/>
            <ac:spMk id="5" creationId="{B3A33FB0-5620-4912-8663-737A00BCCD99}"/>
          </ac:spMkLst>
        </pc:spChg>
        <pc:spChg chg="add mod">
          <ac:chgData name="Aritra Mitra" userId="ed282abb-f77d-4912-ae2d-92fef056a80d" providerId="ADAL" clId="{63B3A5F7-0A46-4A77-B2A9-903FB81509BC}" dt="2020-09-08T03:11:25.183" v="2015" actId="255"/>
          <ac:spMkLst>
            <pc:docMk/>
            <pc:sldMk cId="2427468132" sldId="303"/>
            <ac:spMk id="6" creationId="{8C52C9A7-042E-4DB2-8A84-5BD70F4174D4}"/>
          </ac:spMkLst>
        </pc:spChg>
        <pc:spChg chg="add mod">
          <ac:chgData name="Aritra Mitra" userId="ed282abb-f77d-4912-ae2d-92fef056a80d" providerId="ADAL" clId="{63B3A5F7-0A46-4A77-B2A9-903FB81509BC}" dt="2020-09-08T03:23:44.794" v="2219" actId="207"/>
          <ac:spMkLst>
            <pc:docMk/>
            <pc:sldMk cId="2427468132" sldId="303"/>
            <ac:spMk id="7" creationId="{7A722625-D4D9-4B29-B574-2F323BD27361}"/>
          </ac:spMkLst>
        </pc:spChg>
        <pc:spChg chg="add mod">
          <ac:chgData name="Aritra Mitra" userId="ed282abb-f77d-4912-ae2d-92fef056a80d" providerId="ADAL" clId="{63B3A5F7-0A46-4A77-B2A9-903FB81509BC}" dt="2020-09-08T03:23:59.538" v="2220" actId="207"/>
          <ac:spMkLst>
            <pc:docMk/>
            <pc:sldMk cId="2427468132" sldId="303"/>
            <ac:spMk id="8" creationId="{641DC6AF-5FB6-4847-A292-2375D32479D6}"/>
          </ac:spMkLst>
        </pc:spChg>
        <pc:spChg chg="add mod">
          <ac:chgData name="Aritra Mitra" userId="ed282abb-f77d-4912-ae2d-92fef056a80d" providerId="ADAL" clId="{63B3A5F7-0A46-4A77-B2A9-903FB81509BC}" dt="2020-09-08T03:24:07.794" v="2221" actId="207"/>
          <ac:spMkLst>
            <pc:docMk/>
            <pc:sldMk cId="2427468132" sldId="303"/>
            <ac:spMk id="9" creationId="{BEC3541F-8552-46F2-871F-ADF4357D80CB}"/>
          </ac:spMkLst>
        </pc:spChg>
        <pc:spChg chg="add mod">
          <ac:chgData name="Aritra Mitra" userId="ed282abb-f77d-4912-ae2d-92fef056a80d" providerId="ADAL" clId="{63B3A5F7-0A46-4A77-B2A9-903FB81509BC}" dt="2020-09-08T03:13:05.990" v="2034" actId="1076"/>
          <ac:spMkLst>
            <pc:docMk/>
            <pc:sldMk cId="2427468132" sldId="303"/>
            <ac:spMk id="10" creationId="{2C1591BC-C35E-4C19-9495-3023DB73FB10}"/>
          </ac:spMkLst>
        </pc:spChg>
        <pc:spChg chg="add mod">
          <ac:chgData name="Aritra Mitra" userId="ed282abb-f77d-4912-ae2d-92fef056a80d" providerId="ADAL" clId="{63B3A5F7-0A46-4A77-B2A9-903FB81509BC}" dt="2020-09-08T03:18:49.847" v="2077" actId="1076"/>
          <ac:spMkLst>
            <pc:docMk/>
            <pc:sldMk cId="2427468132" sldId="303"/>
            <ac:spMk id="17" creationId="{55613B16-88AE-4B69-A882-09E2F09BC129}"/>
          </ac:spMkLst>
        </pc:spChg>
        <pc:spChg chg="add mod">
          <ac:chgData name="Aritra Mitra" userId="ed282abb-f77d-4912-ae2d-92fef056a80d" providerId="ADAL" clId="{63B3A5F7-0A46-4A77-B2A9-903FB81509BC}" dt="2020-09-08T03:19:50.397" v="2159" actId="1076"/>
          <ac:spMkLst>
            <pc:docMk/>
            <pc:sldMk cId="2427468132" sldId="303"/>
            <ac:spMk id="18" creationId="{AE5C2C79-CD10-4361-8D4D-7CF033470942}"/>
          </ac:spMkLst>
        </pc:spChg>
        <pc:spChg chg="add mod">
          <ac:chgData name="Aritra Mitra" userId="ed282abb-f77d-4912-ae2d-92fef056a80d" providerId="ADAL" clId="{63B3A5F7-0A46-4A77-B2A9-903FB81509BC}" dt="2020-09-08T03:28:27.829" v="2277" actId="1076"/>
          <ac:spMkLst>
            <pc:docMk/>
            <pc:sldMk cId="2427468132" sldId="303"/>
            <ac:spMk id="19" creationId="{60F6CBCB-E7BB-4A86-A89D-D1FBCD75A2F2}"/>
          </ac:spMkLst>
        </pc:spChg>
        <pc:spChg chg="add mod">
          <ac:chgData name="Aritra Mitra" userId="ed282abb-f77d-4912-ae2d-92fef056a80d" providerId="ADAL" clId="{63B3A5F7-0A46-4A77-B2A9-903FB81509BC}" dt="2020-09-08T03:28:34.514" v="2280" actId="1036"/>
          <ac:spMkLst>
            <pc:docMk/>
            <pc:sldMk cId="2427468132" sldId="303"/>
            <ac:spMk id="20" creationId="{4645F44E-69D0-493D-A46B-1AB1A570ED54}"/>
          </ac:spMkLst>
        </pc:spChg>
        <pc:spChg chg="add mod">
          <ac:chgData name="Aritra Mitra" userId="ed282abb-f77d-4912-ae2d-92fef056a80d" providerId="ADAL" clId="{63B3A5F7-0A46-4A77-B2A9-903FB81509BC}" dt="2020-09-08T03:28:49.932" v="2344" actId="1038"/>
          <ac:spMkLst>
            <pc:docMk/>
            <pc:sldMk cId="2427468132" sldId="303"/>
            <ac:spMk id="21" creationId="{5FD55FB9-CDA4-41B4-B90F-8409C5785922}"/>
          </ac:spMkLst>
        </pc:spChg>
        <pc:cxnChg chg="add mod">
          <ac:chgData name="Aritra Mitra" userId="ed282abb-f77d-4912-ae2d-92fef056a80d" providerId="ADAL" clId="{63B3A5F7-0A46-4A77-B2A9-903FB81509BC}" dt="2020-09-08T03:14:33.148" v="2040" actId="208"/>
          <ac:cxnSpMkLst>
            <pc:docMk/>
            <pc:sldMk cId="2427468132" sldId="303"/>
            <ac:cxnSpMk id="12" creationId="{33E358D8-F7BD-4AC4-9402-C82CEBDE5C79}"/>
          </ac:cxnSpMkLst>
        </pc:cxnChg>
        <pc:cxnChg chg="add mod">
          <ac:chgData name="Aritra Mitra" userId="ed282abb-f77d-4912-ae2d-92fef056a80d" providerId="ADAL" clId="{63B3A5F7-0A46-4A77-B2A9-903FB81509BC}" dt="2020-09-08T03:14:33.148" v="2040" actId="208"/>
          <ac:cxnSpMkLst>
            <pc:docMk/>
            <pc:sldMk cId="2427468132" sldId="303"/>
            <ac:cxnSpMk id="14" creationId="{23AADA3D-6AC5-454E-AC06-662AE0F611E3}"/>
          </ac:cxnSpMkLst>
        </pc:cxnChg>
        <pc:cxnChg chg="add mod">
          <ac:chgData name="Aritra Mitra" userId="ed282abb-f77d-4912-ae2d-92fef056a80d" providerId="ADAL" clId="{63B3A5F7-0A46-4A77-B2A9-903FB81509BC}" dt="2020-09-08T03:14:33.148" v="2040" actId="208"/>
          <ac:cxnSpMkLst>
            <pc:docMk/>
            <pc:sldMk cId="2427468132" sldId="303"/>
            <ac:cxnSpMk id="16" creationId="{7D6C3DF2-627D-4194-8FC6-746F7FBBF2E1}"/>
          </ac:cxnSpMkLst>
        </pc:cxnChg>
      </pc:sldChg>
      <pc:sldChg chg="del">
        <pc:chgData name="Aritra Mitra" userId="ed282abb-f77d-4912-ae2d-92fef056a80d" providerId="ADAL" clId="{63B3A5F7-0A46-4A77-B2A9-903FB81509BC}" dt="2020-09-08T02:35:00.932" v="611" actId="2696"/>
        <pc:sldMkLst>
          <pc:docMk/>
          <pc:sldMk cId="4165590146" sldId="303"/>
        </pc:sldMkLst>
      </pc:sldChg>
      <pc:sldChg chg="addSp delSp modSp add">
        <pc:chgData name="Aritra Mitra" userId="ed282abb-f77d-4912-ae2d-92fef056a80d" providerId="ADAL" clId="{63B3A5F7-0A46-4A77-B2A9-903FB81509BC}" dt="2020-09-08T03:29:03.076" v="2345"/>
        <pc:sldMkLst>
          <pc:docMk/>
          <pc:sldMk cId="2858825466" sldId="304"/>
        </pc:sldMkLst>
        <pc:spChg chg="mod">
          <ac:chgData name="Aritra Mitra" userId="ed282abb-f77d-4912-ae2d-92fef056a80d" providerId="ADAL" clId="{63B3A5F7-0A46-4A77-B2A9-903FB81509BC}" dt="2020-09-08T03:20:41.075" v="2163" actId="20577"/>
          <ac:spMkLst>
            <pc:docMk/>
            <pc:sldMk cId="2858825466" sldId="304"/>
            <ac:spMk id="3" creationId="{082C6424-FA2C-4AE0-BF2D-D8C265BAF2DD}"/>
          </ac:spMkLst>
        </pc:spChg>
        <pc:spChg chg="mod">
          <ac:chgData name="Aritra Mitra" userId="ed282abb-f77d-4912-ae2d-92fef056a80d" providerId="ADAL" clId="{63B3A5F7-0A46-4A77-B2A9-903FB81509BC}" dt="2020-09-08T03:22:41.369" v="2210" actId="207"/>
          <ac:spMkLst>
            <pc:docMk/>
            <pc:sldMk cId="2858825466" sldId="304"/>
            <ac:spMk id="6" creationId="{8C52C9A7-042E-4DB2-8A84-5BD70F4174D4}"/>
          </ac:spMkLst>
        </pc:spChg>
        <pc:spChg chg="mod">
          <ac:chgData name="Aritra Mitra" userId="ed282abb-f77d-4912-ae2d-92fef056a80d" providerId="ADAL" clId="{63B3A5F7-0A46-4A77-B2A9-903FB81509BC}" dt="2020-09-08T03:24:41.943" v="2225" actId="20577"/>
          <ac:spMkLst>
            <pc:docMk/>
            <pc:sldMk cId="2858825466" sldId="304"/>
            <ac:spMk id="7" creationId="{7A722625-D4D9-4B29-B574-2F323BD27361}"/>
          </ac:spMkLst>
        </pc:spChg>
        <pc:spChg chg="mod">
          <ac:chgData name="Aritra Mitra" userId="ed282abb-f77d-4912-ae2d-92fef056a80d" providerId="ADAL" clId="{63B3A5F7-0A46-4A77-B2A9-903FB81509BC}" dt="2020-09-08T03:24:49.604" v="2227" actId="207"/>
          <ac:spMkLst>
            <pc:docMk/>
            <pc:sldMk cId="2858825466" sldId="304"/>
            <ac:spMk id="8" creationId="{641DC6AF-5FB6-4847-A292-2375D32479D6}"/>
          </ac:spMkLst>
        </pc:spChg>
        <pc:spChg chg="mod">
          <ac:chgData name="Aritra Mitra" userId="ed282abb-f77d-4912-ae2d-92fef056a80d" providerId="ADAL" clId="{63B3A5F7-0A46-4A77-B2A9-903FB81509BC}" dt="2020-09-08T03:24:59.063" v="2229" actId="207"/>
          <ac:spMkLst>
            <pc:docMk/>
            <pc:sldMk cId="2858825466" sldId="304"/>
            <ac:spMk id="9" creationId="{BEC3541F-8552-46F2-871F-ADF4357D80CB}"/>
          </ac:spMkLst>
        </pc:spChg>
        <pc:spChg chg="add">
          <ac:chgData name="Aritra Mitra" userId="ed282abb-f77d-4912-ae2d-92fef056a80d" providerId="ADAL" clId="{63B3A5F7-0A46-4A77-B2A9-903FB81509BC}" dt="2020-09-08T03:29:03.076" v="2345"/>
          <ac:spMkLst>
            <pc:docMk/>
            <pc:sldMk cId="2858825466" sldId="304"/>
            <ac:spMk id="15" creationId="{66B1CA3C-A743-44BF-BA6C-731A24153CF3}"/>
          </ac:spMkLst>
        </pc:spChg>
        <pc:spChg chg="del">
          <ac:chgData name="Aritra Mitra" userId="ed282abb-f77d-4912-ae2d-92fef056a80d" providerId="ADAL" clId="{63B3A5F7-0A46-4A77-B2A9-903FB81509BC}" dt="2020-09-08T03:20:51.430" v="2164" actId="478"/>
          <ac:spMkLst>
            <pc:docMk/>
            <pc:sldMk cId="2858825466" sldId="304"/>
            <ac:spMk id="17" creationId="{55613B16-88AE-4B69-A882-09E2F09BC129}"/>
          </ac:spMkLst>
        </pc:spChg>
        <pc:spChg chg="del">
          <ac:chgData name="Aritra Mitra" userId="ed282abb-f77d-4912-ae2d-92fef056a80d" providerId="ADAL" clId="{63B3A5F7-0A46-4A77-B2A9-903FB81509BC}" dt="2020-09-08T03:20:54.580" v="2165" actId="478"/>
          <ac:spMkLst>
            <pc:docMk/>
            <pc:sldMk cId="2858825466" sldId="304"/>
            <ac:spMk id="18" creationId="{AE5C2C79-CD10-4361-8D4D-7CF033470942}"/>
          </ac:spMkLst>
        </pc:spChg>
        <pc:spChg chg="add">
          <ac:chgData name="Aritra Mitra" userId="ed282abb-f77d-4912-ae2d-92fef056a80d" providerId="ADAL" clId="{63B3A5F7-0A46-4A77-B2A9-903FB81509BC}" dt="2020-09-08T03:29:03.076" v="2345"/>
          <ac:spMkLst>
            <pc:docMk/>
            <pc:sldMk cId="2858825466" sldId="304"/>
            <ac:spMk id="19" creationId="{D729FAD7-A115-4F70-A992-DC6A0DCAFB6D}"/>
          </ac:spMkLst>
        </pc:spChg>
        <pc:spChg chg="add">
          <ac:chgData name="Aritra Mitra" userId="ed282abb-f77d-4912-ae2d-92fef056a80d" providerId="ADAL" clId="{63B3A5F7-0A46-4A77-B2A9-903FB81509BC}" dt="2020-09-08T03:29:03.076" v="2345"/>
          <ac:spMkLst>
            <pc:docMk/>
            <pc:sldMk cId="2858825466" sldId="304"/>
            <ac:spMk id="20" creationId="{F4CB3E2C-1464-429D-BDCD-7F64A23E28DF}"/>
          </ac:spMkLst>
        </pc:spChg>
      </pc:sldChg>
      <pc:sldChg chg="addSp delSp modSp add">
        <pc:chgData name="Aritra Mitra" userId="ed282abb-f77d-4912-ae2d-92fef056a80d" providerId="ADAL" clId="{63B3A5F7-0A46-4A77-B2A9-903FB81509BC}" dt="2020-09-08T03:32:33.147" v="2411" actId="478"/>
        <pc:sldMkLst>
          <pc:docMk/>
          <pc:sldMk cId="3445461959" sldId="305"/>
        </pc:sldMkLst>
        <pc:spChg chg="mod">
          <ac:chgData name="Aritra Mitra" userId="ed282abb-f77d-4912-ae2d-92fef056a80d" providerId="ADAL" clId="{63B3A5F7-0A46-4A77-B2A9-903FB81509BC}" dt="2020-09-08T03:26:30.030" v="2246" actId="20577"/>
          <ac:spMkLst>
            <pc:docMk/>
            <pc:sldMk cId="3445461959" sldId="305"/>
            <ac:spMk id="7" creationId="{7A722625-D4D9-4B29-B574-2F323BD27361}"/>
          </ac:spMkLst>
        </pc:spChg>
        <pc:spChg chg="mod">
          <ac:chgData name="Aritra Mitra" userId="ed282abb-f77d-4912-ae2d-92fef056a80d" providerId="ADAL" clId="{63B3A5F7-0A46-4A77-B2A9-903FB81509BC}" dt="2020-09-08T03:26:37.659" v="2250" actId="20577"/>
          <ac:spMkLst>
            <pc:docMk/>
            <pc:sldMk cId="3445461959" sldId="305"/>
            <ac:spMk id="8" creationId="{641DC6AF-5FB6-4847-A292-2375D32479D6}"/>
          </ac:spMkLst>
        </pc:spChg>
        <pc:spChg chg="mod">
          <ac:chgData name="Aritra Mitra" userId="ed282abb-f77d-4912-ae2d-92fef056a80d" providerId="ADAL" clId="{63B3A5F7-0A46-4A77-B2A9-903FB81509BC}" dt="2020-09-08T03:26:42.507" v="2252" actId="20577"/>
          <ac:spMkLst>
            <pc:docMk/>
            <pc:sldMk cId="3445461959" sldId="305"/>
            <ac:spMk id="9" creationId="{BEC3541F-8552-46F2-871F-ADF4357D80CB}"/>
          </ac:spMkLst>
        </pc:spChg>
        <pc:spChg chg="del">
          <ac:chgData name="Aritra Mitra" userId="ed282abb-f77d-4912-ae2d-92fef056a80d" providerId="ADAL" clId="{63B3A5F7-0A46-4A77-B2A9-903FB81509BC}" dt="2020-09-08T03:32:33.147" v="2411" actId="478"/>
          <ac:spMkLst>
            <pc:docMk/>
            <pc:sldMk cId="3445461959" sldId="305"/>
            <ac:spMk id="17" creationId="{55613B16-88AE-4B69-A882-09E2F09BC129}"/>
          </ac:spMkLst>
        </pc:spChg>
        <pc:spChg chg="del">
          <ac:chgData name="Aritra Mitra" userId="ed282abb-f77d-4912-ae2d-92fef056a80d" providerId="ADAL" clId="{63B3A5F7-0A46-4A77-B2A9-903FB81509BC}" dt="2020-09-08T03:32:30.615" v="2410" actId="478"/>
          <ac:spMkLst>
            <pc:docMk/>
            <pc:sldMk cId="3445461959" sldId="305"/>
            <ac:spMk id="18" creationId="{AE5C2C79-CD10-4361-8D4D-7CF033470942}"/>
          </ac:spMkLst>
        </pc:spChg>
        <pc:spChg chg="add mod">
          <ac:chgData name="Aritra Mitra" userId="ed282abb-f77d-4912-ae2d-92fef056a80d" providerId="ADAL" clId="{63B3A5F7-0A46-4A77-B2A9-903FB81509BC}" dt="2020-09-08T03:32:08.362" v="2402" actId="1038"/>
          <ac:spMkLst>
            <pc:docMk/>
            <pc:sldMk cId="3445461959" sldId="305"/>
            <ac:spMk id="23" creationId="{1BE622BF-4A0C-4B18-A0FC-0A333BEAC64F}"/>
          </ac:spMkLst>
        </pc:spChg>
        <pc:spChg chg="add del">
          <ac:chgData name="Aritra Mitra" userId="ed282abb-f77d-4912-ae2d-92fef056a80d" providerId="ADAL" clId="{63B3A5F7-0A46-4A77-B2A9-903FB81509BC}" dt="2020-09-08T03:29:39.879" v="2364" actId="478"/>
          <ac:spMkLst>
            <pc:docMk/>
            <pc:sldMk cId="3445461959" sldId="305"/>
            <ac:spMk id="24" creationId="{0874C66B-CDDC-4367-B177-CC05A14200C5}"/>
          </ac:spMkLst>
        </pc:spChg>
        <pc:spChg chg="add del">
          <ac:chgData name="Aritra Mitra" userId="ed282abb-f77d-4912-ae2d-92fef056a80d" providerId="ADAL" clId="{63B3A5F7-0A46-4A77-B2A9-903FB81509BC}" dt="2020-09-08T03:29:43.630" v="2365" actId="478"/>
          <ac:spMkLst>
            <pc:docMk/>
            <pc:sldMk cId="3445461959" sldId="305"/>
            <ac:spMk id="25" creationId="{4E61795B-5F98-4E9B-9981-2F455A4B854D}"/>
          </ac:spMkLst>
        </pc:spChg>
        <pc:spChg chg="add mod">
          <ac:chgData name="Aritra Mitra" userId="ed282abb-f77d-4912-ae2d-92fef056a80d" providerId="ADAL" clId="{63B3A5F7-0A46-4A77-B2A9-903FB81509BC}" dt="2020-09-08T03:32:18.049" v="2409" actId="1036"/>
          <ac:spMkLst>
            <pc:docMk/>
            <pc:sldMk cId="3445461959" sldId="305"/>
            <ac:spMk id="26" creationId="{DE11B5AF-7EAE-4315-BC54-DEC7F94B16FE}"/>
          </ac:spMkLst>
        </pc:spChg>
        <pc:spChg chg="add mod">
          <ac:chgData name="Aritra Mitra" userId="ed282abb-f77d-4912-ae2d-92fef056a80d" providerId="ADAL" clId="{63B3A5F7-0A46-4A77-B2A9-903FB81509BC}" dt="2020-09-08T03:30:25.325" v="2380" actId="1076"/>
          <ac:spMkLst>
            <pc:docMk/>
            <pc:sldMk cId="3445461959" sldId="305"/>
            <ac:spMk id="27" creationId="{7E3CE435-CB2A-4CDA-9109-1FF349DA97EF}"/>
          </ac:spMkLst>
        </pc:spChg>
        <pc:cxnChg chg="mod">
          <ac:chgData name="Aritra Mitra" userId="ed282abb-f77d-4912-ae2d-92fef056a80d" providerId="ADAL" clId="{63B3A5F7-0A46-4A77-B2A9-903FB81509BC}" dt="2020-09-08T03:26:07.219" v="2240" actId="14100"/>
          <ac:cxnSpMkLst>
            <pc:docMk/>
            <pc:sldMk cId="3445461959" sldId="305"/>
            <ac:cxnSpMk id="12" creationId="{33E358D8-F7BD-4AC4-9402-C82CEBDE5C79}"/>
          </ac:cxnSpMkLst>
        </pc:cxnChg>
        <pc:cxnChg chg="mod">
          <ac:chgData name="Aritra Mitra" userId="ed282abb-f77d-4912-ae2d-92fef056a80d" providerId="ADAL" clId="{63B3A5F7-0A46-4A77-B2A9-903FB81509BC}" dt="2020-09-08T03:31:05.928" v="2391" actId="1036"/>
          <ac:cxnSpMkLst>
            <pc:docMk/>
            <pc:sldMk cId="3445461959" sldId="305"/>
            <ac:cxnSpMk id="14" creationId="{23AADA3D-6AC5-454E-AC06-662AE0F611E3}"/>
          </ac:cxnSpMkLst>
        </pc:cxnChg>
        <pc:cxnChg chg="mod">
          <ac:chgData name="Aritra Mitra" userId="ed282abb-f77d-4912-ae2d-92fef056a80d" providerId="ADAL" clId="{63B3A5F7-0A46-4A77-B2A9-903FB81509BC}" dt="2020-09-08T03:26:19.225" v="2244" actId="1076"/>
          <ac:cxnSpMkLst>
            <pc:docMk/>
            <pc:sldMk cId="3445461959" sldId="305"/>
            <ac:cxnSpMk id="16" creationId="{7D6C3DF2-627D-4194-8FC6-746F7FBBF2E1}"/>
          </ac:cxnSpMkLst>
        </pc:cxnChg>
      </pc:sldChg>
      <pc:sldChg chg="modSp add">
        <pc:chgData name="Aritra Mitra" userId="ed282abb-f77d-4912-ae2d-92fef056a80d" providerId="ADAL" clId="{63B3A5F7-0A46-4A77-B2A9-903FB81509BC}" dt="2020-09-08T03:38:44.516" v="3191" actId="1076"/>
        <pc:sldMkLst>
          <pc:docMk/>
          <pc:sldMk cId="3263130873" sldId="306"/>
        </pc:sldMkLst>
        <pc:spChg chg="mod">
          <ac:chgData name="Aritra Mitra" userId="ed282abb-f77d-4912-ae2d-92fef056a80d" providerId="ADAL" clId="{63B3A5F7-0A46-4A77-B2A9-903FB81509BC}" dt="2020-09-08T03:34:33.461" v="2436" actId="20577"/>
          <ac:spMkLst>
            <pc:docMk/>
            <pc:sldMk cId="3263130873" sldId="306"/>
            <ac:spMk id="2" creationId="{AFEE5D01-62FF-46B4-BF9F-479C055638B2}"/>
          </ac:spMkLst>
        </pc:spChg>
        <pc:spChg chg="mod">
          <ac:chgData name="Aritra Mitra" userId="ed282abb-f77d-4912-ae2d-92fef056a80d" providerId="ADAL" clId="{63B3A5F7-0A46-4A77-B2A9-903FB81509BC}" dt="2020-09-08T03:38:44.516" v="3191" actId="1076"/>
          <ac:spMkLst>
            <pc:docMk/>
            <pc:sldMk cId="3263130873" sldId="306"/>
            <ac:spMk id="3" creationId="{808BEFD3-1C1C-4224-84F0-2E49DAF79F2C}"/>
          </ac:spMkLst>
        </pc:spChg>
      </pc:sldChg>
      <pc:sldChg chg="add del">
        <pc:chgData name="Aritra Mitra" userId="ed282abb-f77d-4912-ae2d-92fef056a80d" providerId="ADAL" clId="{63B3A5F7-0A46-4A77-B2A9-903FB81509BC}" dt="2020-09-08T03:48:05.040" v="3193" actId="2696"/>
        <pc:sldMkLst>
          <pc:docMk/>
          <pc:sldMk cId="3975661020" sldId="307"/>
        </pc:sldMkLst>
      </pc:sldChg>
      <pc:sldChg chg="delSp modSp add">
        <pc:chgData name="Aritra Mitra" userId="ed282abb-f77d-4912-ae2d-92fef056a80d" providerId="ADAL" clId="{63B3A5F7-0A46-4A77-B2A9-903FB81509BC}" dt="2020-09-08T05:20:07.626" v="5069" actId="207"/>
        <pc:sldMkLst>
          <pc:docMk/>
          <pc:sldMk cId="4023951773" sldId="307"/>
        </pc:sldMkLst>
        <pc:spChg chg="mod">
          <ac:chgData name="Aritra Mitra" userId="ed282abb-f77d-4912-ae2d-92fef056a80d" providerId="ADAL" clId="{63B3A5F7-0A46-4A77-B2A9-903FB81509BC}" dt="2020-09-08T05:20:07.626" v="5069" actId="207"/>
          <ac:spMkLst>
            <pc:docMk/>
            <pc:sldMk cId="4023951773" sldId="307"/>
            <ac:spMk id="2" creationId="{00000000-0000-0000-0000-000000000000}"/>
          </ac:spMkLst>
        </pc:spChg>
        <pc:spChg chg="del mod">
          <ac:chgData name="Aritra Mitra" userId="ed282abb-f77d-4912-ae2d-92fef056a80d" providerId="ADAL" clId="{63B3A5F7-0A46-4A77-B2A9-903FB81509BC}" dt="2020-09-08T03:48:17.647" v="3196" actId="478"/>
          <ac:spMkLst>
            <pc:docMk/>
            <pc:sldMk cId="4023951773" sldId="307"/>
            <ac:spMk id="3" creationId="{00000000-0000-0000-0000-000000000000}"/>
          </ac:spMkLst>
        </pc:spChg>
      </pc:sldChg>
      <pc:sldChg chg="modSp add">
        <pc:chgData name="Aritra Mitra" userId="ed282abb-f77d-4912-ae2d-92fef056a80d" providerId="ADAL" clId="{63B3A5F7-0A46-4A77-B2A9-903FB81509BC}" dt="2020-09-08T04:07:20.073" v="3838" actId="207"/>
        <pc:sldMkLst>
          <pc:docMk/>
          <pc:sldMk cId="799342535" sldId="308"/>
        </pc:sldMkLst>
        <pc:spChg chg="mod">
          <ac:chgData name="Aritra Mitra" userId="ed282abb-f77d-4912-ae2d-92fef056a80d" providerId="ADAL" clId="{63B3A5F7-0A46-4A77-B2A9-903FB81509BC}" dt="2020-09-08T03:50:28.843" v="3335" actId="20577"/>
          <ac:spMkLst>
            <pc:docMk/>
            <pc:sldMk cId="799342535" sldId="308"/>
            <ac:spMk id="2" creationId="{656CA58F-36A2-46A4-8338-73E6C4276C47}"/>
          </ac:spMkLst>
        </pc:spChg>
        <pc:spChg chg="mod">
          <ac:chgData name="Aritra Mitra" userId="ed282abb-f77d-4912-ae2d-92fef056a80d" providerId="ADAL" clId="{63B3A5F7-0A46-4A77-B2A9-903FB81509BC}" dt="2020-09-08T04:07:20.073" v="3838" actId="207"/>
          <ac:spMkLst>
            <pc:docMk/>
            <pc:sldMk cId="799342535" sldId="308"/>
            <ac:spMk id="3" creationId="{31E89C09-130F-4C7E-9729-93AAD11765C4}"/>
          </ac:spMkLst>
        </pc:spChg>
      </pc:sldChg>
      <pc:sldChg chg="modSp add">
        <pc:chgData name="Aritra Mitra" userId="ed282abb-f77d-4912-ae2d-92fef056a80d" providerId="ADAL" clId="{63B3A5F7-0A46-4A77-B2A9-903FB81509BC}" dt="2020-09-08T13:35:37.577" v="8775" actId="20577"/>
        <pc:sldMkLst>
          <pc:docMk/>
          <pc:sldMk cId="1396407964" sldId="309"/>
        </pc:sldMkLst>
        <pc:spChg chg="mod">
          <ac:chgData name="Aritra Mitra" userId="ed282abb-f77d-4912-ae2d-92fef056a80d" providerId="ADAL" clId="{63B3A5F7-0A46-4A77-B2A9-903FB81509BC}" dt="2020-09-08T04:09:22.990" v="3866" actId="20577"/>
          <ac:spMkLst>
            <pc:docMk/>
            <pc:sldMk cId="1396407964" sldId="309"/>
            <ac:spMk id="2" creationId="{B3275EEF-D97A-4612-8050-31294BD95EBD}"/>
          </ac:spMkLst>
        </pc:spChg>
        <pc:spChg chg="mod">
          <ac:chgData name="Aritra Mitra" userId="ed282abb-f77d-4912-ae2d-92fef056a80d" providerId="ADAL" clId="{63B3A5F7-0A46-4A77-B2A9-903FB81509BC}" dt="2020-09-08T13:35:37.577" v="8775" actId="20577"/>
          <ac:spMkLst>
            <pc:docMk/>
            <pc:sldMk cId="1396407964" sldId="309"/>
            <ac:spMk id="3" creationId="{7E1B7547-AC4C-497F-84A7-E6AD85DC7824}"/>
          </ac:spMkLst>
        </pc:spChg>
      </pc:sldChg>
      <pc:sldChg chg="del">
        <pc:chgData name="Aritra Mitra" userId="ed282abb-f77d-4912-ae2d-92fef056a80d" providerId="ADAL" clId="{63B3A5F7-0A46-4A77-B2A9-903FB81509BC}" dt="2020-09-08T02:35:01.174" v="613" actId="2696"/>
        <pc:sldMkLst>
          <pc:docMk/>
          <pc:sldMk cId="2350605484" sldId="309"/>
        </pc:sldMkLst>
      </pc:sldChg>
      <pc:sldChg chg="modSp add">
        <pc:chgData name="Aritra Mitra" userId="ed282abb-f77d-4912-ae2d-92fef056a80d" providerId="ADAL" clId="{63B3A5F7-0A46-4A77-B2A9-903FB81509BC}" dt="2020-09-08T04:39:47.468" v="4845" actId="5793"/>
        <pc:sldMkLst>
          <pc:docMk/>
          <pc:sldMk cId="2008957658" sldId="310"/>
        </pc:sldMkLst>
        <pc:spChg chg="mod">
          <ac:chgData name="Aritra Mitra" userId="ed282abb-f77d-4912-ae2d-92fef056a80d" providerId="ADAL" clId="{63B3A5F7-0A46-4A77-B2A9-903FB81509BC}" dt="2020-09-08T04:33:51.423" v="4311" actId="20577"/>
          <ac:spMkLst>
            <pc:docMk/>
            <pc:sldMk cId="2008957658" sldId="310"/>
            <ac:spMk id="2" creationId="{E0CD9A27-A3C1-4ED9-BA55-5F84DFA5E4E9}"/>
          </ac:spMkLst>
        </pc:spChg>
        <pc:spChg chg="mod">
          <ac:chgData name="Aritra Mitra" userId="ed282abb-f77d-4912-ae2d-92fef056a80d" providerId="ADAL" clId="{63B3A5F7-0A46-4A77-B2A9-903FB81509BC}" dt="2020-09-08T04:39:47.468" v="4845" actId="5793"/>
          <ac:spMkLst>
            <pc:docMk/>
            <pc:sldMk cId="2008957658" sldId="310"/>
            <ac:spMk id="3" creationId="{7DBDE98C-EC75-4DFF-B3BE-5D9E9D45BAA8}"/>
          </ac:spMkLst>
        </pc:spChg>
      </pc:sldChg>
      <pc:sldChg chg="modSp add">
        <pc:chgData name="Aritra Mitra" userId="ed282abb-f77d-4912-ae2d-92fef056a80d" providerId="ADAL" clId="{63B3A5F7-0A46-4A77-B2A9-903FB81509BC}" dt="2020-09-08T05:20:55.535" v="5073" actId="207"/>
        <pc:sldMkLst>
          <pc:docMk/>
          <pc:sldMk cId="3851850704" sldId="311"/>
        </pc:sldMkLst>
        <pc:spChg chg="mod">
          <ac:chgData name="Aritra Mitra" userId="ed282abb-f77d-4912-ae2d-92fef056a80d" providerId="ADAL" clId="{63B3A5F7-0A46-4A77-B2A9-903FB81509BC}" dt="2020-09-08T05:20:55.535" v="5073" actId="207"/>
          <ac:spMkLst>
            <pc:docMk/>
            <pc:sldMk cId="3851850704" sldId="311"/>
            <ac:spMk id="2" creationId="{00000000-0000-0000-0000-000000000000}"/>
          </ac:spMkLst>
        </pc:spChg>
      </pc:sldChg>
      <pc:sldChg chg="modSp add modAnim">
        <pc:chgData name="Aritra Mitra" userId="ed282abb-f77d-4912-ae2d-92fef056a80d" providerId="ADAL" clId="{63B3A5F7-0A46-4A77-B2A9-903FB81509BC}" dt="2020-09-08T05:31:31.329" v="6130" actId="20577"/>
        <pc:sldMkLst>
          <pc:docMk/>
          <pc:sldMk cId="1225291238" sldId="312"/>
        </pc:sldMkLst>
        <pc:spChg chg="mod">
          <ac:chgData name="Aritra Mitra" userId="ed282abb-f77d-4912-ae2d-92fef056a80d" providerId="ADAL" clId="{63B3A5F7-0A46-4A77-B2A9-903FB81509BC}" dt="2020-09-08T05:21:20.372" v="5084" actId="20577"/>
          <ac:spMkLst>
            <pc:docMk/>
            <pc:sldMk cId="1225291238" sldId="312"/>
            <ac:spMk id="2" creationId="{8C700916-DC8C-466E-979D-CE887F607F11}"/>
          </ac:spMkLst>
        </pc:spChg>
        <pc:spChg chg="mod">
          <ac:chgData name="Aritra Mitra" userId="ed282abb-f77d-4912-ae2d-92fef056a80d" providerId="ADAL" clId="{63B3A5F7-0A46-4A77-B2A9-903FB81509BC}" dt="2020-09-08T05:31:31.329" v="6130" actId="20577"/>
          <ac:spMkLst>
            <pc:docMk/>
            <pc:sldMk cId="1225291238" sldId="312"/>
            <ac:spMk id="3" creationId="{CC885C7A-590E-4EA1-9737-BC3C5C94FBBD}"/>
          </ac:spMkLst>
        </pc:spChg>
      </pc:sldChg>
      <pc:sldChg chg="modSp add">
        <pc:chgData name="Aritra Mitra" userId="ed282abb-f77d-4912-ae2d-92fef056a80d" providerId="ADAL" clId="{63B3A5F7-0A46-4A77-B2A9-903FB81509BC}" dt="2020-09-08T05:30:15.922" v="6114" actId="20577"/>
        <pc:sldMkLst>
          <pc:docMk/>
          <pc:sldMk cId="4216948484" sldId="313"/>
        </pc:sldMkLst>
        <pc:spChg chg="mod">
          <ac:chgData name="Aritra Mitra" userId="ed282abb-f77d-4912-ae2d-92fef056a80d" providerId="ADAL" clId="{63B3A5F7-0A46-4A77-B2A9-903FB81509BC}" dt="2020-09-08T05:27:47.509" v="5842" actId="20577"/>
          <ac:spMkLst>
            <pc:docMk/>
            <pc:sldMk cId="4216948484" sldId="313"/>
            <ac:spMk id="2" creationId="{E6A9DF9F-7E41-4C19-9D41-851CB2504431}"/>
          </ac:spMkLst>
        </pc:spChg>
        <pc:spChg chg="mod">
          <ac:chgData name="Aritra Mitra" userId="ed282abb-f77d-4912-ae2d-92fef056a80d" providerId="ADAL" clId="{63B3A5F7-0A46-4A77-B2A9-903FB81509BC}" dt="2020-09-08T05:30:15.922" v="6114" actId="20577"/>
          <ac:spMkLst>
            <pc:docMk/>
            <pc:sldMk cId="4216948484" sldId="313"/>
            <ac:spMk id="3" creationId="{F0246E6A-5339-4BC5-9EAA-DC371B104DB0}"/>
          </ac:spMkLst>
        </pc:spChg>
      </pc:sldChg>
      <pc:sldChg chg="modSp add">
        <pc:chgData name="Aritra Mitra" userId="ed282abb-f77d-4912-ae2d-92fef056a80d" providerId="ADAL" clId="{63B3A5F7-0A46-4A77-B2A9-903FB81509BC}" dt="2020-09-08T05:35:44.088" v="6251" actId="20577"/>
        <pc:sldMkLst>
          <pc:docMk/>
          <pc:sldMk cId="1399936581" sldId="314"/>
        </pc:sldMkLst>
        <pc:spChg chg="mod">
          <ac:chgData name="Aritra Mitra" userId="ed282abb-f77d-4912-ae2d-92fef056a80d" providerId="ADAL" clId="{63B3A5F7-0A46-4A77-B2A9-903FB81509BC}" dt="2020-09-08T05:35:44.088" v="6251" actId="20577"/>
          <ac:spMkLst>
            <pc:docMk/>
            <pc:sldMk cId="1399936581" sldId="314"/>
            <ac:spMk id="2" creationId="{00000000-0000-0000-0000-000000000000}"/>
          </ac:spMkLst>
        </pc:spChg>
      </pc:sldChg>
      <pc:sldChg chg="del">
        <pc:chgData name="Aritra Mitra" userId="ed282abb-f77d-4912-ae2d-92fef056a80d" providerId="ADAL" clId="{63B3A5F7-0A46-4A77-B2A9-903FB81509BC}" dt="2020-09-08T02:35:01.738" v="616" actId="2696"/>
        <pc:sldMkLst>
          <pc:docMk/>
          <pc:sldMk cId="3015861264" sldId="314"/>
        </pc:sldMkLst>
      </pc:sldChg>
      <pc:sldChg chg="addSp modSp add">
        <pc:chgData name="Aritra Mitra" userId="ed282abb-f77d-4912-ae2d-92fef056a80d" providerId="ADAL" clId="{63B3A5F7-0A46-4A77-B2A9-903FB81509BC}" dt="2020-09-08T14:03:45.743" v="8872" actId="1076"/>
        <pc:sldMkLst>
          <pc:docMk/>
          <pc:sldMk cId="2575046587" sldId="315"/>
        </pc:sldMkLst>
        <pc:spChg chg="mod">
          <ac:chgData name="Aritra Mitra" userId="ed282abb-f77d-4912-ae2d-92fef056a80d" providerId="ADAL" clId="{63B3A5F7-0A46-4A77-B2A9-903FB81509BC}" dt="2020-09-08T05:36:06.233" v="6264" actId="20577"/>
          <ac:spMkLst>
            <pc:docMk/>
            <pc:sldMk cId="2575046587" sldId="315"/>
            <ac:spMk id="2" creationId="{A7FE42DB-6A34-4420-BB40-D3C3A57A27E4}"/>
          </ac:spMkLst>
        </pc:spChg>
        <pc:spChg chg="mod">
          <ac:chgData name="Aritra Mitra" userId="ed282abb-f77d-4912-ae2d-92fef056a80d" providerId="ADAL" clId="{63B3A5F7-0A46-4A77-B2A9-903FB81509BC}" dt="2020-09-08T05:45:16.727" v="7248" actId="207"/>
          <ac:spMkLst>
            <pc:docMk/>
            <pc:sldMk cId="2575046587" sldId="315"/>
            <ac:spMk id="3" creationId="{9D1AD3B5-7A21-4BB0-ABEB-987E302A6F78}"/>
          </ac:spMkLst>
        </pc:spChg>
        <pc:spChg chg="add mod">
          <ac:chgData name="Aritra Mitra" userId="ed282abb-f77d-4912-ae2d-92fef056a80d" providerId="ADAL" clId="{63B3A5F7-0A46-4A77-B2A9-903FB81509BC}" dt="2020-09-08T14:03:45.743" v="8872" actId="1076"/>
          <ac:spMkLst>
            <pc:docMk/>
            <pc:sldMk cId="2575046587" sldId="315"/>
            <ac:spMk id="4" creationId="{704D9915-BF6A-4A14-BBD2-9BAF775AB547}"/>
          </ac:spMkLst>
        </pc:spChg>
      </pc:sldChg>
      <pc:sldChg chg="modSp add">
        <pc:chgData name="Aritra Mitra" userId="ed282abb-f77d-4912-ae2d-92fef056a80d" providerId="ADAL" clId="{63B3A5F7-0A46-4A77-B2A9-903FB81509BC}" dt="2020-09-08T13:13:21.943" v="8067" actId="207"/>
        <pc:sldMkLst>
          <pc:docMk/>
          <pc:sldMk cId="2051638894" sldId="316"/>
        </pc:sldMkLst>
        <pc:spChg chg="mod">
          <ac:chgData name="Aritra Mitra" userId="ed282abb-f77d-4912-ae2d-92fef056a80d" providerId="ADAL" clId="{63B3A5F7-0A46-4A77-B2A9-903FB81509BC}" dt="2020-09-08T13:05:59.372" v="7279" actId="20577"/>
          <ac:spMkLst>
            <pc:docMk/>
            <pc:sldMk cId="2051638894" sldId="316"/>
            <ac:spMk id="2" creationId="{01F87413-5CDD-4249-B180-7AA10426D611}"/>
          </ac:spMkLst>
        </pc:spChg>
        <pc:spChg chg="mod">
          <ac:chgData name="Aritra Mitra" userId="ed282abb-f77d-4912-ae2d-92fef056a80d" providerId="ADAL" clId="{63B3A5F7-0A46-4A77-B2A9-903FB81509BC}" dt="2020-09-08T13:13:21.943" v="8067" actId="207"/>
          <ac:spMkLst>
            <pc:docMk/>
            <pc:sldMk cId="2051638894" sldId="316"/>
            <ac:spMk id="3" creationId="{4CB9ED3D-4D00-40D7-A602-B1649CE7007F}"/>
          </ac:spMkLst>
        </pc:spChg>
      </pc:sldChg>
      <pc:sldChg chg="addSp delSp modSp add">
        <pc:chgData name="Aritra Mitra" userId="ed282abb-f77d-4912-ae2d-92fef056a80d" providerId="ADAL" clId="{63B3A5F7-0A46-4A77-B2A9-903FB81509BC}" dt="2020-09-08T13:34:50.618" v="8765" actId="1582"/>
        <pc:sldMkLst>
          <pc:docMk/>
          <pc:sldMk cId="215066754" sldId="317"/>
        </pc:sldMkLst>
        <pc:spChg chg="mod">
          <ac:chgData name="Aritra Mitra" userId="ed282abb-f77d-4912-ae2d-92fef056a80d" providerId="ADAL" clId="{63B3A5F7-0A46-4A77-B2A9-903FB81509BC}" dt="2020-09-08T13:15:34.775" v="8191" actId="20577"/>
          <ac:spMkLst>
            <pc:docMk/>
            <pc:sldMk cId="215066754" sldId="317"/>
            <ac:spMk id="2" creationId="{410A0F5F-2C22-4A7A-9D5C-55A7C00BEE1A}"/>
          </ac:spMkLst>
        </pc:spChg>
        <pc:spChg chg="del mod">
          <ac:chgData name="Aritra Mitra" userId="ed282abb-f77d-4912-ae2d-92fef056a80d" providerId="ADAL" clId="{63B3A5F7-0A46-4A77-B2A9-903FB81509BC}" dt="2020-09-08T13:15:46.539" v="8193" actId="478"/>
          <ac:spMkLst>
            <pc:docMk/>
            <pc:sldMk cId="215066754" sldId="317"/>
            <ac:spMk id="3" creationId="{16AB4116-3597-471A-B8EB-E20C28E15B59}"/>
          </ac:spMkLst>
        </pc:spChg>
        <pc:spChg chg="add mod">
          <ac:chgData name="Aritra Mitra" userId="ed282abb-f77d-4912-ae2d-92fef056a80d" providerId="ADAL" clId="{63B3A5F7-0A46-4A77-B2A9-903FB81509BC}" dt="2020-09-08T13:24:33.760" v="8292" actId="14100"/>
          <ac:spMkLst>
            <pc:docMk/>
            <pc:sldMk cId="215066754" sldId="317"/>
            <ac:spMk id="4" creationId="{DF2FC060-5AE5-4A98-9FC7-978CBBB7D95C}"/>
          </ac:spMkLst>
        </pc:spChg>
        <pc:spChg chg="add del mod">
          <ac:chgData name="Aritra Mitra" userId="ed282abb-f77d-4912-ae2d-92fef056a80d" providerId="ADAL" clId="{63B3A5F7-0A46-4A77-B2A9-903FB81509BC}" dt="2020-09-08T13:18:44.581" v="8196" actId="478"/>
          <ac:spMkLst>
            <pc:docMk/>
            <pc:sldMk cId="215066754" sldId="317"/>
            <ac:spMk id="5" creationId="{B3677DB1-231B-4968-8ED6-4393619850FC}"/>
          </ac:spMkLst>
        </pc:spChg>
        <pc:spChg chg="add mod">
          <ac:chgData name="Aritra Mitra" userId="ed282abb-f77d-4912-ae2d-92fef056a80d" providerId="ADAL" clId="{63B3A5F7-0A46-4A77-B2A9-903FB81509BC}" dt="2020-09-08T13:22:28.617" v="8231" actId="207"/>
          <ac:spMkLst>
            <pc:docMk/>
            <pc:sldMk cId="215066754" sldId="317"/>
            <ac:spMk id="6" creationId="{A1CA8310-FDD3-42C0-B375-DEB352842DD7}"/>
          </ac:spMkLst>
        </pc:spChg>
        <pc:spChg chg="add mod">
          <ac:chgData name="Aritra Mitra" userId="ed282abb-f77d-4912-ae2d-92fef056a80d" providerId="ADAL" clId="{63B3A5F7-0A46-4A77-B2A9-903FB81509BC}" dt="2020-09-08T13:23:36.252" v="8271" actId="1076"/>
          <ac:spMkLst>
            <pc:docMk/>
            <pc:sldMk cId="215066754" sldId="317"/>
            <ac:spMk id="22" creationId="{4D08FB6D-789D-49A3-8658-2B25312521C3}"/>
          </ac:spMkLst>
        </pc:spChg>
        <pc:spChg chg="add mod">
          <ac:chgData name="Aritra Mitra" userId="ed282abb-f77d-4912-ae2d-92fef056a80d" providerId="ADAL" clId="{63B3A5F7-0A46-4A77-B2A9-903FB81509BC}" dt="2020-09-08T13:24:39.880" v="8293" actId="1076"/>
          <ac:spMkLst>
            <pc:docMk/>
            <pc:sldMk cId="215066754" sldId="317"/>
            <ac:spMk id="23" creationId="{DBCF5BB9-7217-4644-9972-8AB1FF33D4A9}"/>
          </ac:spMkLst>
        </pc:spChg>
        <pc:spChg chg="add mod">
          <ac:chgData name="Aritra Mitra" userId="ed282abb-f77d-4912-ae2d-92fef056a80d" providerId="ADAL" clId="{63B3A5F7-0A46-4A77-B2A9-903FB81509BC}" dt="2020-09-08T13:30:10.687" v="8454" actId="207"/>
          <ac:spMkLst>
            <pc:docMk/>
            <pc:sldMk cId="215066754" sldId="317"/>
            <ac:spMk id="26" creationId="{452BDC1A-CE63-44E2-BCF8-738ADEFE68D0}"/>
          </ac:spMkLst>
        </pc:spChg>
        <pc:spChg chg="add mod">
          <ac:chgData name="Aritra Mitra" userId="ed282abb-f77d-4912-ae2d-92fef056a80d" providerId="ADAL" clId="{63B3A5F7-0A46-4A77-B2A9-903FB81509BC}" dt="2020-09-08T13:31:15.442" v="8534" actId="207"/>
          <ac:spMkLst>
            <pc:docMk/>
            <pc:sldMk cId="215066754" sldId="317"/>
            <ac:spMk id="27" creationId="{05EB64B8-A640-4884-B97D-AF0587B46427}"/>
          </ac:spMkLst>
        </pc:spChg>
        <pc:spChg chg="mod">
          <ac:chgData name="Aritra Mitra" userId="ed282abb-f77d-4912-ae2d-92fef056a80d" providerId="ADAL" clId="{63B3A5F7-0A46-4A77-B2A9-903FB81509BC}" dt="2020-09-08T13:32:16.220" v="8556" actId="255"/>
          <ac:spMkLst>
            <pc:docMk/>
            <pc:sldMk cId="215066754" sldId="317"/>
            <ac:spMk id="30" creationId="{088E43A4-0ACB-4774-8104-E6E4C68189A0}"/>
          </ac:spMkLst>
        </pc:spChg>
        <pc:spChg chg="add mod">
          <ac:chgData name="Aritra Mitra" userId="ed282abb-f77d-4912-ae2d-92fef056a80d" providerId="ADAL" clId="{63B3A5F7-0A46-4A77-B2A9-903FB81509BC}" dt="2020-09-08T13:34:14.148" v="8758" actId="1076"/>
          <ac:spMkLst>
            <pc:docMk/>
            <pc:sldMk cId="215066754" sldId="317"/>
            <ac:spMk id="74" creationId="{432E49D0-6735-4F86-BCD6-B742544CE1DD}"/>
          </ac:spMkLst>
        </pc:spChg>
        <pc:spChg chg="add mod">
          <ac:chgData name="Aritra Mitra" userId="ed282abb-f77d-4912-ae2d-92fef056a80d" providerId="ADAL" clId="{63B3A5F7-0A46-4A77-B2A9-903FB81509BC}" dt="2020-09-08T13:34:50.618" v="8765" actId="1582"/>
          <ac:spMkLst>
            <pc:docMk/>
            <pc:sldMk cId="215066754" sldId="317"/>
            <ac:spMk id="75" creationId="{0D3A0A6C-5A87-4E27-8C78-648110EE48B2}"/>
          </ac:spMkLst>
        </pc:spChg>
        <pc:grpChg chg="add mod">
          <ac:chgData name="Aritra Mitra" userId="ed282abb-f77d-4912-ae2d-92fef056a80d" providerId="ADAL" clId="{63B3A5F7-0A46-4A77-B2A9-903FB81509BC}" dt="2020-09-08T13:31:44.638" v="8536" actId="1076"/>
          <ac:grpSpMkLst>
            <pc:docMk/>
            <pc:sldMk cId="215066754" sldId="317"/>
            <ac:grpSpMk id="28" creationId="{A388E20F-77EE-48D1-BB7C-183893AAA905}"/>
          </ac:grpSpMkLst>
        </pc:grpChg>
        <pc:cxnChg chg="add del mod">
          <ac:chgData name="Aritra Mitra" userId="ed282abb-f77d-4912-ae2d-92fef056a80d" providerId="ADAL" clId="{63B3A5F7-0A46-4A77-B2A9-903FB81509BC}" dt="2020-09-08T13:20:09.978" v="8205" actId="478"/>
          <ac:cxnSpMkLst>
            <pc:docMk/>
            <pc:sldMk cId="215066754" sldId="317"/>
            <ac:cxnSpMk id="8" creationId="{8EF2391B-5872-4A21-9DB1-ED95DF1FB8DA}"/>
          </ac:cxnSpMkLst>
        </pc:cxnChg>
        <pc:cxnChg chg="add mod">
          <ac:chgData name="Aritra Mitra" userId="ed282abb-f77d-4912-ae2d-92fef056a80d" providerId="ADAL" clId="{63B3A5F7-0A46-4A77-B2A9-903FB81509BC}" dt="2020-09-08T13:24:33.760" v="8292" actId="14100"/>
          <ac:cxnSpMkLst>
            <pc:docMk/>
            <pc:sldMk cId="215066754" sldId="317"/>
            <ac:cxnSpMk id="12" creationId="{AA1DC623-0F44-47C4-B469-B575F2106677}"/>
          </ac:cxnSpMkLst>
        </pc:cxnChg>
        <pc:cxnChg chg="add del mod">
          <ac:chgData name="Aritra Mitra" userId="ed282abb-f77d-4912-ae2d-92fef056a80d" providerId="ADAL" clId="{63B3A5F7-0A46-4A77-B2A9-903FB81509BC}" dt="2020-09-08T13:20:29.920" v="8209" actId="478"/>
          <ac:cxnSpMkLst>
            <pc:docMk/>
            <pc:sldMk cId="215066754" sldId="317"/>
            <ac:cxnSpMk id="15" creationId="{AC347717-BBCA-4D18-809D-9356209D4B2B}"/>
          </ac:cxnSpMkLst>
        </pc:cxnChg>
        <pc:cxnChg chg="add mod">
          <ac:chgData name="Aritra Mitra" userId="ed282abb-f77d-4912-ae2d-92fef056a80d" providerId="ADAL" clId="{63B3A5F7-0A46-4A77-B2A9-903FB81509BC}" dt="2020-09-08T13:22:19.934" v="8230" actId="1076"/>
          <ac:cxnSpMkLst>
            <pc:docMk/>
            <pc:sldMk cId="215066754" sldId="317"/>
            <ac:cxnSpMk id="17" creationId="{AE249A54-88B3-478D-BCD1-E7983337FE36}"/>
          </ac:cxnSpMkLst>
        </pc:cxnChg>
        <pc:cxnChg chg="add mod">
          <ac:chgData name="Aritra Mitra" userId="ed282abb-f77d-4912-ae2d-92fef056a80d" providerId="ADAL" clId="{63B3A5F7-0A46-4A77-B2A9-903FB81509BC}" dt="2020-09-08T13:24:33.760" v="8292" actId="14100"/>
          <ac:cxnSpMkLst>
            <pc:docMk/>
            <pc:sldMk cId="215066754" sldId="317"/>
            <ac:cxnSpMk id="19" creationId="{DCC390D3-982C-4B07-91C5-5356CC7D7208}"/>
          </ac:cxnSpMkLst>
        </pc:cxnChg>
      </pc:sldChg>
      <pc:sldChg chg="del">
        <pc:chgData name="Aritra Mitra" userId="ed282abb-f77d-4912-ae2d-92fef056a80d" providerId="ADAL" clId="{63B3A5F7-0A46-4A77-B2A9-903FB81509BC}" dt="2020-09-08T02:35:01.979" v="618" actId="2696"/>
        <pc:sldMkLst>
          <pc:docMk/>
          <pc:sldMk cId="1829845218" sldId="321"/>
        </pc:sldMkLst>
      </pc:sldChg>
      <pc:sldChg chg="del">
        <pc:chgData name="Aritra Mitra" userId="ed282abb-f77d-4912-ae2d-92fef056a80d" providerId="ADAL" clId="{63B3A5F7-0A46-4A77-B2A9-903FB81509BC}" dt="2020-09-08T02:35:01.582" v="615" actId="2696"/>
        <pc:sldMkLst>
          <pc:docMk/>
          <pc:sldMk cId="3891224888" sldId="354"/>
        </pc:sldMkLst>
      </pc:sldChg>
      <pc:sldChg chg="del">
        <pc:chgData name="Aritra Mitra" userId="ed282abb-f77d-4912-ae2d-92fef056a80d" providerId="ADAL" clId="{63B3A5F7-0A46-4A77-B2A9-903FB81509BC}" dt="2020-09-08T02:35:02.436" v="624" actId="2696"/>
        <pc:sldMkLst>
          <pc:docMk/>
          <pc:sldMk cId="4240847657" sldId="384"/>
        </pc:sldMkLst>
      </pc:sldChg>
      <pc:sldChg chg="del">
        <pc:chgData name="Aritra Mitra" userId="ed282abb-f77d-4912-ae2d-92fef056a80d" providerId="ADAL" clId="{63B3A5F7-0A46-4A77-B2A9-903FB81509BC}" dt="2020-09-08T02:35:02.093" v="619" actId="2696"/>
        <pc:sldMkLst>
          <pc:docMk/>
          <pc:sldMk cId="3652091866" sldId="389"/>
        </pc:sldMkLst>
      </pc:sldChg>
      <pc:sldChg chg="del">
        <pc:chgData name="Aritra Mitra" userId="ed282abb-f77d-4912-ae2d-92fef056a80d" providerId="ADAL" clId="{63B3A5F7-0A46-4A77-B2A9-903FB81509BC}" dt="2020-09-08T02:34:58.643" v="598" actId="2696"/>
        <pc:sldMkLst>
          <pc:docMk/>
          <pc:sldMk cId="3870610312" sldId="1079"/>
        </pc:sldMkLst>
      </pc:sldChg>
      <pc:sldChg chg="del">
        <pc:chgData name="Aritra Mitra" userId="ed282abb-f77d-4912-ae2d-92fef056a80d" providerId="ADAL" clId="{63B3A5F7-0A46-4A77-B2A9-903FB81509BC}" dt="2020-09-08T02:34:59.250" v="602" actId="2696"/>
        <pc:sldMkLst>
          <pc:docMk/>
          <pc:sldMk cId="12424025" sldId="1096"/>
        </pc:sldMkLst>
      </pc:sldChg>
      <pc:sldChg chg="del">
        <pc:chgData name="Aritra Mitra" userId="ed282abb-f77d-4912-ae2d-92fef056a80d" providerId="ADAL" clId="{63B3A5F7-0A46-4A77-B2A9-903FB81509BC}" dt="2020-09-08T02:35:02.763" v="626" actId="2696"/>
        <pc:sldMkLst>
          <pc:docMk/>
          <pc:sldMk cId="3846408794" sldId="1116"/>
        </pc:sldMkLst>
      </pc:sldChg>
      <pc:sldChg chg="del">
        <pc:chgData name="Aritra Mitra" userId="ed282abb-f77d-4912-ae2d-92fef056a80d" providerId="ADAL" clId="{63B3A5F7-0A46-4A77-B2A9-903FB81509BC}" dt="2020-09-08T02:35:02.396" v="623" actId="2696"/>
        <pc:sldMkLst>
          <pc:docMk/>
          <pc:sldMk cId="666433015" sldId="1117"/>
        </pc:sldMkLst>
      </pc:sldChg>
      <pc:sldChg chg="del">
        <pc:chgData name="Aritra Mitra" userId="ed282abb-f77d-4912-ae2d-92fef056a80d" providerId="ADAL" clId="{63B3A5F7-0A46-4A77-B2A9-903FB81509BC}" dt="2020-09-08T02:34:58.462" v="597" actId="2696"/>
        <pc:sldMkLst>
          <pc:docMk/>
          <pc:sldMk cId="3715668343" sldId="1161"/>
        </pc:sldMkLst>
      </pc:sldChg>
      <pc:sldChg chg="del">
        <pc:chgData name="Aritra Mitra" userId="ed282abb-f77d-4912-ae2d-92fef056a80d" providerId="ADAL" clId="{63B3A5F7-0A46-4A77-B2A9-903FB81509BC}" dt="2020-09-08T02:34:56.366" v="592" actId="2696"/>
        <pc:sldMkLst>
          <pc:docMk/>
          <pc:sldMk cId="138291223" sldId="1171"/>
        </pc:sldMkLst>
      </pc:sldChg>
      <pc:sldChg chg="del">
        <pc:chgData name="Aritra Mitra" userId="ed282abb-f77d-4912-ae2d-92fef056a80d" providerId="ADAL" clId="{63B3A5F7-0A46-4A77-B2A9-903FB81509BC}" dt="2020-09-08T02:34:57.955" v="595" actId="2696"/>
        <pc:sldMkLst>
          <pc:docMk/>
          <pc:sldMk cId="4061077140" sldId="1173"/>
        </pc:sldMkLst>
      </pc:sldChg>
      <pc:sldChg chg="del">
        <pc:chgData name="Aritra Mitra" userId="ed282abb-f77d-4912-ae2d-92fef056a80d" providerId="ADAL" clId="{63B3A5F7-0A46-4A77-B2A9-903FB81509BC}" dt="2020-09-08T02:35:02.162" v="621" actId="2696"/>
        <pc:sldMkLst>
          <pc:docMk/>
          <pc:sldMk cId="3220700419" sldId="1177"/>
        </pc:sldMkLst>
      </pc:sldChg>
      <pc:sldChg chg="del">
        <pc:chgData name="Aritra Mitra" userId="ed282abb-f77d-4912-ae2d-92fef056a80d" providerId="ADAL" clId="{63B3A5F7-0A46-4A77-B2A9-903FB81509BC}" dt="2020-09-08T02:35:00.900" v="610" actId="2696"/>
        <pc:sldMkLst>
          <pc:docMk/>
          <pc:sldMk cId="751811388" sldId="1190"/>
        </pc:sldMkLst>
      </pc:sldChg>
      <pc:sldChg chg="del">
        <pc:chgData name="Aritra Mitra" userId="ed282abb-f77d-4912-ae2d-92fef056a80d" providerId="ADAL" clId="{63B3A5F7-0A46-4A77-B2A9-903FB81509BC}" dt="2020-09-08T02:35:02.212" v="622" actId="2696"/>
        <pc:sldMkLst>
          <pc:docMk/>
          <pc:sldMk cId="25634850" sldId="1199"/>
        </pc:sldMkLst>
      </pc:sldChg>
      <pc:sldChg chg="del">
        <pc:chgData name="Aritra Mitra" userId="ed282abb-f77d-4912-ae2d-92fef056a80d" providerId="ADAL" clId="{63B3A5F7-0A46-4A77-B2A9-903FB81509BC}" dt="2020-09-08T02:34:58.731" v="599" actId="2696"/>
        <pc:sldMkLst>
          <pc:docMk/>
          <pc:sldMk cId="1270474072" sldId="1201"/>
        </pc:sldMkLst>
      </pc:sldChg>
      <pc:sldChg chg="del">
        <pc:chgData name="Aritra Mitra" userId="ed282abb-f77d-4912-ae2d-92fef056a80d" providerId="ADAL" clId="{63B3A5F7-0A46-4A77-B2A9-903FB81509BC}" dt="2020-09-08T02:34:58.963" v="600" actId="2696"/>
        <pc:sldMkLst>
          <pc:docMk/>
          <pc:sldMk cId="4067338886" sldId="1202"/>
        </pc:sldMkLst>
      </pc:sldChg>
      <pc:sldChg chg="del">
        <pc:chgData name="Aritra Mitra" userId="ed282abb-f77d-4912-ae2d-92fef056a80d" providerId="ADAL" clId="{63B3A5F7-0A46-4A77-B2A9-903FB81509BC}" dt="2020-09-08T02:34:59.685" v="604" actId="2696"/>
        <pc:sldMkLst>
          <pc:docMk/>
          <pc:sldMk cId="3331594162" sldId="1206"/>
        </pc:sldMkLst>
      </pc:sldChg>
      <pc:sldChg chg="del">
        <pc:chgData name="Aritra Mitra" userId="ed282abb-f77d-4912-ae2d-92fef056a80d" providerId="ADAL" clId="{63B3A5F7-0A46-4A77-B2A9-903FB81509BC}" dt="2020-09-08T02:35:00.035" v="605" actId="2696"/>
        <pc:sldMkLst>
          <pc:docMk/>
          <pc:sldMk cId="3498256755" sldId="1208"/>
        </pc:sldMkLst>
      </pc:sldChg>
      <pc:sldChg chg="del">
        <pc:chgData name="Aritra Mitra" userId="ed282abb-f77d-4912-ae2d-92fef056a80d" providerId="ADAL" clId="{63B3A5F7-0A46-4A77-B2A9-903FB81509BC}" dt="2020-09-08T02:35:00.316" v="606" actId="2696"/>
        <pc:sldMkLst>
          <pc:docMk/>
          <pc:sldMk cId="224038843" sldId="1211"/>
        </pc:sldMkLst>
      </pc:sldChg>
      <pc:sldChg chg="del">
        <pc:chgData name="Aritra Mitra" userId="ed282abb-f77d-4912-ae2d-92fef056a80d" providerId="ADAL" clId="{63B3A5F7-0A46-4A77-B2A9-903FB81509BC}" dt="2020-09-08T02:35:01.784" v="617" actId="2696"/>
        <pc:sldMkLst>
          <pc:docMk/>
          <pc:sldMk cId="2671666068" sldId="1215"/>
        </pc:sldMkLst>
      </pc:sldChg>
      <pc:sldChg chg="del">
        <pc:chgData name="Aritra Mitra" userId="ed282abb-f77d-4912-ae2d-92fef056a80d" providerId="ADAL" clId="{63B3A5F7-0A46-4A77-B2A9-903FB81509BC}" dt="2020-09-08T02:35:02.122" v="620" actId="2696"/>
        <pc:sldMkLst>
          <pc:docMk/>
          <pc:sldMk cId="2149233334" sldId="1216"/>
        </pc:sldMkLst>
      </pc:sldChg>
      <pc:sldChg chg="del">
        <pc:chgData name="Aritra Mitra" userId="ed282abb-f77d-4912-ae2d-92fef056a80d" providerId="ADAL" clId="{63B3A5F7-0A46-4A77-B2A9-903FB81509BC}" dt="2020-09-08T02:34:59.019" v="601" actId="2696"/>
        <pc:sldMkLst>
          <pc:docMk/>
          <pc:sldMk cId="286120983" sldId="1217"/>
        </pc:sldMkLst>
      </pc:sldChg>
      <pc:sldChg chg="del">
        <pc:chgData name="Aritra Mitra" userId="ed282abb-f77d-4912-ae2d-92fef056a80d" providerId="ADAL" clId="{63B3A5F7-0A46-4A77-B2A9-903FB81509BC}" dt="2020-09-08T02:35:00.368" v="607" actId="2696"/>
        <pc:sldMkLst>
          <pc:docMk/>
          <pc:sldMk cId="4293381221" sldId="1218"/>
        </pc:sldMkLst>
      </pc:sldChg>
      <pc:sldChg chg="del">
        <pc:chgData name="Aritra Mitra" userId="ed282abb-f77d-4912-ae2d-92fef056a80d" providerId="ADAL" clId="{63B3A5F7-0A46-4A77-B2A9-903FB81509BC}" dt="2020-09-08T02:35:00.460" v="608" actId="2696"/>
        <pc:sldMkLst>
          <pc:docMk/>
          <pc:sldMk cId="3980462223" sldId="1219"/>
        </pc:sldMkLst>
      </pc:sldChg>
      <pc:sldChg chg="del">
        <pc:chgData name="Aritra Mitra" userId="ed282abb-f77d-4912-ae2d-92fef056a80d" providerId="ADAL" clId="{63B3A5F7-0A46-4A77-B2A9-903FB81509BC}" dt="2020-09-08T02:35:00.725" v="609" actId="2696"/>
        <pc:sldMkLst>
          <pc:docMk/>
          <pc:sldMk cId="1940583074" sldId="1220"/>
        </pc:sldMkLst>
      </pc:sldChg>
      <pc:sldChg chg="del">
        <pc:chgData name="Aritra Mitra" userId="ed282abb-f77d-4912-ae2d-92fef056a80d" providerId="ADAL" clId="{63B3A5F7-0A46-4A77-B2A9-903FB81509BC}" dt="2020-09-08T02:35:00.966" v="612" actId="2696"/>
        <pc:sldMkLst>
          <pc:docMk/>
          <pc:sldMk cId="365491119" sldId="1221"/>
        </pc:sldMkLst>
      </pc:sldChg>
      <pc:sldChg chg="del">
        <pc:chgData name="Aritra Mitra" userId="ed282abb-f77d-4912-ae2d-92fef056a80d" providerId="ADAL" clId="{63B3A5F7-0A46-4A77-B2A9-903FB81509BC}" dt="2020-09-08T02:35:01.404" v="614" actId="2696"/>
        <pc:sldMkLst>
          <pc:docMk/>
          <pc:sldMk cId="4219172174" sldId="1222"/>
        </pc:sldMkLst>
      </pc:sldChg>
      <pc:sldChg chg="del">
        <pc:chgData name="Aritra Mitra" userId="ed282abb-f77d-4912-ae2d-92fef056a80d" providerId="ADAL" clId="{63B3A5F7-0A46-4A77-B2A9-903FB81509BC}" dt="2020-09-08T02:34:59.492" v="603" actId="2696"/>
        <pc:sldMkLst>
          <pc:docMk/>
          <pc:sldMk cId="215443967" sldId="1223"/>
        </pc:sldMkLst>
      </pc:sldChg>
      <pc:sldChg chg="del">
        <pc:chgData name="Aritra Mitra" userId="ed282abb-f77d-4912-ae2d-92fef056a80d" providerId="ADAL" clId="{63B3A5F7-0A46-4A77-B2A9-903FB81509BC}" dt="2020-09-08T02:34:57.421" v="593" actId="2696"/>
        <pc:sldMkLst>
          <pc:docMk/>
          <pc:sldMk cId="1043607009" sldId="1232"/>
        </pc:sldMkLst>
      </pc:sldChg>
      <pc:sldChg chg="del">
        <pc:chgData name="Aritra Mitra" userId="ed282abb-f77d-4912-ae2d-92fef056a80d" providerId="ADAL" clId="{63B3A5F7-0A46-4A77-B2A9-903FB81509BC}" dt="2020-09-08T02:34:57.905" v="594" actId="2696"/>
        <pc:sldMkLst>
          <pc:docMk/>
          <pc:sldMk cId="2684119754" sldId="1233"/>
        </pc:sldMkLst>
      </pc:sldChg>
      <pc:sldChg chg="del">
        <pc:chgData name="Aritra Mitra" userId="ed282abb-f77d-4912-ae2d-92fef056a80d" providerId="ADAL" clId="{63B3A5F7-0A46-4A77-B2A9-903FB81509BC}" dt="2020-09-08T02:34:58.076" v="596" actId="2696"/>
        <pc:sldMkLst>
          <pc:docMk/>
          <pc:sldMk cId="197174769" sldId="1234"/>
        </pc:sldMkLst>
      </pc:sldChg>
    </pc:docChg>
  </pc:docChgLst>
  <pc:docChgLst>
    <pc:chgData name="Mitra, Aritra" userId="c0528902-d414-4a78-8a62-a5dcc8d4eb67" providerId="ADAL" clId="{53C960D4-D472-4D1D-AE19-ED5D68E5453F}"/>
    <pc:docChg chg="delSld modSection">
      <pc:chgData name="Mitra, Aritra" userId="c0528902-d414-4a78-8a62-a5dcc8d4eb67" providerId="ADAL" clId="{53C960D4-D472-4D1D-AE19-ED5D68E5453F}" dt="2022-11-01T04:02:54.243" v="0" actId="47"/>
      <pc:docMkLst>
        <pc:docMk/>
      </pc:docMkLst>
      <pc:sldChg chg="del">
        <pc:chgData name="Mitra, Aritra" userId="c0528902-d414-4a78-8a62-a5dcc8d4eb67" providerId="ADAL" clId="{53C960D4-D472-4D1D-AE19-ED5D68E5453F}" dt="2022-11-01T04:02:54.243" v="0" actId="47"/>
        <pc:sldMkLst>
          <pc:docMk/>
          <pc:sldMk cId="2301325993" sldId="1309"/>
        </pc:sldMkLst>
      </pc:sldChg>
    </pc:docChg>
  </pc:docChgLst>
  <pc:docChgLst>
    <pc:chgData name="Mitra, Aritra" userId="c0528902-d414-4a78-8a62-a5dcc8d4eb67" providerId="ADAL" clId="{5E5C7288-CB3D-467F-A605-71ABC885834F}"/>
    <pc:docChg chg="undo custSel addSld modSld modSection">
      <pc:chgData name="Mitra, Aritra" userId="c0528902-d414-4a78-8a62-a5dcc8d4eb67" providerId="ADAL" clId="{5E5C7288-CB3D-467F-A605-71ABC885834F}" dt="2022-01-07T16:49:47.924" v="1218" actId="113"/>
      <pc:docMkLst>
        <pc:docMk/>
      </pc:docMkLst>
      <pc:sldChg chg="modSp mod">
        <pc:chgData name="Mitra, Aritra" userId="c0528902-d414-4a78-8a62-a5dcc8d4eb67" providerId="ADAL" clId="{5E5C7288-CB3D-467F-A605-71ABC885834F}" dt="2022-01-07T16:18:50.447" v="309" actId="20577"/>
        <pc:sldMkLst>
          <pc:docMk/>
          <pc:sldMk cId="216457898" sldId="309"/>
        </pc:sldMkLst>
        <pc:spChg chg="mod">
          <ac:chgData name="Mitra, Aritra" userId="c0528902-d414-4a78-8a62-a5dcc8d4eb67" providerId="ADAL" clId="{5E5C7288-CB3D-467F-A605-71ABC885834F}" dt="2022-01-07T16:18:50.447" v="309" actId="20577"/>
          <ac:spMkLst>
            <pc:docMk/>
            <pc:sldMk cId="216457898" sldId="309"/>
            <ac:spMk id="9" creationId="{86497B5D-6900-4053-AB2D-9AA947DE45BF}"/>
          </ac:spMkLst>
        </pc:spChg>
      </pc:sldChg>
      <pc:sldChg chg="addSp delSp modSp mod">
        <pc:chgData name="Mitra, Aritra" userId="c0528902-d414-4a78-8a62-a5dcc8d4eb67" providerId="ADAL" clId="{5E5C7288-CB3D-467F-A605-71ABC885834F}" dt="2022-01-07T15:44:48.370" v="295" actId="255"/>
        <pc:sldMkLst>
          <pc:docMk/>
          <pc:sldMk cId="1571079532" sldId="310"/>
        </pc:sldMkLst>
        <pc:spChg chg="mod">
          <ac:chgData name="Mitra, Aritra" userId="c0528902-d414-4a78-8a62-a5dcc8d4eb67" providerId="ADAL" clId="{5E5C7288-CB3D-467F-A605-71ABC885834F}" dt="2022-01-07T14:53:41.579" v="0" actId="27107"/>
          <ac:spMkLst>
            <pc:docMk/>
            <pc:sldMk cId="1571079532" sldId="310"/>
            <ac:spMk id="3" creationId="{A94BEEBA-CC35-44BB-9A57-37514EC4E49C}"/>
          </ac:spMkLst>
        </pc:spChg>
        <pc:spChg chg="add del mod">
          <ac:chgData name="Mitra, Aritra" userId="c0528902-d414-4a78-8a62-a5dcc8d4eb67" providerId="ADAL" clId="{5E5C7288-CB3D-467F-A605-71ABC885834F}" dt="2022-01-07T15:30:38.692" v="3" actId="478"/>
          <ac:spMkLst>
            <pc:docMk/>
            <pc:sldMk cId="1571079532" sldId="310"/>
            <ac:spMk id="4" creationId="{2344203D-9BD5-4A4C-A869-532FCE174630}"/>
          </ac:spMkLst>
        </pc:spChg>
        <pc:spChg chg="add del">
          <ac:chgData name="Mitra, Aritra" userId="c0528902-d414-4a78-8a62-a5dcc8d4eb67" providerId="ADAL" clId="{5E5C7288-CB3D-467F-A605-71ABC885834F}" dt="2022-01-07T15:30:49.527" v="5" actId="478"/>
          <ac:spMkLst>
            <pc:docMk/>
            <pc:sldMk cId="1571079532" sldId="310"/>
            <ac:spMk id="5" creationId="{586C17E8-20A9-4EF5-AF63-CAF8DFF81016}"/>
          </ac:spMkLst>
        </pc:spChg>
        <pc:spChg chg="add mod">
          <ac:chgData name="Mitra, Aritra" userId="c0528902-d414-4a78-8a62-a5dcc8d4eb67" providerId="ADAL" clId="{5E5C7288-CB3D-467F-A605-71ABC885834F}" dt="2022-01-07T15:32:13.692" v="11" actId="207"/>
          <ac:spMkLst>
            <pc:docMk/>
            <pc:sldMk cId="1571079532" sldId="310"/>
            <ac:spMk id="6" creationId="{DA97186F-7B1F-4481-AB05-FF11D2EEDC99}"/>
          </ac:spMkLst>
        </pc:spChg>
        <pc:spChg chg="add mod">
          <ac:chgData name="Mitra, Aritra" userId="c0528902-d414-4a78-8a62-a5dcc8d4eb67" providerId="ADAL" clId="{5E5C7288-CB3D-467F-A605-71ABC885834F}" dt="2022-01-07T15:32:19.950" v="12" actId="207"/>
          <ac:spMkLst>
            <pc:docMk/>
            <pc:sldMk cId="1571079532" sldId="310"/>
            <ac:spMk id="7" creationId="{0CD6FF82-17D7-4DE6-9985-207A9B06DD51}"/>
          </ac:spMkLst>
        </pc:spChg>
        <pc:spChg chg="add mod">
          <ac:chgData name="Mitra, Aritra" userId="c0528902-d414-4a78-8a62-a5dcc8d4eb67" providerId="ADAL" clId="{5E5C7288-CB3D-467F-A605-71ABC885834F}" dt="2022-01-07T15:34:02.812" v="37" actId="1076"/>
          <ac:spMkLst>
            <pc:docMk/>
            <pc:sldMk cId="1571079532" sldId="310"/>
            <ac:spMk id="8" creationId="{71102159-6CB6-4B9B-A24B-FD0B72030AF5}"/>
          </ac:spMkLst>
        </pc:spChg>
        <pc:spChg chg="add mod">
          <ac:chgData name="Mitra, Aritra" userId="c0528902-d414-4a78-8a62-a5dcc8d4eb67" providerId="ADAL" clId="{5E5C7288-CB3D-467F-A605-71ABC885834F}" dt="2022-01-07T15:34:13.461" v="40" actId="1035"/>
          <ac:spMkLst>
            <pc:docMk/>
            <pc:sldMk cId="1571079532" sldId="310"/>
            <ac:spMk id="9" creationId="{D4CA7886-EC09-4C4F-931E-40CE97EFFDE2}"/>
          </ac:spMkLst>
        </pc:spChg>
        <pc:spChg chg="add mod">
          <ac:chgData name="Mitra, Aritra" userId="c0528902-d414-4a78-8a62-a5dcc8d4eb67" providerId="ADAL" clId="{5E5C7288-CB3D-467F-A605-71ABC885834F}" dt="2022-01-07T15:36:27.717" v="50" actId="207"/>
          <ac:spMkLst>
            <pc:docMk/>
            <pc:sldMk cId="1571079532" sldId="310"/>
            <ac:spMk id="10" creationId="{D67A8720-A35F-492E-943F-3A0A2EA9770E}"/>
          </ac:spMkLst>
        </pc:spChg>
        <pc:spChg chg="add mod">
          <ac:chgData name="Mitra, Aritra" userId="c0528902-d414-4a78-8a62-a5dcc8d4eb67" providerId="ADAL" clId="{5E5C7288-CB3D-467F-A605-71ABC885834F}" dt="2022-01-07T15:36:33.881" v="51" actId="207"/>
          <ac:spMkLst>
            <pc:docMk/>
            <pc:sldMk cId="1571079532" sldId="310"/>
            <ac:spMk id="11" creationId="{DEFD1E25-F26A-4D34-8095-54DBFE8CCE1F}"/>
          </ac:spMkLst>
        </pc:spChg>
        <pc:spChg chg="add mod">
          <ac:chgData name="Mitra, Aritra" userId="c0528902-d414-4a78-8a62-a5dcc8d4eb67" providerId="ADAL" clId="{5E5C7288-CB3D-467F-A605-71ABC885834F}" dt="2022-01-07T15:37:06.642" v="76" actId="20577"/>
          <ac:spMkLst>
            <pc:docMk/>
            <pc:sldMk cId="1571079532" sldId="310"/>
            <ac:spMk id="12" creationId="{12652C55-F9D0-4880-B04F-72AF765467D5}"/>
          </ac:spMkLst>
        </pc:spChg>
        <pc:spChg chg="add mod">
          <ac:chgData name="Mitra, Aritra" userId="c0528902-d414-4a78-8a62-a5dcc8d4eb67" providerId="ADAL" clId="{5E5C7288-CB3D-467F-A605-71ABC885834F}" dt="2022-01-07T15:37:20.619" v="80" actId="20577"/>
          <ac:spMkLst>
            <pc:docMk/>
            <pc:sldMk cId="1571079532" sldId="310"/>
            <ac:spMk id="13" creationId="{25710E0A-A696-446A-989F-F07FBBB97BB4}"/>
          </ac:spMkLst>
        </pc:spChg>
        <pc:spChg chg="add del mod">
          <ac:chgData name="Mitra, Aritra" userId="c0528902-d414-4a78-8a62-a5dcc8d4eb67" providerId="ADAL" clId="{5E5C7288-CB3D-467F-A605-71ABC885834F}" dt="2022-01-07T15:37:50.315" v="83" actId="478"/>
          <ac:spMkLst>
            <pc:docMk/>
            <pc:sldMk cId="1571079532" sldId="310"/>
            <ac:spMk id="14" creationId="{4EF29323-ACF9-4830-8364-744BD9F9B94B}"/>
          </ac:spMkLst>
        </pc:spChg>
        <pc:spChg chg="add mod">
          <ac:chgData name="Mitra, Aritra" userId="c0528902-d414-4a78-8a62-a5dcc8d4eb67" providerId="ADAL" clId="{5E5C7288-CB3D-467F-A605-71ABC885834F}" dt="2022-01-07T15:40:16.038" v="184" actId="692"/>
          <ac:spMkLst>
            <pc:docMk/>
            <pc:sldMk cId="1571079532" sldId="310"/>
            <ac:spMk id="15" creationId="{AC087235-3125-4A60-B300-94CE3DF3A48B}"/>
          </ac:spMkLst>
        </pc:spChg>
        <pc:spChg chg="add mod">
          <ac:chgData name="Mitra, Aritra" userId="c0528902-d414-4a78-8a62-a5dcc8d4eb67" providerId="ADAL" clId="{5E5C7288-CB3D-467F-A605-71ABC885834F}" dt="2022-01-07T15:40:00.218" v="182" actId="692"/>
          <ac:spMkLst>
            <pc:docMk/>
            <pc:sldMk cId="1571079532" sldId="310"/>
            <ac:spMk id="16" creationId="{99619C44-6749-44FC-A3C6-E9D2E786B9EB}"/>
          </ac:spMkLst>
        </pc:spChg>
        <pc:spChg chg="add mod">
          <ac:chgData name="Mitra, Aritra" userId="c0528902-d414-4a78-8a62-a5dcc8d4eb67" providerId="ADAL" clId="{5E5C7288-CB3D-467F-A605-71ABC885834F}" dt="2022-01-07T15:40:21.902" v="185" actId="692"/>
          <ac:spMkLst>
            <pc:docMk/>
            <pc:sldMk cId="1571079532" sldId="310"/>
            <ac:spMk id="17" creationId="{7868B185-CDAB-4572-97D8-6364B97CE556}"/>
          </ac:spMkLst>
        </pc:spChg>
        <pc:spChg chg="add mod">
          <ac:chgData name="Mitra, Aritra" userId="c0528902-d414-4a78-8a62-a5dcc8d4eb67" providerId="ADAL" clId="{5E5C7288-CB3D-467F-A605-71ABC885834F}" dt="2022-01-07T15:40:07.715" v="183" actId="692"/>
          <ac:spMkLst>
            <pc:docMk/>
            <pc:sldMk cId="1571079532" sldId="310"/>
            <ac:spMk id="18" creationId="{9A12C442-8506-47AD-8335-48ED13F13431}"/>
          </ac:spMkLst>
        </pc:spChg>
        <pc:spChg chg="add mod">
          <ac:chgData name="Mitra, Aritra" userId="c0528902-d414-4a78-8a62-a5dcc8d4eb67" providerId="ADAL" clId="{5E5C7288-CB3D-467F-A605-71ABC885834F}" dt="2022-01-07T15:41:48.990" v="197" actId="1076"/>
          <ac:spMkLst>
            <pc:docMk/>
            <pc:sldMk cId="1571079532" sldId="310"/>
            <ac:spMk id="19" creationId="{F4C3FC57-981D-4982-9624-C9F53CB301EA}"/>
          </ac:spMkLst>
        </pc:spChg>
        <pc:spChg chg="add mod">
          <ac:chgData name="Mitra, Aritra" userId="c0528902-d414-4a78-8a62-a5dcc8d4eb67" providerId="ADAL" clId="{5E5C7288-CB3D-467F-A605-71ABC885834F}" dt="2022-01-07T15:41:56.050" v="199" actId="1076"/>
          <ac:spMkLst>
            <pc:docMk/>
            <pc:sldMk cId="1571079532" sldId="310"/>
            <ac:spMk id="20" creationId="{9EB783E0-9C91-4BE1-9B9C-CF8CD5913C6B}"/>
          </ac:spMkLst>
        </pc:spChg>
        <pc:spChg chg="add mod">
          <ac:chgData name="Mitra, Aritra" userId="c0528902-d414-4a78-8a62-a5dcc8d4eb67" providerId="ADAL" clId="{5E5C7288-CB3D-467F-A605-71ABC885834F}" dt="2022-01-07T15:42:10.845" v="213" actId="20577"/>
          <ac:spMkLst>
            <pc:docMk/>
            <pc:sldMk cId="1571079532" sldId="310"/>
            <ac:spMk id="21" creationId="{71306C1B-2EC9-43D1-A371-41E0F4024A0B}"/>
          </ac:spMkLst>
        </pc:spChg>
        <pc:spChg chg="add mod">
          <ac:chgData name="Mitra, Aritra" userId="c0528902-d414-4a78-8a62-a5dcc8d4eb67" providerId="ADAL" clId="{5E5C7288-CB3D-467F-A605-71ABC885834F}" dt="2022-01-07T15:42:27.284" v="215" actId="1076"/>
          <ac:spMkLst>
            <pc:docMk/>
            <pc:sldMk cId="1571079532" sldId="310"/>
            <ac:spMk id="22" creationId="{B52A9BCD-B7D7-4E38-8477-F4948ED6804C}"/>
          </ac:spMkLst>
        </pc:spChg>
        <pc:spChg chg="add mod">
          <ac:chgData name="Mitra, Aritra" userId="c0528902-d414-4a78-8a62-a5dcc8d4eb67" providerId="ADAL" clId="{5E5C7288-CB3D-467F-A605-71ABC885834F}" dt="2022-01-07T15:43:32.241" v="223" actId="1035"/>
          <ac:spMkLst>
            <pc:docMk/>
            <pc:sldMk cId="1571079532" sldId="310"/>
            <ac:spMk id="23" creationId="{E613C4B3-267C-494F-8B30-A8E7CC6704BF}"/>
          </ac:spMkLst>
        </pc:spChg>
        <pc:spChg chg="add mod">
          <ac:chgData name="Mitra, Aritra" userId="c0528902-d414-4a78-8a62-a5dcc8d4eb67" providerId="ADAL" clId="{5E5C7288-CB3D-467F-A605-71ABC885834F}" dt="2022-01-07T15:44:48.370" v="295" actId="255"/>
          <ac:spMkLst>
            <pc:docMk/>
            <pc:sldMk cId="1571079532" sldId="310"/>
            <ac:spMk id="24" creationId="{68F16A5A-ED2B-4382-92EA-F9155E15F68F}"/>
          </ac:spMkLst>
        </pc:spChg>
      </pc:sldChg>
      <pc:sldChg chg="modSp new mod">
        <pc:chgData name="Mitra, Aritra" userId="c0528902-d414-4a78-8a62-a5dcc8d4eb67" providerId="ADAL" clId="{5E5C7288-CB3D-467F-A605-71ABC885834F}" dt="2022-01-07T16:49:47.924" v="1218" actId="113"/>
        <pc:sldMkLst>
          <pc:docMk/>
          <pc:sldMk cId="2649240562" sldId="312"/>
        </pc:sldMkLst>
        <pc:spChg chg="mod">
          <ac:chgData name="Mitra, Aritra" userId="c0528902-d414-4a78-8a62-a5dcc8d4eb67" providerId="ADAL" clId="{5E5C7288-CB3D-467F-A605-71ABC885834F}" dt="2022-01-07T16:37:08.793" v="341" actId="20577"/>
          <ac:spMkLst>
            <pc:docMk/>
            <pc:sldMk cId="2649240562" sldId="312"/>
            <ac:spMk id="2" creationId="{A52DD9EE-5CD6-442E-A39B-2A0C1778C23D}"/>
          </ac:spMkLst>
        </pc:spChg>
        <pc:spChg chg="mod">
          <ac:chgData name="Mitra, Aritra" userId="c0528902-d414-4a78-8a62-a5dcc8d4eb67" providerId="ADAL" clId="{5E5C7288-CB3D-467F-A605-71ABC885834F}" dt="2022-01-07T16:49:47.924" v="1218" actId="113"/>
          <ac:spMkLst>
            <pc:docMk/>
            <pc:sldMk cId="2649240562" sldId="312"/>
            <ac:spMk id="3" creationId="{1F100604-4188-454A-98DA-C1BFB185B006}"/>
          </ac:spMkLst>
        </pc:spChg>
      </pc:sldChg>
    </pc:docChg>
  </pc:docChgLst>
  <pc:docChgLst>
    <pc:chgData name="Mitra, Aritra" userId="c0528902-d414-4a78-8a62-a5dcc8d4eb67" providerId="ADAL" clId="{EB206479-71EB-4B45-8F83-D2F8DCCD5A4A}"/>
    <pc:docChg chg="modSld">
      <pc:chgData name="Mitra, Aritra" userId="c0528902-d414-4a78-8a62-a5dcc8d4eb67" providerId="ADAL" clId="{EB206479-71EB-4B45-8F83-D2F8DCCD5A4A}" dt="2022-01-31T16:10:41.719" v="68" actId="1076"/>
      <pc:docMkLst>
        <pc:docMk/>
      </pc:docMkLst>
      <pc:sldChg chg="modSp mod">
        <pc:chgData name="Mitra, Aritra" userId="c0528902-d414-4a78-8a62-a5dcc8d4eb67" providerId="ADAL" clId="{EB206479-71EB-4B45-8F83-D2F8DCCD5A4A}" dt="2022-01-31T14:30:50.426" v="67" actId="20577"/>
        <pc:sldMkLst>
          <pc:docMk/>
          <pc:sldMk cId="3695319144" sldId="301"/>
        </pc:sldMkLst>
        <pc:spChg chg="mod">
          <ac:chgData name="Mitra, Aritra" userId="c0528902-d414-4a78-8a62-a5dcc8d4eb67" providerId="ADAL" clId="{EB206479-71EB-4B45-8F83-D2F8DCCD5A4A}" dt="2022-01-31T14:30:50.426" v="67" actId="20577"/>
          <ac:spMkLst>
            <pc:docMk/>
            <pc:sldMk cId="3695319144" sldId="301"/>
            <ac:spMk id="2" creationId="{00000000-0000-0000-0000-000000000000}"/>
          </ac:spMkLst>
        </pc:spChg>
      </pc:sldChg>
      <pc:sldChg chg="modSp mod">
        <pc:chgData name="Mitra, Aritra" userId="c0528902-d414-4a78-8a62-a5dcc8d4eb67" providerId="ADAL" clId="{EB206479-71EB-4B45-8F83-D2F8DCCD5A4A}" dt="2022-01-31T16:10:41.719" v="68" actId="1076"/>
        <pc:sldMkLst>
          <pc:docMk/>
          <pc:sldMk cId="3364518446" sldId="303"/>
        </pc:sldMkLst>
        <pc:picChg chg="mod">
          <ac:chgData name="Mitra, Aritra" userId="c0528902-d414-4a78-8a62-a5dcc8d4eb67" providerId="ADAL" clId="{EB206479-71EB-4B45-8F83-D2F8DCCD5A4A}" dt="2022-01-31T16:10:41.719" v="68" actId="1076"/>
          <ac:picMkLst>
            <pc:docMk/>
            <pc:sldMk cId="3364518446" sldId="303"/>
            <ac:picMk id="11" creationId="{38C12AB1-E2CE-4950-BE07-0D56B263E7ED}"/>
          </ac:picMkLst>
        </pc:picChg>
      </pc:sldChg>
    </pc:docChg>
  </pc:docChgLst>
  <pc:docChgLst>
    <pc:chgData name="Aritra Mitra" userId="ed282abb-f77d-4912-ae2d-92fef056a80d" providerId="ADAL" clId="{D293BE0A-357A-499E-802B-53DFD6C94A45}"/>
    <pc:docChg chg="custSel addSld delSld modSld modSection">
      <pc:chgData name="Aritra Mitra" userId="ed282abb-f77d-4912-ae2d-92fef056a80d" providerId="ADAL" clId="{D293BE0A-357A-499E-802B-53DFD6C94A45}" dt="2020-08-12T04:00:02.258" v="1" actId="2696"/>
      <pc:docMkLst>
        <pc:docMk/>
      </pc:docMkLst>
      <pc:sldChg chg="add del">
        <pc:chgData name="Aritra Mitra" userId="ed282abb-f77d-4912-ae2d-92fef056a80d" providerId="ADAL" clId="{D293BE0A-357A-499E-802B-53DFD6C94A45}" dt="2020-08-12T04:00:02.258" v="1" actId="2696"/>
        <pc:sldMkLst>
          <pc:docMk/>
          <pc:sldMk cId="4157439742" sldId="1106"/>
        </pc:sldMkLst>
      </pc:sldChg>
    </pc:docChg>
  </pc:docChgLst>
  <pc:docChgLst>
    <pc:chgData name="Aritra Mitra" userId="ed282abb-f77d-4912-ae2d-92fef056a80d" providerId="ADAL" clId="{8E305264-2A43-41B7-98A6-8329B53DCB11}"/>
    <pc:docChg chg="undo custSel addSld delSld modSld sldOrd modSection">
      <pc:chgData name="Aritra Mitra" userId="ed282abb-f77d-4912-ae2d-92fef056a80d" providerId="ADAL" clId="{8E305264-2A43-41B7-98A6-8329B53DCB11}" dt="2021-02-15T01:14:26.067" v="1451"/>
      <pc:docMkLst>
        <pc:docMk/>
      </pc:docMkLst>
      <pc:sldChg chg="modSp del mod">
        <pc:chgData name="Aritra Mitra" userId="ed282abb-f77d-4912-ae2d-92fef056a80d" providerId="ADAL" clId="{8E305264-2A43-41B7-98A6-8329B53DCB11}" dt="2021-02-14T23:20:56.439" v="28" actId="47"/>
        <pc:sldMkLst>
          <pc:docMk/>
          <pc:sldMk cId="2119769301" sldId="347"/>
        </pc:sldMkLst>
        <pc:spChg chg="mod">
          <ac:chgData name="Aritra Mitra" userId="ed282abb-f77d-4912-ae2d-92fef056a80d" providerId="ADAL" clId="{8E305264-2A43-41B7-98A6-8329B53DCB11}" dt="2021-02-14T23:20:18.230" v="24" actId="20577"/>
          <ac:spMkLst>
            <pc:docMk/>
            <pc:sldMk cId="2119769301" sldId="347"/>
            <ac:spMk id="2" creationId="{AE236DAA-90C3-4E9D-8EC7-A48E5E559D10}"/>
          </ac:spMkLst>
        </pc:spChg>
      </pc:sldChg>
      <pc:sldChg chg="del">
        <pc:chgData name="Aritra Mitra" userId="ed282abb-f77d-4912-ae2d-92fef056a80d" providerId="ADAL" clId="{8E305264-2A43-41B7-98A6-8329B53DCB11}" dt="2021-02-14T23:20:24.225" v="25" actId="47"/>
        <pc:sldMkLst>
          <pc:docMk/>
          <pc:sldMk cId="4233787963" sldId="349"/>
        </pc:sldMkLst>
      </pc:sldChg>
      <pc:sldChg chg="del">
        <pc:chgData name="Aritra Mitra" userId="ed282abb-f77d-4912-ae2d-92fef056a80d" providerId="ADAL" clId="{8E305264-2A43-41B7-98A6-8329B53DCB11}" dt="2021-02-15T00:16:18.601" v="612" actId="47"/>
        <pc:sldMkLst>
          <pc:docMk/>
          <pc:sldMk cId="3394656246" sldId="350"/>
        </pc:sldMkLst>
      </pc:sldChg>
      <pc:sldChg chg="addSp delSp modSp mod modAnim">
        <pc:chgData name="Aritra Mitra" userId="ed282abb-f77d-4912-ae2d-92fef056a80d" providerId="ADAL" clId="{8E305264-2A43-41B7-98A6-8329B53DCB11}" dt="2021-02-15T00:31:22.300" v="1251"/>
        <pc:sldMkLst>
          <pc:docMk/>
          <pc:sldMk cId="2618516425" sldId="351"/>
        </pc:sldMkLst>
        <pc:spChg chg="mod">
          <ac:chgData name="Aritra Mitra" userId="ed282abb-f77d-4912-ae2d-92fef056a80d" providerId="ADAL" clId="{8E305264-2A43-41B7-98A6-8329B53DCB11}" dt="2021-02-14T23:40:28.685" v="314" actId="20577"/>
          <ac:spMkLst>
            <pc:docMk/>
            <pc:sldMk cId="2618516425" sldId="351"/>
            <ac:spMk id="2" creationId="{63A6F91B-ED0F-4A67-B6B9-396A72FE0D68}"/>
          </ac:spMkLst>
        </pc:spChg>
        <pc:spChg chg="mod">
          <ac:chgData name="Aritra Mitra" userId="ed282abb-f77d-4912-ae2d-92fef056a80d" providerId="ADAL" clId="{8E305264-2A43-41B7-98A6-8329B53DCB11}" dt="2021-02-15T00:11:15.439" v="585" actId="20577"/>
          <ac:spMkLst>
            <pc:docMk/>
            <pc:sldMk cId="2618516425" sldId="351"/>
            <ac:spMk id="3" creationId="{57DD4E0A-8701-476F-830C-D0557EBD039D}"/>
          </ac:spMkLst>
        </pc:spChg>
        <pc:spChg chg="mod">
          <ac:chgData name="Aritra Mitra" userId="ed282abb-f77d-4912-ae2d-92fef056a80d" providerId="ADAL" clId="{8E305264-2A43-41B7-98A6-8329B53DCB11}" dt="2021-02-15T00:04:06.325" v="530" actId="1076"/>
          <ac:spMkLst>
            <pc:docMk/>
            <pc:sldMk cId="2618516425" sldId="351"/>
            <ac:spMk id="4" creationId="{17DBC554-57D0-4BC9-ADD5-FB9DA0994CB6}"/>
          </ac:spMkLst>
        </pc:spChg>
        <pc:spChg chg="add mod">
          <ac:chgData name="Aritra Mitra" userId="ed282abb-f77d-4912-ae2d-92fef056a80d" providerId="ADAL" clId="{8E305264-2A43-41B7-98A6-8329B53DCB11}" dt="2021-02-15T00:03:38.224" v="526" actId="1076"/>
          <ac:spMkLst>
            <pc:docMk/>
            <pc:sldMk cId="2618516425" sldId="351"/>
            <ac:spMk id="7" creationId="{0DAD74C4-3FA1-4F69-9437-CC93583B1AA9}"/>
          </ac:spMkLst>
        </pc:spChg>
        <pc:spChg chg="add mod">
          <ac:chgData name="Aritra Mitra" userId="ed282abb-f77d-4912-ae2d-92fef056a80d" providerId="ADAL" clId="{8E305264-2A43-41B7-98A6-8329B53DCB11}" dt="2021-02-15T00:16:07.344" v="611" actId="207"/>
          <ac:spMkLst>
            <pc:docMk/>
            <pc:sldMk cId="2618516425" sldId="351"/>
            <ac:spMk id="8" creationId="{4C4C7113-8E33-49C5-9D14-9EF9D5491D68}"/>
          </ac:spMkLst>
        </pc:spChg>
        <pc:spChg chg="add del mod">
          <ac:chgData name="Aritra Mitra" userId="ed282abb-f77d-4912-ae2d-92fef056a80d" providerId="ADAL" clId="{8E305264-2A43-41B7-98A6-8329B53DCB11}" dt="2021-02-15T00:13:31.961" v="605" actId="478"/>
          <ac:spMkLst>
            <pc:docMk/>
            <pc:sldMk cId="2618516425" sldId="351"/>
            <ac:spMk id="11" creationId="{2A237022-641B-41B4-853C-E5592339DDDE}"/>
          </ac:spMkLst>
        </pc:spChg>
        <pc:spChg chg="add mod">
          <ac:chgData name="Aritra Mitra" userId="ed282abb-f77d-4912-ae2d-92fef056a80d" providerId="ADAL" clId="{8E305264-2A43-41B7-98A6-8329B53DCB11}" dt="2021-02-15T00:14:15.066" v="610" actId="1076"/>
          <ac:spMkLst>
            <pc:docMk/>
            <pc:sldMk cId="2618516425" sldId="351"/>
            <ac:spMk id="12" creationId="{812AAA96-C660-40B7-B517-A120580F709E}"/>
          </ac:spMkLst>
        </pc:spChg>
        <pc:cxnChg chg="mod">
          <ac:chgData name="Aritra Mitra" userId="ed282abb-f77d-4912-ae2d-92fef056a80d" providerId="ADAL" clId="{8E305264-2A43-41B7-98A6-8329B53DCB11}" dt="2021-02-15T00:03:59.148" v="529" actId="14100"/>
          <ac:cxnSpMkLst>
            <pc:docMk/>
            <pc:sldMk cId="2618516425" sldId="351"/>
            <ac:cxnSpMk id="6" creationId="{B5017B00-5188-4DFE-BC3C-9CCBD38E2B90}"/>
          </ac:cxnSpMkLst>
        </pc:cxnChg>
        <pc:cxnChg chg="add mod">
          <ac:chgData name="Aritra Mitra" userId="ed282abb-f77d-4912-ae2d-92fef056a80d" providerId="ADAL" clId="{8E305264-2A43-41B7-98A6-8329B53DCB11}" dt="2021-02-15T00:13:13.323" v="599" actId="208"/>
          <ac:cxnSpMkLst>
            <pc:docMk/>
            <pc:sldMk cId="2618516425" sldId="351"/>
            <ac:cxnSpMk id="10" creationId="{298E50AB-D183-40BF-AA54-09D67E043B5E}"/>
          </ac:cxnSpMkLst>
        </pc:cxnChg>
      </pc:sldChg>
      <pc:sldChg chg="addSp delSp modSp mod delAnim modAnim">
        <pc:chgData name="Aritra Mitra" userId="ed282abb-f77d-4912-ae2d-92fef056a80d" providerId="ADAL" clId="{8E305264-2A43-41B7-98A6-8329B53DCB11}" dt="2021-02-15T00:36:03.178" v="1388" actId="207"/>
        <pc:sldMkLst>
          <pc:docMk/>
          <pc:sldMk cId="610019849" sldId="352"/>
        </pc:sldMkLst>
        <pc:spChg chg="mod">
          <ac:chgData name="Aritra Mitra" userId="ed282abb-f77d-4912-ae2d-92fef056a80d" providerId="ADAL" clId="{8E305264-2A43-41B7-98A6-8329B53DCB11}" dt="2021-02-15T00:16:44.948" v="626" actId="20577"/>
          <ac:spMkLst>
            <pc:docMk/>
            <pc:sldMk cId="610019849" sldId="352"/>
            <ac:spMk id="2" creationId="{8639B2C4-D4CC-4FBF-A833-F4E22B31AA61}"/>
          </ac:spMkLst>
        </pc:spChg>
        <pc:spChg chg="mod">
          <ac:chgData name="Aritra Mitra" userId="ed282abb-f77d-4912-ae2d-92fef056a80d" providerId="ADAL" clId="{8E305264-2A43-41B7-98A6-8329B53DCB11}" dt="2021-02-15T00:36:03.178" v="1388" actId="207"/>
          <ac:spMkLst>
            <pc:docMk/>
            <pc:sldMk cId="610019849" sldId="352"/>
            <ac:spMk id="3" creationId="{D94F5454-1DB4-4EC0-90ED-A9D78A20D1BE}"/>
          </ac:spMkLst>
        </pc:spChg>
        <pc:spChg chg="add del mod">
          <ac:chgData name="Aritra Mitra" userId="ed282abb-f77d-4912-ae2d-92fef056a80d" providerId="ADAL" clId="{8E305264-2A43-41B7-98A6-8329B53DCB11}" dt="2021-02-15T00:20:54.896" v="989" actId="478"/>
          <ac:spMkLst>
            <pc:docMk/>
            <pc:sldMk cId="610019849" sldId="352"/>
            <ac:spMk id="4" creationId="{3188D2E4-6D3B-475D-B695-FEA24A0A6B52}"/>
          </ac:spMkLst>
        </pc:spChg>
        <pc:spChg chg="add del mod">
          <ac:chgData name="Aritra Mitra" userId="ed282abb-f77d-4912-ae2d-92fef056a80d" providerId="ADAL" clId="{8E305264-2A43-41B7-98A6-8329B53DCB11}" dt="2021-02-15T00:32:48.899" v="1252" actId="21"/>
          <ac:spMkLst>
            <pc:docMk/>
            <pc:sldMk cId="610019849" sldId="352"/>
            <ac:spMk id="5" creationId="{CAD663B3-2C64-441B-B7B9-9D251326BC4B}"/>
          </ac:spMkLst>
        </pc:spChg>
      </pc:sldChg>
      <pc:sldChg chg="del">
        <pc:chgData name="Aritra Mitra" userId="ed282abb-f77d-4912-ae2d-92fef056a80d" providerId="ADAL" clId="{8E305264-2A43-41B7-98A6-8329B53DCB11}" dt="2021-02-14T23:20:43.017" v="26" actId="2696"/>
        <pc:sldMkLst>
          <pc:docMk/>
          <pc:sldMk cId="3207261049" sldId="353"/>
        </pc:sldMkLst>
      </pc:sldChg>
      <pc:sldChg chg="addSp delSp modSp add mod modAnim">
        <pc:chgData name="Aritra Mitra" userId="ed282abb-f77d-4912-ae2d-92fef056a80d" providerId="ADAL" clId="{8E305264-2A43-41B7-98A6-8329B53DCB11}" dt="2021-02-14T23:38:26.563" v="295"/>
        <pc:sldMkLst>
          <pc:docMk/>
          <pc:sldMk cId="3655303321" sldId="353"/>
        </pc:sldMkLst>
        <pc:spChg chg="mod">
          <ac:chgData name="Aritra Mitra" userId="ed282abb-f77d-4912-ae2d-92fef056a80d" providerId="ADAL" clId="{8E305264-2A43-41B7-98A6-8329B53DCB11}" dt="2021-02-14T23:21:04.353" v="39" actId="20577"/>
          <ac:spMkLst>
            <pc:docMk/>
            <pc:sldMk cId="3655303321" sldId="353"/>
            <ac:spMk id="2" creationId="{4F885980-A8CE-4AC9-B378-E33BEA2A12F1}"/>
          </ac:spMkLst>
        </pc:spChg>
        <pc:spChg chg="mod">
          <ac:chgData name="Aritra Mitra" userId="ed282abb-f77d-4912-ae2d-92fef056a80d" providerId="ADAL" clId="{8E305264-2A43-41B7-98A6-8329B53DCB11}" dt="2021-02-14T23:38:12.271" v="294" actId="207"/>
          <ac:spMkLst>
            <pc:docMk/>
            <pc:sldMk cId="3655303321" sldId="353"/>
            <ac:spMk id="3" creationId="{1B56D1CB-F1DC-4492-B4A1-7F34C76D940F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9" creationId="{A33E8F2D-80A7-4EB9-8C47-4B953DFD354A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10" creationId="{91EF23DE-72D2-49C8-BBFF-38E6D63DAA81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11" creationId="{9CEA8EF6-84C8-4B23-B74B-58775A8B3DBE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12" creationId="{A64EFAC7-0DBE-437F-9DDF-0C77AF4D253A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13" creationId="{48DC0BA9-4EA0-4695-8D53-CE758F12D83C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14" creationId="{DC24A670-9BC0-4EFA-88E2-065D72F0A51B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15" creationId="{27506309-35B9-486D-AA1E-A8D5CD0AF5F0}"/>
          </ac:spMkLst>
        </pc:spChg>
        <pc:spChg chg="add del mod">
          <ac:chgData name="Aritra Mitra" userId="ed282abb-f77d-4912-ae2d-92fef056a80d" providerId="ADAL" clId="{8E305264-2A43-41B7-98A6-8329B53DCB11}" dt="2021-02-14T23:25:36.267" v="98" actId="478"/>
          <ac:spMkLst>
            <pc:docMk/>
            <pc:sldMk cId="3655303321" sldId="353"/>
            <ac:spMk id="16" creationId="{C53B4736-E3A9-45F1-A2CF-CF11B3D0D25C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17" creationId="{20F70311-0431-4558-9A4A-FD936D467ED7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18" creationId="{881FF3D5-ACA7-4998-A293-64CF37C3C77E}"/>
          </ac:spMkLst>
        </pc:spChg>
        <pc:spChg chg="add mod">
          <ac:chgData name="Aritra Mitra" userId="ed282abb-f77d-4912-ae2d-92fef056a80d" providerId="ADAL" clId="{8E305264-2A43-41B7-98A6-8329B53DCB11}" dt="2021-02-14T23:35:53.755" v="274" actId="1076"/>
          <ac:spMkLst>
            <pc:docMk/>
            <pc:sldMk cId="3655303321" sldId="353"/>
            <ac:spMk id="19" creationId="{467195A5-141A-49FE-8AC8-6F4CA915BFFB}"/>
          </ac:spMkLst>
        </pc:spChg>
        <pc:spChg chg="add mod">
          <ac:chgData name="Aritra Mitra" userId="ed282abb-f77d-4912-ae2d-92fef056a80d" providerId="ADAL" clId="{8E305264-2A43-41B7-98A6-8329B53DCB11}" dt="2021-02-14T23:35:59.478" v="275" actId="1076"/>
          <ac:spMkLst>
            <pc:docMk/>
            <pc:sldMk cId="3655303321" sldId="353"/>
            <ac:spMk id="20" creationId="{96A6AB02-0477-4BF6-A17F-BEA976D9D718}"/>
          </ac:spMkLst>
        </pc:spChg>
        <pc:spChg chg="add mod">
          <ac:chgData name="Aritra Mitra" userId="ed282abb-f77d-4912-ae2d-92fef056a80d" providerId="ADAL" clId="{8E305264-2A43-41B7-98A6-8329B53DCB11}" dt="2021-02-14T23:36:06.048" v="276" actId="1076"/>
          <ac:spMkLst>
            <pc:docMk/>
            <pc:sldMk cId="3655303321" sldId="353"/>
            <ac:spMk id="21" creationId="{9C0E412E-70C7-427C-B062-EA3B069866E6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22" creationId="{326C2280-9D68-4935-BCB4-4B6B11D8CBF6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23" creationId="{56003A25-8605-446A-8255-2C02903DFE9A}"/>
          </ac:spMkLst>
        </pc:spChg>
        <pc:spChg chg="add mod">
          <ac:chgData name="Aritra Mitra" userId="ed282abb-f77d-4912-ae2d-92fef056a80d" providerId="ADAL" clId="{8E305264-2A43-41B7-98A6-8329B53DCB11}" dt="2021-02-14T23:33:50.051" v="213" actId="164"/>
          <ac:spMkLst>
            <pc:docMk/>
            <pc:sldMk cId="3655303321" sldId="353"/>
            <ac:spMk id="24" creationId="{27E58765-FD7C-41D2-AB4C-11DCEBCBFFE7}"/>
          </ac:spMkLst>
        </pc:spChg>
        <pc:spChg chg="add mod">
          <ac:chgData name="Aritra Mitra" userId="ed282abb-f77d-4912-ae2d-92fef056a80d" providerId="ADAL" clId="{8E305264-2A43-41B7-98A6-8329B53DCB11}" dt="2021-02-14T23:35:09.097" v="221" actId="14100"/>
          <ac:spMkLst>
            <pc:docMk/>
            <pc:sldMk cId="3655303321" sldId="353"/>
            <ac:spMk id="27" creationId="{09529A72-2AAC-4CBE-B2F3-523DBD347C8B}"/>
          </ac:spMkLst>
        </pc:spChg>
        <pc:spChg chg="add mod">
          <ac:chgData name="Aritra Mitra" userId="ed282abb-f77d-4912-ae2d-92fef056a80d" providerId="ADAL" clId="{8E305264-2A43-41B7-98A6-8329B53DCB11}" dt="2021-02-14T23:35:41.972" v="273" actId="1076"/>
          <ac:spMkLst>
            <pc:docMk/>
            <pc:sldMk cId="3655303321" sldId="353"/>
            <ac:spMk id="28" creationId="{E7E9E801-AD14-471D-9F40-D8B214233B0E}"/>
          </ac:spMkLst>
        </pc:spChg>
        <pc:grpChg chg="add mod">
          <ac:chgData name="Aritra Mitra" userId="ed282abb-f77d-4912-ae2d-92fef056a80d" providerId="ADAL" clId="{8E305264-2A43-41B7-98A6-8329B53DCB11}" dt="2021-02-14T23:34:08.867" v="214" actId="1076"/>
          <ac:grpSpMkLst>
            <pc:docMk/>
            <pc:sldMk cId="3655303321" sldId="353"/>
            <ac:grpSpMk id="26" creationId="{6CF905B3-87F6-4204-ADA1-C469F2B03319}"/>
          </ac:grpSpMkLst>
        </pc:grpChg>
        <pc:cxnChg chg="add mod">
          <ac:chgData name="Aritra Mitra" userId="ed282abb-f77d-4912-ae2d-92fef056a80d" providerId="ADAL" clId="{8E305264-2A43-41B7-98A6-8329B53DCB11}" dt="2021-02-14T23:33:50.051" v="213" actId="164"/>
          <ac:cxnSpMkLst>
            <pc:docMk/>
            <pc:sldMk cId="3655303321" sldId="353"/>
            <ac:cxnSpMk id="5" creationId="{F985A41F-63BD-408E-AF21-469D730B8710}"/>
          </ac:cxnSpMkLst>
        </pc:cxnChg>
        <pc:cxnChg chg="add del mod">
          <ac:chgData name="Aritra Mitra" userId="ed282abb-f77d-4912-ae2d-92fef056a80d" providerId="ADAL" clId="{8E305264-2A43-41B7-98A6-8329B53DCB11}" dt="2021-02-14T23:36:46.075" v="279" actId="478"/>
          <ac:cxnSpMkLst>
            <pc:docMk/>
            <pc:sldMk cId="3655303321" sldId="353"/>
            <ac:cxnSpMk id="30" creationId="{EC2005B8-3140-4568-AD1E-FF63BA6E924D}"/>
          </ac:cxnSpMkLst>
        </pc:cxnChg>
      </pc:sldChg>
      <pc:sldChg chg="addSp delSp modSp mod ord modAnim">
        <pc:chgData name="Aritra Mitra" userId="ed282abb-f77d-4912-ae2d-92fef056a80d" providerId="ADAL" clId="{8E305264-2A43-41B7-98A6-8329B53DCB11}" dt="2021-02-15T01:14:26.067" v="1451"/>
        <pc:sldMkLst>
          <pc:docMk/>
          <pc:sldMk cId="1890829400" sldId="354"/>
        </pc:sldMkLst>
        <pc:spChg chg="mod">
          <ac:chgData name="Aritra Mitra" userId="ed282abb-f77d-4912-ae2d-92fef056a80d" providerId="ADAL" clId="{8E305264-2A43-41B7-98A6-8329B53DCB11}" dt="2021-02-14T23:46:20.946" v="416" actId="207"/>
          <ac:spMkLst>
            <pc:docMk/>
            <pc:sldMk cId="1890829400" sldId="354"/>
            <ac:spMk id="3" creationId="{DCF2B7AC-A5D3-40F0-90C0-3D19F4F8B51C}"/>
          </ac:spMkLst>
        </pc:spChg>
        <pc:spChg chg="add mod">
          <ac:chgData name="Aritra Mitra" userId="ed282abb-f77d-4912-ae2d-92fef056a80d" providerId="ADAL" clId="{8E305264-2A43-41B7-98A6-8329B53DCB11}" dt="2021-02-14T23:48:05.927" v="450" actId="20577"/>
          <ac:spMkLst>
            <pc:docMk/>
            <pc:sldMk cId="1890829400" sldId="354"/>
            <ac:spMk id="5" creationId="{CB272053-5559-4522-A36C-BACE63411422}"/>
          </ac:spMkLst>
        </pc:spChg>
        <pc:spChg chg="mod">
          <ac:chgData name="Aritra Mitra" userId="ed282abb-f77d-4912-ae2d-92fef056a80d" providerId="ADAL" clId="{8E305264-2A43-41B7-98A6-8329B53DCB11}" dt="2021-02-14T23:43:16.736" v="318" actId="14100"/>
          <ac:spMkLst>
            <pc:docMk/>
            <pc:sldMk cId="1890829400" sldId="354"/>
            <ac:spMk id="6" creationId="{4A2AFB0C-711B-4EE8-88C5-70A1DE789474}"/>
          </ac:spMkLst>
        </pc:spChg>
        <pc:spChg chg="add mod">
          <ac:chgData name="Aritra Mitra" userId="ed282abb-f77d-4912-ae2d-92fef056a80d" providerId="ADAL" clId="{8E305264-2A43-41B7-98A6-8329B53DCB11}" dt="2021-02-14T23:43:55.124" v="321" actId="1076"/>
          <ac:spMkLst>
            <pc:docMk/>
            <pc:sldMk cId="1890829400" sldId="354"/>
            <ac:spMk id="7" creationId="{8BA85823-5684-4CA1-B2F0-2D73AF760BC9}"/>
          </ac:spMkLst>
        </pc:spChg>
        <pc:spChg chg="add mod">
          <ac:chgData name="Aritra Mitra" userId="ed282abb-f77d-4912-ae2d-92fef056a80d" providerId="ADAL" clId="{8E305264-2A43-41B7-98A6-8329B53DCB11}" dt="2021-02-14T23:43:55.124" v="321" actId="1076"/>
          <ac:spMkLst>
            <pc:docMk/>
            <pc:sldMk cId="1890829400" sldId="354"/>
            <ac:spMk id="8" creationId="{612848A3-2C16-4442-A83F-624A8D7F4DC8}"/>
          </ac:spMkLst>
        </pc:spChg>
        <pc:spChg chg="add del mod">
          <ac:chgData name="Aritra Mitra" userId="ed282abb-f77d-4912-ae2d-92fef056a80d" providerId="ADAL" clId="{8E305264-2A43-41B7-98A6-8329B53DCB11}" dt="2021-02-14T23:47:45.517" v="426" actId="478"/>
          <ac:spMkLst>
            <pc:docMk/>
            <pc:sldMk cId="1890829400" sldId="354"/>
            <ac:spMk id="9" creationId="{9BD5E19F-AC8B-43E7-965F-79FC9A7BD753}"/>
          </ac:spMkLst>
        </pc:spChg>
        <pc:spChg chg="add mod">
          <ac:chgData name="Aritra Mitra" userId="ed282abb-f77d-4912-ae2d-92fef056a80d" providerId="ADAL" clId="{8E305264-2A43-41B7-98A6-8329B53DCB11}" dt="2021-02-15T01:14:13.783" v="1450" actId="20577"/>
          <ac:spMkLst>
            <pc:docMk/>
            <pc:sldMk cId="1890829400" sldId="354"/>
            <ac:spMk id="10" creationId="{DE451A2E-1074-4154-AE53-9E44EFAAC346}"/>
          </ac:spMkLst>
        </pc:spChg>
      </pc:sldChg>
      <pc:sldChg chg="del">
        <pc:chgData name="Aritra Mitra" userId="ed282abb-f77d-4912-ae2d-92fef056a80d" providerId="ADAL" clId="{8E305264-2A43-41B7-98A6-8329B53DCB11}" dt="2021-02-15T00:23:04.192" v="999" actId="47"/>
        <pc:sldMkLst>
          <pc:docMk/>
          <pc:sldMk cId="2153827089" sldId="355"/>
        </pc:sldMkLst>
      </pc:sldChg>
      <pc:sldChg chg="addSp modSp mod modAnim">
        <pc:chgData name="Aritra Mitra" userId="ed282abb-f77d-4912-ae2d-92fef056a80d" providerId="ADAL" clId="{8E305264-2A43-41B7-98A6-8329B53DCB11}" dt="2021-02-15T00:38:50.907" v="1418"/>
        <pc:sldMkLst>
          <pc:docMk/>
          <pc:sldMk cId="1605787153" sldId="356"/>
        </pc:sldMkLst>
        <pc:spChg chg="mod">
          <ac:chgData name="Aritra Mitra" userId="ed282abb-f77d-4912-ae2d-92fef056a80d" providerId="ADAL" clId="{8E305264-2A43-41B7-98A6-8329B53DCB11}" dt="2021-02-15T00:37:09.108" v="1391" actId="20577"/>
          <ac:spMkLst>
            <pc:docMk/>
            <pc:sldMk cId="1605787153" sldId="356"/>
            <ac:spMk id="2" creationId="{9B4D2002-7913-4ECD-80C2-01885EABA229}"/>
          </ac:spMkLst>
        </pc:spChg>
        <pc:spChg chg="mod">
          <ac:chgData name="Aritra Mitra" userId="ed282abb-f77d-4912-ae2d-92fef056a80d" providerId="ADAL" clId="{8E305264-2A43-41B7-98A6-8329B53DCB11}" dt="2021-02-15T00:38:28.928" v="1414" actId="1076"/>
          <ac:spMkLst>
            <pc:docMk/>
            <pc:sldMk cId="1605787153" sldId="356"/>
            <ac:spMk id="3" creationId="{6633A027-12E5-4619-A3AC-4EDBC5241A33}"/>
          </ac:spMkLst>
        </pc:spChg>
        <pc:spChg chg="add mod">
          <ac:chgData name="Aritra Mitra" userId="ed282abb-f77d-4912-ae2d-92fef056a80d" providerId="ADAL" clId="{8E305264-2A43-41B7-98A6-8329B53DCB11}" dt="2021-02-15T00:38:39.848" v="1415" actId="1076"/>
          <ac:spMkLst>
            <pc:docMk/>
            <pc:sldMk cId="1605787153" sldId="356"/>
            <ac:spMk id="4" creationId="{F65F4353-8AD4-4C1A-8FD2-EFCAA47A1DEC}"/>
          </ac:spMkLst>
        </pc:spChg>
      </pc:sldChg>
      <pc:sldChg chg="modSp mod">
        <pc:chgData name="Aritra Mitra" userId="ed282abb-f77d-4912-ae2d-92fef056a80d" providerId="ADAL" clId="{8E305264-2A43-41B7-98A6-8329B53DCB11}" dt="2021-02-15T00:29:19.799" v="1243" actId="1076"/>
        <pc:sldMkLst>
          <pc:docMk/>
          <pc:sldMk cId="2078487047" sldId="357"/>
        </pc:sldMkLst>
        <pc:spChg chg="mod">
          <ac:chgData name="Aritra Mitra" userId="ed282abb-f77d-4912-ae2d-92fef056a80d" providerId="ADAL" clId="{8E305264-2A43-41B7-98A6-8329B53DCB11}" dt="2021-02-15T00:29:19.799" v="1243" actId="1076"/>
          <ac:spMkLst>
            <pc:docMk/>
            <pc:sldMk cId="2078487047" sldId="357"/>
            <ac:spMk id="2" creationId="{C2D081FD-68B8-443E-95C3-1EC5F021CEA1}"/>
          </ac:spMkLst>
        </pc:spChg>
      </pc:sldChg>
      <pc:sldChg chg="add ord">
        <pc:chgData name="Aritra Mitra" userId="ed282abb-f77d-4912-ae2d-92fef056a80d" providerId="ADAL" clId="{8E305264-2A43-41B7-98A6-8329B53DCB11}" dt="2021-02-15T01:12:52.976" v="1423"/>
        <pc:sldMkLst>
          <pc:docMk/>
          <pc:sldMk cId="1768657511" sldId="375"/>
        </pc:sldMkLst>
      </pc:sldChg>
      <pc:sldChg chg="new del">
        <pc:chgData name="Aritra Mitra" userId="ed282abb-f77d-4912-ae2d-92fef056a80d" providerId="ADAL" clId="{8E305264-2A43-41B7-98A6-8329B53DCB11}" dt="2021-02-15T01:11:32.440" v="1420" actId="47"/>
        <pc:sldMkLst>
          <pc:docMk/>
          <pc:sldMk cId="3516719418" sldId="375"/>
        </pc:sldMkLst>
      </pc:sldChg>
    </pc:docChg>
  </pc:docChgLst>
  <pc:docChgLst>
    <pc:chgData name="Aritra Mitra" userId="ed282abb-f77d-4912-ae2d-92fef056a80d" providerId="ADAL" clId="{EFC6A461-A41B-48F4-A481-711BE23EB017}"/>
    <pc:docChg chg="undo custSel addSld delSld modSld sldOrd delMainMaster modSection">
      <pc:chgData name="Aritra Mitra" userId="ed282abb-f77d-4912-ae2d-92fef056a80d" providerId="ADAL" clId="{EFC6A461-A41B-48F4-A481-711BE23EB017}" dt="2021-02-12T23:56:36.402" v="13444" actId="207"/>
      <pc:docMkLst>
        <pc:docMk/>
      </pc:docMkLst>
      <pc:sldChg chg="del">
        <pc:chgData name="Aritra Mitra" userId="ed282abb-f77d-4912-ae2d-92fef056a80d" providerId="ADAL" clId="{EFC6A461-A41B-48F4-A481-711BE23EB017}" dt="2021-02-12T05:50:30.770" v="11" actId="47"/>
        <pc:sldMkLst>
          <pc:docMk/>
          <pc:sldMk cId="2163179203" sldId="261"/>
        </pc:sldMkLst>
      </pc:sldChg>
      <pc:sldChg chg="del">
        <pc:chgData name="Aritra Mitra" userId="ed282abb-f77d-4912-ae2d-92fef056a80d" providerId="ADAL" clId="{EFC6A461-A41B-48F4-A481-711BE23EB017}" dt="2021-02-12T05:50:31.409" v="12" actId="47"/>
        <pc:sldMkLst>
          <pc:docMk/>
          <pc:sldMk cId="4219393589" sldId="263"/>
        </pc:sldMkLst>
      </pc:sldChg>
      <pc:sldChg chg="del">
        <pc:chgData name="Aritra Mitra" userId="ed282abb-f77d-4912-ae2d-92fef056a80d" providerId="ADAL" clId="{EFC6A461-A41B-48F4-A481-711BE23EB017}" dt="2021-02-12T05:50:25.011" v="0" actId="47"/>
        <pc:sldMkLst>
          <pc:docMk/>
          <pc:sldMk cId="3695319144" sldId="301"/>
        </pc:sldMkLst>
      </pc:sldChg>
      <pc:sldChg chg="del">
        <pc:chgData name="Aritra Mitra" userId="ed282abb-f77d-4912-ae2d-92fef056a80d" providerId="ADAL" clId="{EFC6A461-A41B-48F4-A481-711BE23EB017}" dt="2021-02-12T05:50:26.201" v="4" actId="47"/>
        <pc:sldMkLst>
          <pc:docMk/>
          <pc:sldMk cId="2458513484" sldId="318"/>
        </pc:sldMkLst>
      </pc:sldChg>
      <pc:sldChg chg="del">
        <pc:chgData name="Aritra Mitra" userId="ed282abb-f77d-4912-ae2d-92fef056a80d" providerId="ADAL" clId="{EFC6A461-A41B-48F4-A481-711BE23EB017}" dt="2021-02-12T05:50:26.736" v="5" actId="47"/>
        <pc:sldMkLst>
          <pc:docMk/>
          <pc:sldMk cId="1963313966" sldId="323"/>
        </pc:sldMkLst>
      </pc:sldChg>
      <pc:sldChg chg="add del">
        <pc:chgData name="Aritra Mitra" userId="ed282abb-f77d-4912-ae2d-92fef056a80d" providerId="ADAL" clId="{EFC6A461-A41B-48F4-A481-711BE23EB017}" dt="2021-02-12T19:54:51.928" v="7932" actId="47"/>
        <pc:sldMkLst>
          <pc:docMk/>
          <pc:sldMk cId="1492268902" sldId="325"/>
        </pc:sldMkLst>
      </pc:sldChg>
      <pc:sldChg chg="add del">
        <pc:chgData name="Aritra Mitra" userId="ed282abb-f77d-4912-ae2d-92fef056a80d" providerId="ADAL" clId="{EFC6A461-A41B-48F4-A481-711BE23EB017}" dt="2021-02-12T06:04:40.637" v="861" actId="47"/>
        <pc:sldMkLst>
          <pc:docMk/>
          <pc:sldMk cId="2415807604" sldId="339"/>
        </pc:sldMkLst>
      </pc:sldChg>
      <pc:sldChg chg="add del">
        <pc:chgData name="Aritra Mitra" userId="ed282abb-f77d-4912-ae2d-92fef056a80d" providerId="ADAL" clId="{EFC6A461-A41B-48F4-A481-711BE23EB017}" dt="2021-02-12T19:54:49.808" v="7930" actId="47"/>
        <pc:sldMkLst>
          <pc:docMk/>
          <pc:sldMk cId="1080805522" sldId="340"/>
        </pc:sldMkLst>
      </pc:sldChg>
      <pc:sldChg chg="del">
        <pc:chgData name="Aritra Mitra" userId="ed282abb-f77d-4912-ae2d-92fef056a80d" providerId="ADAL" clId="{EFC6A461-A41B-48F4-A481-711BE23EB017}" dt="2021-02-12T05:50:25.742" v="3" actId="47"/>
        <pc:sldMkLst>
          <pc:docMk/>
          <pc:sldMk cId="2106742598" sldId="341"/>
        </pc:sldMkLst>
      </pc:sldChg>
      <pc:sldChg chg="add del">
        <pc:chgData name="Aritra Mitra" userId="ed282abb-f77d-4912-ae2d-92fef056a80d" providerId="ADAL" clId="{EFC6A461-A41B-48F4-A481-711BE23EB017}" dt="2021-02-12T19:54:50.968" v="7931" actId="47"/>
        <pc:sldMkLst>
          <pc:docMk/>
          <pc:sldMk cId="2279304303" sldId="342"/>
        </pc:sldMkLst>
      </pc:sldChg>
      <pc:sldChg chg="add del">
        <pc:chgData name="Aritra Mitra" userId="ed282abb-f77d-4912-ae2d-92fef056a80d" providerId="ADAL" clId="{EFC6A461-A41B-48F4-A481-711BE23EB017}" dt="2021-02-12T19:54:52.808" v="7933" actId="47"/>
        <pc:sldMkLst>
          <pc:docMk/>
          <pc:sldMk cId="2667313891" sldId="344"/>
        </pc:sldMkLst>
      </pc:sldChg>
      <pc:sldChg chg="add del">
        <pc:chgData name="Aritra Mitra" userId="ed282abb-f77d-4912-ae2d-92fef056a80d" providerId="ADAL" clId="{EFC6A461-A41B-48F4-A481-711BE23EB017}" dt="2021-02-12T19:54:54.017" v="7934" actId="47"/>
        <pc:sldMkLst>
          <pc:docMk/>
          <pc:sldMk cId="2679551526" sldId="345"/>
        </pc:sldMkLst>
      </pc:sldChg>
      <pc:sldChg chg="add del">
        <pc:chgData name="Aritra Mitra" userId="ed282abb-f77d-4912-ae2d-92fef056a80d" providerId="ADAL" clId="{EFC6A461-A41B-48F4-A481-711BE23EB017}" dt="2021-02-12T19:54:54.727" v="7935" actId="47"/>
        <pc:sldMkLst>
          <pc:docMk/>
          <pc:sldMk cId="222443824" sldId="346"/>
        </pc:sldMkLst>
      </pc:sldChg>
      <pc:sldChg chg="delSp modSp add mod ord delAnim modAnim">
        <pc:chgData name="Aritra Mitra" userId="ed282abb-f77d-4912-ae2d-92fef056a80d" providerId="ADAL" clId="{EFC6A461-A41B-48F4-A481-711BE23EB017}" dt="2021-02-12T19:43:13.040" v="7806"/>
        <pc:sldMkLst>
          <pc:docMk/>
          <pc:sldMk cId="2119769301" sldId="347"/>
        </pc:sldMkLst>
        <pc:spChg chg="mod">
          <ac:chgData name="Aritra Mitra" userId="ed282abb-f77d-4912-ae2d-92fef056a80d" providerId="ADAL" clId="{EFC6A461-A41B-48F4-A481-711BE23EB017}" dt="2021-02-12T05:52:43.475" v="54" actId="20577"/>
          <ac:spMkLst>
            <pc:docMk/>
            <pc:sldMk cId="2119769301" sldId="347"/>
            <ac:spMk id="2" creationId="{AE236DAA-90C3-4E9D-8EC7-A48E5E559D10}"/>
          </ac:spMkLst>
        </pc:spChg>
        <pc:spChg chg="mod">
          <ac:chgData name="Aritra Mitra" userId="ed282abb-f77d-4912-ae2d-92fef056a80d" providerId="ADAL" clId="{EFC6A461-A41B-48F4-A481-711BE23EB017}" dt="2021-02-12T06:01:06.546" v="860" actId="20577"/>
          <ac:spMkLst>
            <pc:docMk/>
            <pc:sldMk cId="2119769301" sldId="347"/>
            <ac:spMk id="3" creationId="{1852BF5B-C3B1-43D4-AB74-1471DAE5937D}"/>
          </ac:spMkLst>
        </pc:spChg>
        <pc:spChg chg="del">
          <ac:chgData name="Aritra Mitra" userId="ed282abb-f77d-4912-ae2d-92fef056a80d" providerId="ADAL" clId="{EFC6A461-A41B-48F4-A481-711BE23EB017}" dt="2021-02-12T05:52:56.949" v="55" actId="478"/>
          <ac:spMkLst>
            <pc:docMk/>
            <pc:sldMk cId="2119769301" sldId="347"/>
            <ac:spMk id="5" creationId="{4D50043E-D395-4202-ADC6-2BBA44CD0AB1}"/>
          </ac:spMkLst>
        </pc:spChg>
        <pc:spChg chg="del">
          <ac:chgData name="Aritra Mitra" userId="ed282abb-f77d-4912-ae2d-92fef056a80d" providerId="ADAL" clId="{EFC6A461-A41B-48F4-A481-711BE23EB017}" dt="2021-02-12T05:53:00.151" v="56" actId="478"/>
          <ac:spMkLst>
            <pc:docMk/>
            <pc:sldMk cId="2119769301" sldId="347"/>
            <ac:spMk id="6" creationId="{8220CAC9-FDDF-46E0-B364-74BE75B4CD5A}"/>
          </ac:spMkLst>
        </pc:spChg>
        <pc:spChg chg="del">
          <ac:chgData name="Aritra Mitra" userId="ed282abb-f77d-4912-ae2d-92fef056a80d" providerId="ADAL" clId="{EFC6A461-A41B-48F4-A481-711BE23EB017}" dt="2021-02-12T05:53:02.366" v="57" actId="478"/>
          <ac:spMkLst>
            <pc:docMk/>
            <pc:sldMk cId="2119769301" sldId="347"/>
            <ac:spMk id="9" creationId="{E48777D6-1EF6-4294-862A-E8116D36F6F7}"/>
          </ac:spMkLst>
        </pc:spChg>
        <pc:spChg chg="del">
          <ac:chgData name="Aritra Mitra" userId="ed282abb-f77d-4912-ae2d-92fef056a80d" providerId="ADAL" clId="{EFC6A461-A41B-48F4-A481-711BE23EB017}" dt="2021-02-12T05:53:06.650" v="58" actId="478"/>
          <ac:spMkLst>
            <pc:docMk/>
            <pc:sldMk cId="2119769301" sldId="347"/>
            <ac:spMk id="10" creationId="{C12FA1FB-28B2-4113-B463-25DBCF8EDD1C}"/>
          </ac:spMkLst>
        </pc:spChg>
      </pc:sldChg>
      <pc:sldChg chg="del">
        <pc:chgData name="Aritra Mitra" userId="ed282abb-f77d-4912-ae2d-92fef056a80d" providerId="ADAL" clId="{EFC6A461-A41B-48F4-A481-711BE23EB017}" dt="2021-02-12T05:50:31.587" v="13" actId="47"/>
        <pc:sldMkLst>
          <pc:docMk/>
          <pc:sldMk cId="4224532464" sldId="347"/>
        </pc:sldMkLst>
      </pc:sldChg>
      <pc:sldChg chg="add del">
        <pc:chgData name="Aritra Mitra" userId="ed282abb-f77d-4912-ae2d-92fef056a80d" providerId="ADAL" clId="{EFC6A461-A41B-48F4-A481-711BE23EB017}" dt="2021-02-12T07:16:03.178" v="2628" actId="47"/>
        <pc:sldMkLst>
          <pc:docMk/>
          <pc:sldMk cId="189209422" sldId="348"/>
        </pc:sldMkLst>
      </pc:sldChg>
      <pc:sldChg chg="modSp add del mod">
        <pc:chgData name="Aritra Mitra" userId="ed282abb-f77d-4912-ae2d-92fef056a80d" providerId="ADAL" clId="{EFC6A461-A41B-48F4-A481-711BE23EB017}" dt="2021-02-12T19:10:55.319" v="6351" actId="47"/>
        <pc:sldMkLst>
          <pc:docMk/>
          <pc:sldMk cId="3886761140" sldId="348"/>
        </pc:sldMkLst>
        <pc:spChg chg="mod">
          <ac:chgData name="Aritra Mitra" userId="ed282abb-f77d-4912-ae2d-92fef056a80d" providerId="ADAL" clId="{EFC6A461-A41B-48F4-A481-711BE23EB017}" dt="2021-02-12T18:48:06.871" v="6049" actId="20577"/>
          <ac:spMkLst>
            <pc:docMk/>
            <pc:sldMk cId="3886761140" sldId="348"/>
            <ac:spMk id="2" creationId="{63A58573-9D28-4E1E-A9A5-801908E153F8}"/>
          </ac:spMkLst>
        </pc:spChg>
      </pc:sldChg>
      <pc:sldChg chg="del">
        <pc:chgData name="Aritra Mitra" userId="ed282abb-f77d-4912-ae2d-92fef056a80d" providerId="ADAL" clId="{EFC6A461-A41B-48F4-A481-711BE23EB017}" dt="2021-02-12T05:50:32.680" v="15" actId="47"/>
        <pc:sldMkLst>
          <pc:docMk/>
          <pc:sldMk cId="496558506" sldId="349"/>
        </pc:sldMkLst>
      </pc:sldChg>
      <pc:sldChg chg="addSp delSp modSp add mod delAnim modAnim">
        <pc:chgData name="Aritra Mitra" userId="ed282abb-f77d-4912-ae2d-92fef056a80d" providerId="ADAL" clId="{EFC6A461-A41B-48F4-A481-711BE23EB017}" dt="2021-02-12T16:44:22.891" v="4789"/>
        <pc:sldMkLst>
          <pc:docMk/>
          <pc:sldMk cId="4233787963" sldId="349"/>
        </pc:sldMkLst>
        <pc:spChg chg="mod">
          <ac:chgData name="Aritra Mitra" userId="ed282abb-f77d-4912-ae2d-92fef056a80d" providerId="ADAL" clId="{EFC6A461-A41B-48F4-A481-711BE23EB017}" dt="2021-02-12T06:06:01.067" v="940" actId="20577"/>
          <ac:spMkLst>
            <pc:docMk/>
            <pc:sldMk cId="4233787963" sldId="349"/>
            <ac:spMk id="2" creationId="{63A58573-9D28-4E1E-A9A5-801908E153F8}"/>
          </ac:spMkLst>
        </pc:spChg>
        <pc:spChg chg="mod">
          <ac:chgData name="Aritra Mitra" userId="ed282abb-f77d-4912-ae2d-92fef056a80d" providerId="ADAL" clId="{EFC6A461-A41B-48F4-A481-711BE23EB017}" dt="2021-02-12T06:16:41.370" v="1247" actId="207"/>
          <ac:spMkLst>
            <pc:docMk/>
            <pc:sldMk cId="4233787963" sldId="349"/>
            <ac:spMk id="3" creationId="{21FEDB0F-978D-4A36-87C9-82432AA6465E}"/>
          </ac:spMkLst>
        </pc:spChg>
        <pc:spChg chg="mod">
          <ac:chgData name="Aritra Mitra" userId="ed282abb-f77d-4912-ae2d-92fef056a80d" providerId="ADAL" clId="{EFC6A461-A41B-48F4-A481-711BE23EB017}" dt="2021-02-12T06:16:15.131" v="1245" actId="14100"/>
          <ac:spMkLst>
            <pc:docMk/>
            <pc:sldMk cId="4233787963" sldId="349"/>
            <ac:spMk id="4" creationId="{620B54EF-806A-4ED5-9816-FB05858E620B}"/>
          </ac:spMkLst>
        </pc:spChg>
        <pc:spChg chg="del mod">
          <ac:chgData name="Aritra Mitra" userId="ed282abb-f77d-4912-ae2d-92fef056a80d" providerId="ADAL" clId="{EFC6A461-A41B-48F4-A481-711BE23EB017}" dt="2021-02-12T06:15:36.175" v="1234" actId="478"/>
          <ac:spMkLst>
            <pc:docMk/>
            <pc:sldMk cId="4233787963" sldId="349"/>
            <ac:spMk id="6" creationId="{21BB7C1B-5EC2-4914-86DC-40722895B73C}"/>
          </ac:spMkLst>
        </pc:spChg>
        <pc:spChg chg="mod">
          <ac:chgData name="Aritra Mitra" userId="ed282abb-f77d-4912-ae2d-92fef056a80d" providerId="ADAL" clId="{EFC6A461-A41B-48F4-A481-711BE23EB017}" dt="2021-02-12T06:17:20.941" v="1253" actId="1076"/>
          <ac:spMkLst>
            <pc:docMk/>
            <pc:sldMk cId="4233787963" sldId="349"/>
            <ac:spMk id="7" creationId="{D8EC412C-BE7E-4DE8-BF3C-D4C2B1DDEDA5}"/>
          </ac:spMkLst>
        </pc:spChg>
        <pc:spChg chg="add mod">
          <ac:chgData name="Aritra Mitra" userId="ed282abb-f77d-4912-ae2d-92fef056a80d" providerId="ADAL" clId="{EFC6A461-A41B-48F4-A481-711BE23EB017}" dt="2021-02-12T06:19:31.935" v="1326" actId="1076"/>
          <ac:spMkLst>
            <pc:docMk/>
            <pc:sldMk cId="4233787963" sldId="349"/>
            <ac:spMk id="11" creationId="{6FE07CE2-5ED1-415C-BCD6-AD2C553E0E5A}"/>
          </ac:spMkLst>
        </pc:spChg>
        <pc:spChg chg="add mod">
          <ac:chgData name="Aritra Mitra" userId="ed282abb-f77d-4912-ae2d-92fef056a80d" providerId="ADAL" clId="{EFC6A461-A41B-48F4-A481-711BE23EB017}" dt="2021-02-12T06:20:40.865" v="1336" actId="1582"/>
          <ac:spMkLst>
            <pc:docMk/>
            <pc:sldMk cId="4233787963" sldId="349"/>
            <ac:spMk id="12" creationId="{6BBD736F-9BBF-4FAD-A0A0-A3A13C5AB504}"/>
          </ac:spMkLst>
        </pc:spChg>
        <pc:spChg chg="add mod">
          <ac:chgData name="Aritra Mitra" userId="ed282abb-f77d-4912-ae2d-92fef056a80d" providerId="ADAL" clId="{EFC6A461-A41B-48F4-A481-711BE23EB017}" dt="2021-02-12T06:23:05.704" v="1378" actId="255"/>
          <ac:spMkLst>
            <pc:docMk/>
            <pc:sldMk cId="4233787963" sldId="349"/>
            <ac:spMk id="17" creationId="{FEAE8C51-11DE-4A78-A54A-02E4E48A0738}"/>
          </ac:spMkLst>
        </pc:spChg>
        <pc:cxnChg chg="add mod">
          <ac:chgData name="Aritra Mitra" userId="ed282abb-f77d-4912-ae2d-92fef056a80d" providerId="ADAL" clId="{EFC6A461-A41B-48F4-A481-711BE23EB017}" dt="2021-02-12T06:17:34.494" v="1255" actId="1076"/>
          <ac:cxnSpMkLst>
            <pc:docMk/>
            <pc:sldMk cId="4233787963" sldId="349"/>
            <ac:cxnSpMk id="8" creationId="{3DF9BD41-719E-4D72-80F0-0B66D522D126}"/>
          </ac:cxnSpMkLst>
        </pc:cxnChg>
        <pc:cxnChg chg="add mod">
          <ac:chgData name="Aritra Mitra" userId="ed282abb-f77d-4912-ae2d-92fef056a80d" providerId="ADAL" clId="{EFC6A461-A41B-48F4-A481-711BE23EB017}" dt="2021-02-12T06:23:10.769" v="1379" actId="14100"/>
          <ac:cxnSpMkLst>
            <pc:docMk/>
            <pc:sldMk cId="4233787963" sldId="349"/>
            <ac:cxnSpMk id="14" creationId="{18BF55B9-39BC-4080-8411-5A7D8E5E76A4}"/>
          </ac:cxnSpMkLst>
        </pc:cxnChg>
      </pc:sldChg>
      <pc:sldChg chg="addSp delSp modSp new mod">
        <pc:chgData name="Aritra Mitra" userId="ed282abb-f77d-4912-ae2d-92fef056a80d" providerId="ADAL" clId="{EFC6A461-A41B-48F4-A481-711BE23EB017}" dt="2021-02-12T06:49:20.034" v="1986" actId="207"/>
        <pc:sldMkLst>
          <pc:docMk/>
          <pc:sldMk cId="3394656246" sldId="350"/>
        </pc:sldMkLst>
        <pc:spChg chg="mod">
          <ac:chgData name="Aritra Mitra" userId="ed282abb-f77d-4912-ae2d-92fef056a80d" providerId="ADAL" clId="{EFC6A461-A41B-48F4-A481-711BE23EB017}" dt="2021-02-12T06:24:09.827" v="1439" actId="20577"/>
          <ac:spMkLst>
            <pc:docMk/>
            <pc:sldMk cId="3394656246" sldId="350"/>
            <ac:spMk id="2" creationId="{24788869-D361-4DA3-842B-C76ACDD2766E}"/>
          </ac:spMkLst>
        </pc:spChg>
        <pc:spChg chg="mod">
          <ac:chgData name="Aritra Mitra" userId="ed282abb-f77d-4912-ae2d-92fef056a80d" providerId="ADAL" clId="{EFC6A461-A41B-48F4-A481-711BE23EB017}" dt="2021-02-12T06:49:20.034" v="1986" actId="207"/>
          <ac:spMkLst>
            <pc:docMk/>
            <pc:sldMk cId="3394656246" sldId="350"/>
            <ac:spMk id="3" creationId="{0BE21FA0-3569-4359-92A2-6F05B5EF7A36}"/>
          </ac:spMkLst>
        </pc:spChg>
        <pc:spChg chg="add mod">
          <ac:chgData name="Aritra Mitra" userId="ed282abb-f77d-4912-ae2d-92fef056a80d" providerId="ADAL" clId="{EFC6A461-A41B-48F4-A481-711BE23EB017}" dt="2021-02-12T06:42:41.854" v="1654" actId="1076"/>
          <ac:spMkLst>
            <pc:docMk/>
            <pc:sldMk cId="3394656246" sldId="350"/>
            <ac:spMk id="4" creationId="{10EE7EA3-AA55-4B57-985F-7DD10B308201}"/>
          </ac:spMkLst>
        </pc:spChg>
        <pc:spChg chg="add mod">
          <ac:chgData name="Aritra Mitra" userId="ed282abb-f77d-4912-ae2d-92fef056a80d" providerId="ADAL" clId="{EFC6A461-A41B-48F4-A481-711BE23EB017}" dt="2021-02-12T06:47:15.452" v="1834" actId="20577"/>
          <ac:spMkLst>
            <pc:docMk/>
            <pc:sldMk cId="3394656246" sldId="350"/>
            <ac:spMk id="5" creationId="{4EBC1AA9-D972-4922-A881-8AF9FC765C5F}"/>
          </ac:spMkLst>
        </pc:spChg>
        <pc:spChg chg="add del mod">
          <ac:chgData name="Aritra Mitra" userId="ed282abb-f77d-4912-ae2d-92fef056a80d" providerId="ADAL" clId="{EFC6A461-A41B-48F4-A481-711BE23EB017}" dt="2021-02-12T06:43:56.248" v="1663" actId="478"/>
          <ac:spMkLst>
            <pc:docMk/>
            <pc:sldMk cId="3394656246" sldId="350"/>
            <ac:spMk id="6" creationId="{FBD3FF16-0DF4-43E9-896D-E842AA82F71C}"/>
          </ac:spMkLst>
        </pc:spChg>
        <pc:spChg chg="add del mod">
          <ac:chgData name="Aritra Mitra" userId="ed282abb-f77d-4912-ae2d-92fef056a80d" providerId="ADAL" clId="{EFC6A461-A41B-48F4-A481-711BE23EB017}" dt="2021-02-12T06:44:01.631" v="1664" actId="478"/>
          <ac:spMkLst>
            <pc:docMk/>
            <pc:sldMk cId="3394656246" sldId="350"/>
            <ac:spMk id="7" creationId="{462AD91B-8B4D-470F-9F22-4EED671AD449}"/>
          </ac:spMkLst>
        </pc:spChg>
        <pc:spChg chg="add mod">
          <ac:chgData name="Aritra Mitra" userId="ed282abb-f77d-4912-ae2d-92fef056a80d" providerId="ADAL" clId="{EFC6A461-A41B-48F4-A481-711BE23EB017}" dt="2021-02-12T06:46:47.425" v="1831" actId="20577"/>
          <ac:spMkLst>
            <pc:docMk/>
            <pc:sldMk cId="3394656246" sldId="350"/>
            <ac:spMk id="10" creationId="{12232C57-A554-4294-9DFE-36D10629145F}"/>
          </ac:spMkLst>
        </pc:spChg>
        <pc:cxnChg chg="add mod">
          <ac:chgData name="Aritra Mitra" userId="ed282abb-f77d-4912-ae2d-92fef056a80d" providerId="ADAL" clId="{EFC6A461-A41B-48F4-A481-711BE23EB017}" dt="2021-02-12T06:46:44.238" v="1829" actId="1076"/>
          <ac:cxnSpMkLst>
            <pc:docMk/>
            <pc:sldMk cId="3394656246" sldId="350"/>
            <ac:cxnSpMk id="9" creationId="{E9E26024-1E2A-49B3-A774-9035D818D3EE}"/>
          </ac:cxnSpMkLst>
        </pc:cxn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4006318732" sldId="350"/>
        </pc:sldMkLst>
      </pc:sldChg>
      <pc:sldChg chg="addSp modSp add mod modAnim">
        <pc:chgData name="Aritra Mitra" userId="ed282abb-f77d-4912-ae2d-92fef056a80d" providerId="ADAL" clId="{EFC6A461-A41B-48F4-A481-711BE23EB017}" dt="2021-02-12T19:43:48.526" v="7809"/>
        <pc:sldMkLst>
          <pc:docMk/>
          <pc:sldMk cId="2618516425" sldId="351"/>
        </pc:sldMkLst>
        <pc:spChg chg="mod">
          <ac:chgData name="Aritra Mitra" userId="ed282abb-f77d-4912-ae2d-92fef056a80d" providerId="ADAL" clId="{EFC6A461-A41B-48F4-A481-711BE23EB017}" dt="2021-02-12T06:27:07.699" v="1483" actId="20577"/>
          <ac:spMkLst>
            <pc:docMk/>
            <pc:sldMk cId="2618516425" sldId="351"/>
            <ac:spMk id="2" creationId="{63A6F91B-ED0F-4A67-B6B9-396A72FE0D68}"/>
          </ac:spMkLst>
        </pc:spChg>
        <pc:spChg chg="mod">
          <ac:chgData name="Aritra Mitra" userId="ed282abb-f77d-4912-ae2d-92fef056a80d" providerId="ADAL" clId="{EFC6A461-A41B-48F4-A481-711BE23EB017}" dt="2021-02-12T06:31:13.700" v="1495" actId="20577"/>
          <ac:spMkLst>
            <pc:docMk/>
            <pc:sldMk cId="2618516425" sldId="351"/>
            <ac:spMk id="3" creationId="{57DD4E0A-8701-476F-830C-D0557EBD039D}"/>
          </ac:spMkLst>
        </pc:spChg>
        <pc:spChg chg="add mod">
          <ac:chgData name="Aritra Mitra" userId="ed282abb-f77d-4912-ae2d-92fef056a80d" providerId="ADAL" clId="{EFC6A461-A41B-48F4-A481-711BE23EB017}" dt="2021-02-12T06:31:18.985" v="1496" actId="1076"/>
          <ac:spMkLst>
            <pc:docMk/>
            <pc:sldMk cId="2618516425" sldId="351"/>
            <ac:spMk id="4" creationId="{17DBC554-57D0-4BC9-ADD5-FB9DA0994CB6}"/>
          </ac:spMkLst>
        </pc:spChg>
        <pc:cxnChg chg="add mod">
          <ac:chgData name="Aritra Mitra" userId="ed282abb-f77d-4912-ae2d-92fef056a80d" providerId="ADAL" clId="{EFC6A461-A41B-48F4-A481-711BE23EB017}" dt="2021-02-12T06:31:22.524" v="1497" actId="1076"/>
          <ac:cxnSpMkLst>
            <pc:docMk/>
            <pc:sldMk cId="2618516425" sldId="351"/>
            <ac:cxnSpMk id="6" creationId="{B5017B00-5188-4DFE-BC3C-9CCBD38E2B90}"/>
          </ac:cxnSpMkLst>
        </pc:cxnChg>
      </pc:sldChg>
      <pc:sldChg chg="modSp new mod modAnim">
        <pc:chgData name="Aritra Mitra" userId="ed282abb-f77d-4912-ae2d-92fef056a80d" providerId="ADAL" clId="{EFC6A461-A41B-48F4-A481-711BE23EB017}" dt="2021-02-12T19:44:10.262" v="7811"/>
        <pc:sldMkLst>
          <pc:docMk/>
          <pc:sldMk cId="610019849" sldId="352"/>
        </pc:sldMkLst>
        <pc:spChg chg="mod">
          <ac:chgData name="Aritra Mitra" userId="ed282abb-f77d-4912-ae2d-92fef056a80d" providerId="ADAL" clId="{EFC6A461-A41B-48F4-A481-711BE23EB017}" dt="2021-02-12T06:51:02.344" v="2031" actId="20577"/>
          <ac:spMkLst>
            <pc:docMk/>
            <pc:sldMk cId="610019849" sldId="352"/>
            <ac:spMk id="2" creationId="{8639B2C4-D4CC-4FBF-A833-F4E22B31AA61}"/>
          </ac:spMkLst>
        </pc:spChg>
        <pc:spChg chg="mod">
          <ac:chgData name="Aritra Mitra" userId="ed282abb-f77d-4912-ae2d-92fef056a80d" providerId="ADAL" clId="{EFC6A461-A41B-48F4-A481-711BE23EB017}" dt="2021-02-12T07:12:37.479" v="2627" actId="20577"/>
          <ac:spMkLst>
            <pc:docMk/>
            <pc:sldMk cId="610019849" sldId="352"/>
            <ac:spMk id="3" creationId="{D94F5454-1DB4-4EC0-90ED-A9D78A20D1BE}"/>
          </ac:spMkLst>
        </pc:spChg>
      </pc:sldChg>
      <pc:sldChg chg="add del">
        <pc:chgData name="Aritra Mitra" userId="ed282abb-f77d-4912-ae2d-92fef056a80d" providerId="ADAL" clId="{EFC6A461-A41B-48F4-A481-711BE23EB017}" dt="2021-02-12T06:37:33.018" v="1499" actId="47"/>
        <pc:sldMkLst>
          <pc:docMk/>
          <pc:sldMk cId="4256494027" sldId="352"/>
        </pc:sldMkLst>
      </pc:sldChg>
      <pc:sldChg chg="add del">
        <pc:chgData name="Aritra Mitra" userId="ed282abb-f77d-4912-ae2d-92fef056a80d" providerId="ADAL" clId="{EFC6A461-A41B-48F4-A481-711BE23EB017}" dt="2021-02-12T06:49:41.030" v="1987" actId="47"/>
        <pc:sldMkLst>
          <pc:docMk/>
          <pc:sldMk cId="65371411" sldId="353"/>
        </pc:sldMkLst>
      </pc:sldChg>
      <pc:sldChg chg="modSp new mod modAnim">
        <pc:chgData name="Aritra Mitra" userId="ed282abb-f77d-4912-ae2d-92fef056a80d" providerId="ADAL" clId="{EFC6A461-A41B-48F4-A481-711BE23EB017}" dt="2021-02-12T19:44:29.348" v="7814"/>
        <pc:sldMkLst>
          <pc:docMk/>
          <pc:sldMk cId="3207261049" sldId="353"/>
        </pc:sldMkLst>
        <pc:spChg chg="mod">
          <ac:chgData name="Aritra Mitra" userId="ed282abb-f77d-4912-ae2d-92fef056a80d" providerId="ADAL" clId="{EFC6A461-A41B-48F4-A481-711BE23EB017}" dt="2021-02-12T07:18:49.713" v="2667" actId="20577"/>
          <ac:spMkLst>
            <pc:docMk/>
            <pc:sldMk cId="3207261049" sldId="353"/>
            <ac:spMk id="2" creationId="{4F885980-A8CE-4AC9-B378-E33BEA2A12F1}"/>
          </ac:spMkLst>
        </pc:spChg>
        <pc:spChg chg="mod">
          <ac:chgData name="Aritra Mitra" userId="ed282abb-f77d-4912-ae2d-92fef056a80d" providerId="ADAL" clId="{EFC6A461-A41B-48F4-A481-711BE23EB017}" dt="2021-02-12T07:39:36.182" v="3354" actId="207"/>
          <ac:spMkLst>
            <pc:docMk/>
            <pc:sldMk cId="3207261049" sldId="353"/>
            <ac:spMk id="3" creationId="{1B56D1CB-F1DC-4492-B4A1-7F34C76D940F}"/>
          </ac:spMkLst>
        </pc:spChg>
      </pc:sldChg>
      <pc:sldChg chg="addSp delSp modSp new mod">
        <pc:chgData name="Aritra Mitra" userId="ed282abb-f77d-4912-ae2d-92fef056a80d" providerId="ADAL" clId="{EFC6A461-A41B-48F4-A481-711BE23EB017}" dt="2021-02-12T22:41:57.878" v="10388" actId="207"/>
        <pc:sldMkLst>
          <pc:docMk/>
          <pc:sldMk cId="1890829400" sldId="354"/>
        </pc:sldMkLst>
        <pc:spChg chg="mod">
          <ac:chgData name="Aritra Mitra" userId="ed282abb-f77d-4912-ae2d-92fef056a80d" providerId="ADAL" clId="{EFC6A461-A41B-48F4-A481-711BE23EB017}" dt="2021-02-12T07:40:15.353" v="3405" actId="20577"/>
          <ac:spMkLst>
            <pc:docMk/>
            <pc:sldMk cId="1890829400" sldId="354"/>
            <ac:spMk id="2" creationId="{9787E2E1-6385-425B-BB96-9904EB8EED5B}"/>
          </ac:spMkLst>
        </pc:spChg>
        <pc:spChg chg="mod">
          <ac:chgData name="Aritra Mitra" userId="ed282abb-f77d-4912-ae2d-92fef056a80d" providerId="ADAL" clId="{EFC6A461-A41B-48F4-A481-711BE23EB017}" dt="2021-02-12T22:41:57.878" v="10388" actId="207"/>
          <ac:spMkLst>
            <pc:docMk/>
            <pc:sldMk cId="1890829400" sldId="354"/>
            <ac:spMk id="3" creationId="{DCF2B7AC-A5D3-40F0-90C0-3D19F4F8B51C}"/>
          </ac:spMkLst>
        </pc:spChg>
        <pc:spChg chg="add mod">
          <ac:chgData name="Aritra Mitra" userId="ed282abb-f77d-4912-ae2d-92fef056a80d" providerId="ADAL" clId="{EFC6A461-A41B-48F4-A481-711BE23EB017}" dt="2021-02-12T07:53:53.860" v="3780" actId="1076"/>
          <ac:spMkLst>
            <pc:docMk/>
            <pc:sldMk cId="1890829400" sldId="354"/>
            <ac:spMk id="4" creationId="{ED95AF44-96AA-42F5-BD0B-48FC66228E21}"/>
          </ac:spMkLst>
        </pc:spChg>
        <pc:spChg chg="add del mod">
          <ac:chgData name="Aritra Mitra" userId="ed282abb-f77d-4912-ae2d-92fef056a80d" providerId="ADAL" clId="{EFC6A461-A41B-48F4-A481-711BE23EB017}" dt="2021-02-12T07:49:17.330" v="3652" actId="478"/>
          <ac:spMkLst>
            <pc:docMk/>
            <pc:sldMk cId="1890829400" sldId="354"/>
            <ac:spMk id="5" creationId="{1155281E-EDA8-433C-AC37-32B95CDF8FF5}"/>
          </ac:spMkLst>
        </pc:spChg>
        <pc:spChg chg="add mod">
          <ac:chgData name="Aritra Mitra" userId="ed282abb-f77d-4912-ae2d-92fef056a80d" providerId="ADAL" clId="{EFC6A461-A41B-48F4-A481-711BE23EB017}" dt="2021-02-12T07:54:36.491" v="3784" actId="1582"/>
          <ac:spMkLst>
            <pc:docMk/>
            <pc:sldMk cId="1890829400" sldId="354"/>
            <ac:spMk id="6" creationId="{4A2AFB0C-711B-4EE8-88C5-70A1DE789474}"/>
          </ac:spMkLst>
        </pc:sp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2913564770" sldId="354"/>
        </pc:sldMkLst>
      </pc:sldChg>
      <pc:sldChg chg="modSp new mod modAnim">
        <pc:chgData name="Aritra Mitra" userId="ed282abb-f77d-4912-ae2d-92fef056a80d" providerId="ADAL" clId="{EFC6A461-A41B-48F4-A481-711BE23EB017}" dt="2021-02-12T19:44:55.101" v="7816"/>
        <pc:sldMkLst>
          <pc:docMk/>
          <pc:sldMk cId="2153827089" sldId="355"/>
        </pc:sldMkLst>
        <pc:spChg chg="mod">
          <ac:chgData name="Aritra Mitra" userId="ed282abb-f77d-4912-ae2d-92fef056a80d" providerId="ADAL" clId="{EFC6A461-A41B-48F4-A481-711BE23EB017}" dt="2021-02-12T08:02:17.801" v="4716" actId="20577"/>
          <ac:spMkLst>
            <pc:docMk/>
            <pc:sldMk cId="2153827089" sldId="355"/>
            <ac:spMk id="2" creationId="{24DB89E7-DEF3-4CAC-BFE2-1F214FA582AB}"/>
          </ac:spMkLst>
        </pc:spChg>
        <pc:spChg chg="mod">
          <ac:chgData name="Aritra Mitra" userId="ed282abb-f77d-4912-ae2d-92fef056a80d" providerId="ADAL" clId="{EFC6A461-A41B-48F4-A481-711BE23EB017}" dt="2021-02-12T08:03:46.492" v="4787" actId="207"/>
          <ac:spMkLst>
            <pc:docMk/>
            <pc:sldMk cId="2153827089" sldId="355"/>
            <ac:spMk id="3" creationId="{EAC16C04-BB49-4EA7-BA58-FBD33B8578C1}"/>
          </ac:spMkLst>
        </pc:sp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3920868290" sldId="355"/>
        </pc:sldMkLst>
      </pc:sldChg>
      <pc:sldChg chg="modSp new mod modAnim">
        <pc:chgData name="Aritra Mitra" userId="ed282abb-f77d-4912-ae2d-92fef056a80d" providerId="ADAL" clId="{EFC6A461-A41B-48F4-A481-711BE23EB017}" dt="2021-02-12T19:45:08.518" v="7818"/>
        <pc:sldMkLst>
          <pc:docMk/>
          <pc:sldMk cId="1605787153" sldId="356"/>
        </pc:sldMkLst>
        <pc:spChg chg="mod">
          <ac:chgData name="Aritra Mitra" userId="ed282abb-f77d-4912-ae2d-92fef056a80d" providerId="ADAL" clId="{EFC6A461-A41B-48F4-A481-711BE23EB017}" dt="2021-02-12T18:46:30.870" v="6015" actId="20577"/>
          <ac:spMkLst>
            <pc:docMk/>
            <pc:sldMk cId="1605787153" sldId="356"/>
            <ac:spMk id="2" creationId="{9B4D2002-7913-4ECD-80C2-01885EABA229}"/>
          </ac:spMkLst>
        </pc:spChg>
        <pc:spChg chg="mod">
          <ac:chgData name="Aritra Mitra" userId="ed282abb-f77d-4912-ae2d-92fef056a80d" providerId="ADAL" clId="{EFC6A461-A41B-48F4-A481-711BE23EB017}" dt="2021-02-12T17:16:46.579" v="5271" actId="1076"/>
          <ac:spMkLst>
            <pc:docMk/>
            <pc:sldMk cId="1605787153" sldId="356"/>
            <ac:spMk id="3" creationId="{6633A027-12E5-4619-A3AC-4EDBC5241A33}"/>
          </ac:spMkLst>
        </pc:sp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1754065141" sldId="356"/>
        </pc:sldMkLst>
      </pc:sldChg>
      <pc:sldChg chg="modSp add del mod">
        <pc:chgData name="Aritra Mitra" userId="ed282abb-f77d-4912-ae2d-92fef056a80d" providerId="ADAL" clId="{EFC6A461-A41B-48F4-A481-711BE23EB017}" dt="2021-02-12T17:03:25.480" v="5270" actId="20577"/>
        <pc:sldMkLst>
          <pc:docMk/>
          <pc:sldMk cId="2078487047" sldId="357"/>
        </pc:sldMkLst>
        <pc:spChg chg="mod">
          <ac:chgData name="Aritra Mitra" userId="ed282abb-f77d-4912-ae2d-92fef056a80d" providerId="ADAL" clId="{EFC6A461-A41B-48F4-A481-711BE23EB017}" dt="2021-02-12T17:03:25.480" v="5270" actId="20577"/>
          <ac:spMkLst>
            <pc:docMk/>
            <pc:sldMk cId="2078487047" sldId="357"/>
            <ac:spMk id="2" creationId="{C2D081FD-68B8-443E-95C3-1EC5F021CEA1}"/>
          </ac:spMkLst>
        </pc:sp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2357645876" sldId="358"/>
        </pc:sldMkLst>
      </pc:sldChg>
      <pc:sldChg chg="modSp add mod">
        <pc:chgData name="Aritra Mitra" userId="ed282abb-f77d-4912-ae2d-92fef056a80d" providerId="ADAL" clId="{EFC6A461-A41B-48F4-A481-711BE23EB017}" dt="2021-02-12T17:17:55.110" v="5326" actId="1076"/>
        <pc:sldMkLst>
          <pc:docMk/>
          <pc:sldMk cId="3824063033" sldId="358"/>
        </pc:sldMkLst>
        <pc:spChg chg="mod">
          <ac:chgData name="Aritra Mitra" userId="ed282abb-f77d-4912-ae2d-92fef056a80d" providerId="ADAL" clId="{EFC6A461-A41B-48F4-A481-711BE23EB017}" dt="2021-02-12T17:17:55.110" v="5326" actId="1076"/>
          <ac:spMkLst>
            <pc:docMk/>
            <pc:sldMk cId="3824063033" sldId="358"/>
            <ac:spMk id="2" creationId="{C2D081FD-68B8-443E-95C3-1EC5F021CEA1}"/>
          </ac:spMkLst>
        </pc:sp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1909710010" sldId="359"/>
        </pc:sldMkLst>
      </pc:sldChg>
      <pc:sldChg chg="addSp delSp modSp new mod modAnim">
        <pc:chgData name="Aritra Mitra" userId="ed282abb-f77d-4912-ae2d-92fef056a80d" providerId="ADAL" clId="{EFC6A461-A41B-48F4-A481-711BE23EB017}" dt="2021-02-12T19:47:48.913" v="7820"/>
        <pc:sldMkLst>
          <pc:docMk/>
          <pc:sldMk cId="4178130251" sldId="359"/>
        </pc:sldMkLst>
        <pc:spChg chg="mod">
          <ac:chgData name="Aritra Mitra" userId="ed282abb-f77d-4912-ae2d-92fef056a80d" providerId="ADAL" clId="{EFC6A461-A41B-48F4-A481-711BE23EB017}" dt="2021-02-12T17:31:14.548" v="5980" actId="20577"/>
          <ac:spMkLst>
            <pc:docMk/>
            <pc:sldMk cId="4178130251" sldId="359"/>
            <ac:spMk id="2" creationId="{B834CF53-58DF-4E9C-95A5-B7D7BFDA9AF5}"/>
          </ac:spMkLst>
        </pc:spChg>
        <pc:spChg chg="mod">
          <ac:chgData name="Aritra Mitra" userId="ed282abb-f77d-4912-ae2d-92fef056a80d" providerId="ADAL" clId="{EFC6A461-A41B-48F4-A481-711BE23EB017}" dt="2021-02-12T19:27:30.592" v="7559" actId="207"/>
          <ac:spMkLst>
            <pc:docMk/>
            <pc:sldMk cId="4178130251" sldId="359"/>
            <ac:spMk id="3" creationId="{47C15600-0095-44EA-91A7-FCDEE4B37486}"/>
          </ac:spMkLst>
        </pc:spChg>
        <pc:spChg chg="add del mod">
          <ac:chgData name="Aritra Mitra" userId="ed282abb-f77d-4912-ae2d-92fef056a80d" providerId="ADAL" clId="{EFC6A461-A41B-48F4-A481-711BE23EB017}" dt="2021-02-12T17:20:08.268" v="5492"/>
          <ac:spMkLst>
            <pc:docMk/>
            <pc:sldMk cId="4178130251" sldId="359"/>
            <ac:spMk id="4" creationId="{CCD4E3C8-36D5-4871-A8D7-2D8C0D01ABF9}"/>
          </ac:spMkLst>
        </pc:spChg>
        <pc:spChg chg="add del mod">
          <ac:chgData name="Aritra Mitra" userId="ed282abb-f77d-4912-ae2d-92fef056a80d" providerId="ADAL" clId="{EFC6A461-A41B-48F4-A481-711BE23EB017}" dt="2021-02-12T17:20:08.268" v="5492"/>
          <ac:spMkLst>
            <pc:docMk/>
            <pc:sldMk cId="4178130251" sldId="359"/>
            <ac:spMk id="5" creationId="{6C645373-241E-4911-8ADD-A5035C60CD4B}"/>
          </ac:spMkLst>
        </pc:spChg>
        <pc:spChg chg="add mod">
          <ac:chgData name="Aritra Mitra" userId="ed282abb-f77d-4912-ae2d-92fef056a80d" providerId="ADAL" clId="{EFC6A461-A41B-48F4-A481-711BE23EB017}" dt="2021-02-12T17:21:32.082" v="5502" actId="1076"/>
          <ac:spMkLst>
            <pc:docMk/>
            <pc:sldMk cId="4178130251" sldId="359"/>
            <ac:spMk id="6" creationId="{9CC23965-9899-4135-91D9-ED8CA771C005}"/>
          </ac:spMkLst>
        </pc:spChg>
        <pc:spChg chg="add mod">
          <ac:chgData name="Aritra Mitra" userId="ed282abb-f77d-4912-ae2d-92fef056a80d" providerId="ADAL" clId="{EFC6A461-A41B-48F4-A481-711BE23EB017}" dt="2021-02-12T17:28:56.177" v="5882" actId="1076"/>
          <ac:spMkLst>
            <pc:docMk/>
            <pc:sldMk cId="4178130251" sldId="359"/>
            <ac:spMk id="7" creationId="{82EF2A44-9E82-435C-A2AD-3493116690BA}"/>
          </ac:spMkLst>
        </pc:spChg>
        <pc:spChg chg="add del mod">
          <ac:chgData name="Aritra Mitra" userId="ed282abb-f77d-4912-ae2d-92fef056a80d" providerId="ADAL" clId="{EFC6A461-A41B-48F4-A481-711BE23EB017}" dt="2021-02-12T17:23:09.222" v="5547" actId="478"/>
          <ac:spMkLst>
            <pc:docMk/>
            <pc:sldMk cId="4178130251" sldId="359"/>
            <ac:spMk id="8" creationId="{8217C08E-BC85-4755-A743-B126852EE0FA}"/>
          </ac:spMkLst>
        </pc:spChg>
        <pc:spChg chg="add mod">
          <ac:chgData name="Aritra Mitra" userId="ed282abb-f77d-4912-ae2d-92fef056a80d" providerId="ADAL" clId="{EFC6A461-A41B-48F4-A481-711BE23EB017}" dt="2021-02-12T17:29:01.618" v="5883" actId="1076"/>
          <ac:spMkLst>
            <pc:docMk/>
            <pc:sldMk cId="4178130251" sldId="359"/>
            <ac:spMk id="9" creationId="{5B175A37-272A-47F7-A2C4-E945609BF128}"/>
          </ac:spMkLst>
        </pc:spChg>
      </pc:sldChg>
      <pc:sldChg chg="new del">
        <pc:chgData name="Aritra Mitra" userId="ed282abb-f77d-4912-ae2d-92fef056a80d" providerId="ADAL" clId="{EFC6A461-A41B-48F4-A481-711BE23EB017}" dt="2021-02-12T17:31:57.669" v="5982" actId="47"/>
        <pc:sldMkLst>
          <pc:docMk/>
          <pc:sldMk cId="134102503" sldId="360"/>
        </pc:sldMkLst>
      </pc:sldChg>
      <pc:sldChg chg="add del">
        <pc:chgData name="Aritra Mitra" userId="ed282abb-f77d-4912-ae2d-92fef056a80d" providerId="ADAL" clId="{EFC6A461-A41B-48F4-A481-711BE23EB017}" dt="2021-02-12T19:28:00.266" v="7560" actId="47"/>
        <pc:sldMkLst>
          <pc:docMk/>
          <pc:sldMk cId="2754704850" sldId="360"/>
        </pc:sldMkLst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4059007774" sldId="360"/>
        </pc:sldMkLst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704455980" sldId="361"/>
        </pc:sldMkLst>
      </pc:sldChg>
      <pc:sldChg chg="addSp delSp modSp add mod delAnim modAnim">
        <pc:chgData name="Aritra Mitra" userId="ed282abb-f77d-4912-ae2d-92fef056a80d" providerId="ADAL" clId="{EFC6A461-A41B-48F4-A481-711BE23EB017}" dt="2021-02-12T19:48:07.381" v="7824"/>
        <pc:sldMkLst>
          <pc:docMk/>
          <pc:sldMk cId="1081189332" sldId="361"/>
        </pc:sldMkLst>
        <pc:spChg chg="mod">
          <ac:chgData name="Aritra Mitra" userId="ed282abb-f77d-4912-ae2d-92fef056a80d" providerId="ADAL" clId="{EFC6A461-A41B-48F4-A481-711BE23EB017}" dt="2021-02-12T18:49:25.018" v="6053" actId="20577"/>
          <ac:spMkLst>
            <pc:docMk/>
            <pc:sldMk cId="1081189332" sldId="361"/>
            <ac:spMk id="3" creationId="{21FEDB0F-978D-4A36-87C9-82432AA6465E}"/>
          </ac:spMkLst>
        </pc:spChg>
        <pc:spChg chg="del">
          <ac:chgData name="Aritra Mitra" userId="ed282abb-f77d-4912-ae2d-92fef056a80d" providerId="ADAL" clId="{EFC6A461-A41B-48F4-A481-711BE23EB017}" dt="2021-02-12T18:49:18.710" v="6051" actId="478"/>
          <ac:spMkLst>
            <pc:docMk/>
            <pc:sldMk cId="1081189332" sldId="361"/>
            <ac:spMk id="4" creationId="{620B54EF-806A-4ED5-9816-FB05858E620B}"/>
          </ac:spMkLst>
        </pc:spChg>
        <pc:spChg chg="del">
          <ac:chgData name="Aritra Mitra" userId="ed282abb-f77d-4912-ae2d-92fef056a80d" providerId="ADAL" clId="{EFC6A461-A41B-48F4-A481-711BE23EB017}" dt="2021-02-12T18:49:32.625" v="6055" actId="478"/>
          <ac:spMkLst>
            <pc:docMk/>
            <pc:sldMk cId="1081189332" sldId="361"/>
            <ac:spMk id="10" creationId="{6F7919B6-23E9-4344-B74F-50813FB1B942}"/>
          </ac:spMkLst>
        </pc:spChg>
        <pc:spChg chg="mod">
          <ac:chgData name="Aritra Mitra" userId="ed282abb-f77d-4912-ae2d-92fef056a80d" providerId="ADAL" clId="{EFC6A461-A41B-48F4-A481-711BE23EB017}" dt="2021-02-12T18:56:39.714" v="6239" actId="1076"/>
          <ac:spMkLst>
            <pc:docMk/>
            <pc:sldMk cId="1081189332" sldId="361"/>
            <ac:spMk id="17" creationId="{8E837E35-E8EA-414A-8F90-7ED59279C162}"/>
          </ac:spMkLst>
        </pc:spChg>
        <pc:spChg chg="mod">
          <ac:chgData name="Aritra Mitra" userId="ed282abb-f77d-4912-ae2d-92fef056a80d" providerId="ADAL" clId="{EFC6A461-A41B-48F4-A481-711BE23EB017}" dt="2021-02-12T19:10:04.114" v="6348" actId="1076"/>
          <ac:spMkLst>
            <pc:docMk/>
            <pc:sldMk cId="1081189332" sldId="361"/>
            <ac:spMk id="18" creationId="{DB07957E-CDB1-4BB5-882F-BE118E6381EB}"/>
          </ac:spMkLst>
        </pc:spChg>
        <pc:spChg chg="add mod">
          <ac:chgData name="Aritra Mitra" userId="ed282abb-f77d-4912-ae2d-92fef056a80d" providerId="ADAL" clId="{EFC6A461-A41B-48F4-A481-711BE23EB017}" dt="2021-02-12T18:58:06.215" v="6287" actId="207"/>
          <ac:spMkLst>
            <pc:docMk/>
            <pc:sldMk cId="1081189332" sldId="361"/>
            <ac:spMk id="19" creationId="{F7D1D089-DB7A-4B16-B051-DA15ED363629}"/>
          </ac:spMkLst>
        </pc:spChg>
        <pc:spChg chg="add mod">
          <ac:chgData name="Aritra Mitra" userId="ed282abb-f77d-4912-ae2d-92fef056a80d" providerId="ADAL" clId="{EFC6A461-A41B-48F4-A481-711BE23EB017}" dt="2021-02-12T19:03:25.099" v="6335" actId="1076"/>
          <ac:spMkLst>
            <pc:docMk/>
            <pc:sldMk cId="1081189332" sldId="361"/>
            <ac:spMk id="20" creationId="{5C61C33A-98D1-4650-BC91-ECE6DC99C651}"/>
          </ac:spMkLst>
        </pc:spChg>
        <pc:spChg chg="add mod">
          <ac:chgData name="Aritra Mitra" userId="ed282abb-f77d-4912-ae2d-92fef056a80d" providerId="ADAL" clId="{EFC6A461-A41B-48F4-A481-711BE23EB017}" dt="2021-02-12T19:10:31.447" v="6350" actId="208"/>
          <ac:spMkLst>
            <pc:docMk/>
            <pc:sldMk cId="1081189332" sldId="361"/>
            <ac:spMk id="21" creationId="{8DB11D08-AE07-45E8-A632-672FD2B5CE81}"/>
          </ac:spMkLst>
        </pc:spChg>
        <pc:spChg chg="add mod">
          <ac:chgData name="Aritra Mitra" userId="ed282abb-f77d-4912-ae2d-92fef056a80d" providerId="ADAL" clId="{EFC6A461-A41B-48F4-A481-711BE23EB017}" dt="2021-02-12T19:04:19.460" v="6342" actId="1582"/>
          <ac:spMkLst>
            <pc:docMk/>
            <pc:sldMk cId="1081189332" sldId="361"/>
            <ac:spMk id="22" creationId="{765B5721-C193-4A78-AA6C-35824BFC8DA8}"/>
          </ac:spMkLst>
        </pc:spChg>
        <pc:spChg chg="add mod">
          <ac:chgData name="Aritra Mitra" userId="ed282abb-f77d-4912-ae2d-92fef056a80d" providerId="ADAL" clId="{EFC6A461-A41B-48F4-A481-711BE23EB017}" dt="2021-02-12T18:56:34.621" v="6238" actId="1076"/>
          <ac:spMkLst>
            <pc:docMk/>
            <pc:sldMk cId="1081189332" sldId="361"/>
            <ac:spMk id="27" creationId="{42408DA4-7C31-4EC6-A1D9-C5A4FDFE0598}"/>
          </ac:spMkLst>
        </pc:spChg>
        <pc:spChg chg="mod">
          <ac:chgData name="Aritra Mitra" userId="ed282abb-f77d-4912-ae2d-92fef056a80d" providerId="ADAL" clId="{EFC6A461-A41B-48F4-A481-711BE23EB017}" dt="2021-02-12T18:50:01.830" v="6059" actId="164"/>
          <ac:spMkLst>
            <pc:docMk/>
            <pc:sldMk cId="1081189332" sldId="361"/>
            <ac:spMk id="29" creationId="{E6F5DC3F-333F-49AB-90AA-9C9D2E5010DF}"/>
          </ac:spMkLst>
        </pc:spChg>
        <pc:spChg chg="mod">
          <ac:chgData name="Aritra Mitra" userId="ed282abb-f77d-4912-ae2d-92fef056a80d" providerId="ADAL" clId="{EFC6A461-A41B-48F4-A481-711BE23EB017}" dt="2021-02-12T18:58:43.712" v="6289" actId="207"/>
          <ac:spMkLst>
            <pc:docMk/>
            <pc:sldMk cId="1081189332" sldId="361"/>
            <ac:spMk id="31" creationId="{E67B32B7-79B7-4C0A-A6D6-98C0FA265988}"/>
          </ac:spMkLst>
        </pc:spChg>
        <pc:spChg chg="del">
          <ac:chgData name="Aritra Mitra" userId="ed282abb-f77d-4912-ae2d-92fef056a80d" providerId="ADAL" clId="{EFC6A461-A41B-48F4-A481-711BE23EB017}" dt="2021-02-12T18:49:34.464" v="6056" actId="478"/>
          <ac:spMkLst>
            <pc:docMk/>
            <pc:sldMk cId="1081189332" sldId="361"/>
            <ac:spMk id="32" creationId="{BFDE54FC-B37A-443E-AC00-51EB4FE7B276}"/>
          </ac:spMkLst>
        </pc:spChg>
        <pc:spChg chg="add mod">
          <ac:chgData name="Aritra Mitra" userId="ed282abb-f77d-4912-ae2d-92fef056a80d" providerId="ADAL" clId="{EFC6A461-A41B-48F4-A481-711BE23EB017}" dt="2021-02-12T19:48:03.952" v="7823" actId="571"/>
          <ac:spMkLst>
            <pc:docMk/>
            <pc:sldMk cId="1081189332" sldId="361"/>
            <ac:spMk id="33" creationId="{ABCD8151-D1E4-4D1F-BF34-6DFD1168B967}"/>
          </ac:spMkLst>
        </pc:spChg>
        <pc:spChg chg="add mod">
          <ac:chgData name="Aritra Mitra" userId="ed282abb-f77d-4912-ae2d-92fef056a80d" providerId="ADAL" clId="{EFC6A461-A41B-48F4-A481-711BE23EB017}" dt="2021-02-12T19:48:03.952" v="7823" actId="571"/>
          <ac:spMkLst>
            <pc:docMk/>
            <pc:sldMk cId="1081189332" sldId="361"/>
            <ac:spMk id="34" creationId="{B1BE21D8-DBE7-4D03-870C-E36385B5BD1D}"/>
          </ac:spMkLst>
        </pc:spChg>
        <pc:spChg chg="add mod">
          <ac:chgData name="Aritra Mitra" userId="ed282abb-f77d-4912-ae2d-92fef056a80d" providerId="ADAL" clId="{EFC6A461-A41B-48F4-A481-711BE23EB017}" dt="2021-02-12T19:48:03.952" v="7823" actId="571"/>
          <ac:spMkLst>
            <pc:docMk/>
            <pc:sldMk cId="1081189332" sldId="361"/>
            <ac:spMk id="35" creationId="{13D03592-3E30-46CB-A4DB-0DA56B40261C}"/>
          </ac:spMkLst>
        </pc:spChg>
        <pc:grpChg chg="add mod">
          <ac:chgData name="Aritra Mitra" userId="ed282abb-f77d-4912-ae2d-92fef056a80d" providerId="ADAL" clId="{EFC6A461-A41B-48F4-A481-711BE23EB017}" dt="2021-02-12T18:50:09.782" v="6060" actId="1076"/>
          <ac:grpSpMkLst>
            <pc:docMk/>
            <pc:sldMk cId="1081189332" sldId="361"/>
            <ac:grpSpMk id="5" creationId="{F59AF198-C8CC-42AE-B1B9-35BC3477254E}"/>
          </ac:grpSpMkLst>
        </pc:grpChg>
        <pc:grpChg chg="mod">
          <ac:chgData name="Aritra Mitra" userId="ed282abb-f77d-4912-ae2d-92fef056a80d" providerId="ADAL" clId="{EFC6A461-A41B-48F4-A481-711BE23EB017}" dt="2021-02-12T18:50:01.830" v="6059" actId="164"/>
          <ac:grpSpMkLst>
            <pc:docMk/>
            <pc:sldMk cId="1081189332" sldId="361"/>
            <ac:grpSpMk id="30" creationId="{5E99C2A5-B319-4A5C-B42A-37EE9945F567}"/>
          </ac:grpSpMkLst>
        </pc:grpChg>
        <pc:cxnChg chg="add mod">
          <ac:chgData name="Aritra Mitra" userId="ed282abb-f77d-4912-ae2d-92fef056a80d" providerId="ADAL" clId="{EFC6A461-A41B-48F4-A481-711BE23EB017}" dt="2021-02-12T18:51:23.905" v="6073" actId="1036"/>
          <ac:cxnSpMkLst>
            <pc:docMk/>
            <pc:sldMk cId="1081189332" sldId="361"/>
            <ac:cxnSpMk id="7" creationId="{6635335C-98ED-433A-A4D6-E0F1FEC719DA}"/>
          </ac:cxnSpMkLst>
        </pc:cxnChg>
        <pc:cxnChg chg="del">
          <ac:chgData name="Aritra Mitra" userId="ed282abb-f77d-4912-ae2d-92fef056a80d" providerId="ADAL" clId="{EFC6A461-A41B-48F4-A481-711BE23EB017}" dt="2021-02-12T18:49:29.770" v="6054" actId="478"/>
          <ac:cxnSpMkLst>
            <pc:docMk/>
            <pc:sldMk cId="1081189332" sldId="361"/>
            <ac:cxnSpMk id="8" creationId="{94B663F6-D873-40A9-8B74-6E3EE114A4EA}"/>
          </ac:cxnSpMkLst>
        </pc:cxnChg>
        <pc:cxnChg chg="add mod">
          <ac:chgData name="Aritra Mitra" userId="ed282abb-f77d-4912-ae2d-92fef056a80d" providerId="ADAL" clId="{EFC6A461-A41B-48F4-A481-711BE23EB017}" dt="2021-02-12T18:53:30.040" v="6116" actId="1582"/>
          <ac:cxnSpMkLst>
            <pc:docMk/>
            <pc:sldMk cId="1081189332" sldId="361"/>
            <ac:cxnSpMk id="11" creationId="{18F605DE-8926-4E17-B40D-ADC3858A5C88}"/>
          </ac:cxnSpMkLst>
        </pc:cxn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2788105612" sldId="362"/>
        </pc:sldMkLst>
      </pc:sldChg>
      <pc:sldChg chg="modSp new mod modAnim">
        <pc:chgData name="Aritra Mitra" userId="ed282abb-f77d-4912-ae2d-92fef056a80d" providerId="ADAL" clId="{EFC6A461-A41B-48F4-A481-711BE23EB017}" dt="2021-02-12T19:48:21.220" v="7826"/>
        <pc:sldMkLst>
          <pc:docMk/>
          <pc:sldMk cId="3738188175" sldId="362"/>
        </pc:sldMkLst>
        <pc:spChg chg="mod">
          <ac:chgData name="Aritra Mitra" userId="ed282abb-f77d-4912-ae2d-92fef056a80d" providerId="ADAL" clId="{EFC6A461-A41B-48F4-A481-711BE23EB017}" dt="2021-02-12T19:11:15.483" v="6395" actId="20577"/>
          <ac:spMkLst>
            <pc:docMk/>
            <pc:sldMk cId="3738188175" sldId="362"/>
            <ac:spMk id="2" creationId="{07B72AF4-74F4-413F-94DE-9A4262AD9302}"/>
          </ac:spMkLst>
        </pc:spChg>
        <pc:spChg chg="mod">
          <ac:chgData name="Aritra Mitra" userId="ed282abb-f77d-4912-ae2d-92fef056a80d" providerId="ADAL" clId="{EFC6A461-A41B-48F4-A481-711BE23EB017}" dt="2021-02-12T19:17:35.347" v="6959" actId="20577"/>
          <ac:spMkLst>
            <pc:docMk/>
            <pc:sldMk cId="3738188175" sldId="362"/>
            <ac:spMk id="3" creationId="{45626FD4-64B4-4A70-AA51-6ACCB13FABCE}"/>
          </ac:spMkLst>
        </pc:spChg>
      </pc:sldChg>
      <pc:sldChg chg="addSp delSp modSp add mod modAnim">
        <pc:chgData name="Aritra Mitra" userId="ed282abb-f77d-4912-ae2d-92fef056a80d" providerId="ADAL" clId="{EFC6A461-A41B-48F4-A481-711BE23EB017}" dt="2021-02-12T23:31:13.470" v="12431" actId="20577"/>
        <pc:sldMkLst>
          <pc:docMk/>
          <pc:sldMk cId="191067506" sldId="363"/>
        </pc:sldMkLst>
        <pc:spChg chg="mod">
          <ac:chgData name="Aritra Mitra" userId="ed282abb-f77d-4912-ae2d-92fef056a80d" providerId="ADAL" clId="{EFC6A461-A41B-48F4-A481-711BE23EB017}" dt="2021-02-12T23:31:13.470" v="12431" actId="20577"/>
          <ac:spMkLst>
            <pc:docMk/>
            <pc:sldMk cId="191067506" sldId="363"/>
            <ac:spMk id="3" creationId="{45626FD4-64B4-4A70-AA51-6ACCB13FABCE}"/>
          </ac:spMkLst>
        </pc:spChg>
        <pc:spChg chg="add del mod ord">
          <ac:chgData name="Aritra Mitra" userId="ed282abb-f77d-4912-ae2d-92fef056a80d" providerId="ADAL" clId="{EFC6A461-A41B-48F4-A481-711BE23EB017}" dt="2021-02-12T19:23:50.577" v="7442" actId="11529"/>
          <ac:spMkLst>
            <pc:docMk/>
            <pc:sldMk cId="191067506" sldId="363"/>
            <ac:spMk id="4" creationId="{F175C119-2263-473D-8C69-F385A5C7984F}"/>
          </ac:spMkLst>
        </pc:sp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266915547" sldId="363"/>
        </pc:sldMkLst>
      </pc:sldChg>
      <pc:sldChg chg="addSp delSp modSp new mod">
        <pc:chgData name="Aritra Mitra" userId="ed282abb-f77d-4912-ae2d-92fef056a80d" providerId="ADAL" clId="{EFC6A461-A41B-48F4-A481-711BE23EB017}" dt="2021-02-12T23:39:59.444" v="12446" actId="478"/>
        <pc:sldMkLst>
          <pc:docMk/>
          <pc:sldMk cId="2115417223" sldId="364"/>
        </pc:sldMkLst>
        <pc:spChg chg="del mod">
          <ac:chgData name="Aritra Mitra" userId="ed282abb-f77d-4912-ae2d-92fef056a80d" providerId="ADAL" clId="{EFC6A461-A41B-48F4-A481-711BE23EB017}" dt="2021-02-12T19:32:22.218" v="7597" actId="478"/>
          <ac:spMkLst>
            <pc:docMk/>
            <pc:sldMk cId="2115417223" sldId="364"/>
            <ac:spMk id="2" creationId="{92819D5E-4678-40C0-97A1-8D2B266444A3}"/>
          </ac:spMkLst>
        </pc:spChg>
        <pc:spChg chg="del">
          <ac:chgData name="Aritra Mitra" userId="ed282abb-f77d-4912-ae2d-92fef056a80d" providerId="ADAL" clId="{EFC6A461-A41B-48F4-A481-711BE23EB017}" dt="2021-02-12T19:28:37.251" v="7589" actId="478"/>
          <ac:spMkLst>
            <pc:docMk/>
            <pc:sldMk cId="2115417223" sldId="364"/>
            <ac:spMk id="3" creationId="{CA10AF07-A70B-4EE1-8662-639B719AA744}"/>
          </ac:spMkLst>
        </pc:spChg>
        <pc:spChg chg="add mod">
          <ac:chgData name="Aritra Mitra" userId="ed282abb-f77d-4912-ae2d-92fef056a80d" providerId="ADAL" clId="{EFC6A461-A41B-48F4-A481-711BE23EB017}" dt="2021-02-12T19:34:24.350" v="7612" actId="1038"/>
          <ac:spMkLst>
            <pc:docMk/>
            <pc:sldMk cId="2115417223" sldId="364"/>
            <ac:spMk id="6" creationId="{620B2FE7-92AE-4129-B30F-3A6A14857ACF}"/>
          </ac:spMkLst>
        </pc:spChg>
        <pc:spChg chg="add mod">
          <ac:chgData name="Aritra Mitra" userId="ed282abb-f77d-4912-ae2d-92fef056a80d" providerId="ADAL" clId="{EFC6A461-A41B-48F4-A481-711BE23EB017}" dt="2021-02-12T19:35:04.675" v="7617" actId="14100"/>
          <ac:spMkLst>
            <pc:docMk/>
            <pc:sldMk cId="2115417223" sldId="364"/>
            <ac:spMk id="7" creationId="{D32AC6EB-62D6-4D5C-9AB8-2531C5D15BA2}"/>
          </ac:spMkLst>
        </pc:spChg>
        <pc:spChg chg="add mod">
          <ac:chgData name="Aritra Mitra" userId="ed282abb-f77d-4912-ae2d-92fef056a80d" providerId="ADAL" clId="{EFC6A461-A41B-48F4-A481-711BE23EB017}" dt="2021-02-12T19:49:06.350" v="7858" actId="20577"/>
          <ac:spMkLst>
            <pc:docMk/>
            <pc:sldMk cId="2115417223" sldId="364"/>
            <ac:spMk id="12" creationId="{80F1130D-B21D-481C-96A3-2C230FAA113A}"/>
          </ac:spMkLst>
        </pc:spChg>
        <pc:spChg chg="add mod">
          <ac:chgData name="Aritra Mitra" userId="ed282abb-f77d-4912-ae2d-92fef056a80d" providerId="ADAL" clId="{EFC6A461-A41B-48F4-A481-711BE23EB017}" dt="2021-02-12T19:50:01.539" v="7928" actId="1076"/>
          <ac:spMkLst>
            <pc:docMk/>
            <pc:sldMk cId="2115417223" sldId="364"/>
            <ac:spMk id="13" creationId="{CD87C194-0EDD-4F1B-AC52-4419AFC33727}"/>
          </ac:spMkLst>
        </pc:spChg>
        <pc:spChg chg="add mod">
          <ac:chgData name="Aritra Mitra" userId="ed282abb-f77d-4912-ae2d-92fef056a80d" providerId="ADAL" clId="{EFC6A461-A41B-48F4-A481-711BE23EB017}" dt="2021-02-12T19:37:46.875" v="7703" actId="1582"/>
          <ac:spMkLst>
            <pc:docMk/>
            <pc:sldMk cId="2115417223" sldId="364"/>
            <ac:spMk id="14" creationId="{033A84EF-0664-4087-BE1D-A3B6CAF417FC}"/>
          </ac:spMkLst>
        </pc:spChg>
        <pc:spChg chg="add mod">
          <ac:chgData name="Aritra Mitra" userId="ed282abb-f77d-4912-ae2d-92fef056a80d" providerId="ADAL" clId="{EFC6A461-A41B-48F4-A481-711BE23EB017}" dt="2021-02-12T19:41:27.395" v="7802" actId="1076"/>
          <ac:spMkLst>
            <pc:docMk/>
            <pc:sldMk cId="2115417223" sldId="364"/>
            <ac:spMk id="15" creationId="{855D13AD-6752-4D56-9BE7-0F941BE0A16F}"/>
          </ac:spMkLst>
        </pc:spChg>
        <pc:spChg chg="add mod">
          <ac:chgData name="Aritra Mitra" userId="ed282abb-f77d-4912-ae2d-92fef056a80d" providerId="ADAL" clId="{EFC6A461-A41B-48F4-A481-711BE23EB017}" dt="2021-02-12T19:39:35.784" v="7799" actId="1076"/>
          <ac:spMkLst>
            <pc:docMk/>
            <pc:sldMk cId="2115417223" sldId="364"/>
            <ac:spMk id="16" creationId="{F649412D-6EE5-4051-BEFF-3A05B42EA4F4}"/>
          </ac:spMkLst>
        </pc:spChg>
        <pc:spChg chg="add mod">
          <ac:chgData name="Aritra Mitra" userId="ed282abb-f77d-4912-ae2d-92fef056a80d" providerId="ADAL" clId="{EFC6A461-A41B-48F4-A481-711BE23EB017}" dt="2021-02-12T19:41:37.610" v="7804" actId="1076"/>
          <ac:spMkLst>
            <pc:docMk/>
            <pc:sldMk cId="2115417223" sldId="364"/>
            <ac:spMk id="17" creationId="{D0A61FA8-83E9-4D11-85C3-08E93515D89B}"/>
          </ac:spMkLst>
        </pc:spChg>
        <pc:spChg chg="add mod">
          <ac:chgData name="Aritra Mitra" userId="ed282abb-f77d-4912-ae2d-92fef056a80d" providerId="ADAL" clId="{EFC6A461-A41B-48F4-A481-711BE23EB017}" dt="2021-02-12T23:39:28.367" v="12444" actId="14100"/>
          <ac:spMkLst>
            <pc:docMk/>
            <pc:sldMk cId="2115417223" sldId="364"/>
            <ac:spMk id="21" creationId="{9740B013-CD02-4DAA-A9A0-7B1610FF62CB}"/>
          </ac:spMkLst>
        </pc:spChg>
        <pc:picChg chg="add mod">
          <ac:chgData name="Aritra Mitra" userId="ed282abb-f77d-4912-ae2d-92fef056a80d" providerId="ADAL" clId="{EFC6A461-A41B-48F4-A481-711BE23EB017}" dt="2021-02-12T19:32:43.072" v="7601" actId="14100"/>
          <ac:picMkLst>
            <pc:docMk/>
            <pc:sldMk cId="2115417223" sldId="364"/>
            <ac:picMk id="5" creationId="{231947DD-8C40-4B26-A2D8-EFCA3607FCC9}"/>
          </ac:picMkLst>
        </pc:picChg>
        <pc:cxnChg chg="add mod">
          <ac:chgData name="Aritra Mitra" userId="ed282abb-f77d-4912-ae2d-92fef056a80d" providerId="ADAL" clId="{EFC6A461-A41B-48F4-A481-711BE23EB017}" dt="2021-02-12T19:35:44.901" v="7621" actId="1582"/>
          <ac:cxnSpMkLst>
            <pc:docMk/>
            <pc:sldMk cId="2115417223" sldId="364"/>
            <ac:cxnSpMk id="9" creationId="{5068FE57-D9BC-450C-8383-FC8C9B7523B6}"/>
          </ac:cxnSpMkLst>
        </pc:cxnChg>
        <pc:cxnChg chg="add mod">
          <ac:chgData name="Aritra Mitra" userId="ed282abb-f77d-4912-ae2d-92fef056a80d" providerId="ADAL" clId="{EFC6A461-A41B-48F4-A481-711BE23EB017}" dt="2021-02-12T19:50:06.088" v="7929" actId="14100"/>
          <ac:cxnSpMkLst>
            <pc:docMk/>
            <pc:sldMk cId="2115417223" sldId="364"/>
            <ac:cxnSpMk id="11" creationId="{C91F6D68-A350-4693-9092-8F286C257771}"/>
          </ac:cxnSpMkLst>
        </pc:cxnChg>
        <pc:cxnChg chg="add del">
          <ac:chgData name="Aritra Mitra" userId="ed282abb-f77d-4912-ae2d-92fef056a80d" providerId="ADAL" clId="{EFC6A461-A41B-48F4-A481-711BE23EB017}" dt="2021-02-12T23:39:59.444" v="12446" actId="478"/>
          <ac:cxnSpMkLst>
            <pc:docMk/>
            <pc:sldMk cId="2115417223" sldId="364"/>
            <ac:cxnSpMk id="23" creationId="{AFBCED3D-8063-4C26-ACB1-BE8622C5CEC0}"/>
          </ac:cxnSpMkLst>
        </pc:cxn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3881207246" sldId="364"/>
        </pc:sldMkLst>
      </pc:sldChg>
      <pc:sldChg chg="modSp add mod">
        <pc:chgData name="Aritra Mitra" userId="ed282abb-f77d-4912-ae2d-92fef056a80d" providerId="ADAL" clId="{EFC6A461-A41B-48F4-A481-711BE23EB017}" dt="2021-02-12T19:55:38.566" v="7976" actId="1076"/>
        <pc:sldMkLst>
          <pc:docMk/>
          <pc:sldMk cId="78988702" sldId="365"/>
        </pc:sldMkLst>
        <pc:spChg chg="mod">
          <ac:chgData name="Aritra Mitra" userId="ed282abb-f77d-4912-ae2d-92fef056a80d" providerId="ADAL" clId="{EFC6A461-A41B-48F4-A481-711BE23EB017}" dt="2021-02-12T19:55:38.566" v="7976" actId="1076"/>
          <ac:spMkLst>
            <pc:docMk/>
            <pc:sldMk cId="78988702" sldId="365"/>
            <ac:spMk id="2" creationId="{C2D081FD-68B8-443E-95C3-1EC5F021CEA1}"/>
          </ac:spMkLst>
        </pc:sp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2776430947" sldId="365"/>
        </pc:sldMkLst>
      </pc:sldChg>
      <pc:sldChg chg="modSp new del mod">
        <pc:chgData name="Aritra Mitra" userId="ed282abb-f77d-4912-ae2d-92fef056a80d" providerId="ADAL" clId="{EFC6A461-A41B-48F4-A481-711BE23EB017}" dt="2021-02-12T20:20:32.047" v="8048" actId="47"/>
        <pc:sldMkLst>
          <pc:docMk/>
          <pc:sldMk cId="423408791" sldId="366"/>
        </pc:sldMkLst>
        <pc:spChg chg="mod">
          <ac:chgData name="Aritra Mitra" userId="ed282abb-f77d-4912-ae2d-92fef056a80d" providerId="ADAL" clId="{EFC6A461-A41B-48F4-A481-711BE23EB017}" dt="2021-02-12T20:19:55.330" v="8046" actId="20577"/>
          <ac:spMkLst>
            <pc:docMk/>
            <pc:sldMk cId="423408791" sldId="366"/>
            <ac:spMk id="2" creationId="{11EC05CC-E78F-46D6-987E-5EA57F1110DC}"/>
          </ac:spMkLst>
        </pc:spChg>
        <pc:spChg chg="mod">
          <ac:chgData name="Aritra Mitra" userId="ed282abb-f77d-4912-ae2d-92fef056a80d" providerId="ADAL" clId="{EFC6A461-A41B-48F4-A481-711BE23EB017}" dt="2021-02-12T20:20:00.449" v="8047" actId="14100"/>
          <ac:spMkLst>
            <pc:docMk/>
            <pc:sldMk cId="423408791" sldId="366"/>
            <ac:spMk id="3" creationId="{ACFA0420-9355-435D-B8B3-E7FD3082E375}"/>
          </ac:spMkLst>
        </pc:spChg>
      </pc:sldChg>
      <pc:sldChg chg="addSp delSp modSp add mod delAnim modAnim">
        <pc:chgData name="Aritra Mitra" userId="ed282abb-f77d-4912-ae2d-92fef056a80d" providerId="ADAL" clId="{EFC6A461-A41B-48F4-A481-711BE23EB017}" dt="2021-02-12T22:45:59.464" v="10391" actId="207"/>
        <pc:sldMkLst>
          <pc:docMk/>
          <pc:sldMk cId="496558506" sldId="366"/>
        </pc:sldMkLst>
        <pc:spChg chg="mod">
          <ac:chgData name="Aritra Mitra" userId="ed282abb-f77d-4912-ae2d-92fef056a80d" providerId="ADAL" clId="{EFC6A461-A41B-48F4-A481-711BE23EB017}" dt="2021-02-12T20:20:50.503" v="8092" actId="20577"/>
          <ac:spMkLst>
            <pc:docMk/>
            <pc:sldMk cId="496558506" sldId="366"/>
            <ac:spMk id="2" creationId="{C2D081FD-68B8-443E-95C3-1EC5F021CEA1}"/>
          </ac:spMkLst>
        </pc:spChg>
        <pc:spChg chg="mod">
          <ac:chgData name="Aritra Mitra" userId="ed282abb-f77d-4912-ae2d-92fef056a80d" providerId="ADAL" clId="{EFC6A461-A41B-48F4-A481-711BE23EB017}" dt="2021-02-12T20:21:52.246" v="8186" actId="20577"/>
          <ac:spMkLst>
            <pc:docMk/>
            <pc:sldMk cId="496558506" sldId="366"/>
            <ac:spMk id="3" creationId="{7749F718-296F-427C-85BB-34C326E522AE}"/>
          </ac:spMkLst>
        </pc:spChg>
        <pc:spChg chg="mod">
          <ac:chgData name="Aritra Mitra" userId="ed282abb-f77d-4912-ae2d-92fef056a80d" providerId="ADAL" clId="{EFC6A461-A41B-48F4-A481-711BE23EB017}" dt="2021-02-12T20:21:38.909" v="8146" actId="1037"/>
          <ac:spMkLst>
            <pc:docMk/>
            <pc:sldMk cId="496558506" sldId="366"/>
            <ac:spMk id="4" creationId="{611DBBF9-75B6-4C48-A4B7-78EFE07741B8}"/>
          </ac:spMkLst>
        </pc:spChg>
        <pc:spChg chg="mod">
          <ac:chgData name="Aritra Mitra" userId="ed282abb-f77d-4912-ae2d-92fef056a80d" providerId="ADAL" clId="{EFC6A461-A41B-48F4-A481-711BE23EB017}" dt="2021-02-12T22:45:59.464" v="10391" actId="207"/>
          <ac:spMkLst>
            <pc:docMk/>
            <pc:sldMk cId="496558506" sldId="366"/>
            <ac:spMk id="5" creationId="{5651A378-3A17-44D4-A8F7-BD9B99319372}"/>
          </ac:spMkLst>
        </pc:spChg>
        <pc:spChg chg="del">
          <ac:chgData name="Aritra Mitra" userId="ed282abb-f77d-4912-ae2d-92fef056a80d" providerId="ADAL" clId="{EFC6A461-A41B-48F4-A481-711BE23EB017}" dt="2021-02-12T20:21:26.281" v="8098" actId="478"/>
          <ac:spMkLst>
            <pc:docMk/>
            <pc:sldMk cId="496558506" sldId="366"/>
            <ac:spMk id="6" creationId="{92714364-0166-4861-9F4C-88382AE67213}"/>
          </ac:spMkLst>
        </pc:spChg>
        <pc:spChg chg="add mod">
          <ac:chgData name="Aritra Mitra" userId="ed282abb-f77d-4912-ae2d-92fef056a80d" providerId="ADAL" clId="{EFC6A461-A41B-48F4-A481-711BE23EB017}" dt="2021-02-12T20:28:47.227" v="8461" actId="1076"/>
          <ac:spMkLst>
            <pc:docMk/>
            <pc:sldMk cId="496558506" sldId="366"/>
            <ac:spMk id="7" creationId="{7ACE13DC-1073-4A03-B61D-E67EA6BCBFAF}"/>
          </ac:spMkLst>
        </pc:spChg>
      </pc:sldChg>
      <pc:sldChg chg="del">
        <pc:chgData name="Aritra Mitra" userId="ed282abb-f77d-4912-ae2d-92fef056a80d" providerId="ADAL" clId="{EFC6A461-A41B-48F4-A481-711BE23EB017}" dt="2021-02-12T05:50:51.016" v="16" actId="47"/>
        <pc:sldMkLst>
          <pc:docMk/>
          <pc:sldMk cId="2261904753" sldId="366"/>
        </pc:sldMkLst>
      </pc:sldChg>
      <pc:sldChg chg="addSp delSp modSp new mod modAnim">
        <pc:chgData name="Aritra Mitra" userId="ed282abb-f77d-4912-ae2d-92fef056a80d" providerId="ADAL" clId="{EFC6A461-A41B-48F4-A481-711BE23EB017}" dt="2021-02-12T22:50:18.242" v="10414" actId="207"/>
        <pc:sldMkLst>
          <pc:docMk/>
          <pc:sldMk cId="3264230813" sldId="367"/>
        </pc:sldMkLst>
        <pc:spChg chg="mod">
          <ac:chgData name="Aritra Mitra" userId="ed282abb-f77d-4912-ae2d-92fef056a80d" providerId="ADAL" clId="{EFC6A461-A41B-48F4-A481-711BE23EB017}" dt="2021-02-12T20:29:40.076" v="8490" actId="20577"/>
          <ac:spMkLst>
            <pc:docMk/>
            <pc:sldMk cId="3264230813" sldId="367"/>
            <ac:spMk id="2" creationId="{AD63075D-9FCC-4AB4-9903-130BB1B4A282}"/>
          </ac:spMkLst>
        </pc:spChg>
        <pc:spChg chg="mod">
          <ac:chgData name="Aritra Mitra" userId="ed282abb-f77d-4912-ae2d-92fef056a80d" providerId="ADAL" clId="{EFC6A461-A41B-48F4-A481-711BE23EB017}" dt="2021-02-12T20:30:12.804" v="8581" actId="20577"/>
          <ac:spMkLst>
            <pc:docMk/>
            <pc:sldMk cId="3264230813" sldId="367"/>
            <ac:spMk id="3" creationId="{7E175891-284E-4488-A503-3637E3BCE520}"/>
          </ac:spMkLst>
        </pc:spChg>
        <pc:spChg chg="add mod">
          <ac:chgData name="Aritra Mitra" userId="ed282abb-f77d-4912-ae2d-92fef056a80d" providerId="ADAL" clId="{EFC6A461-A41B-48F4-A481-711BE23EB017}" dt="2021-02-12T20:34:11.052" v="8583" actId="1076"/>
          <ac:spMkLst>
            <pc:docMk/>
            <pc:sldMk cId="3264230813" sldId="367"/>
            <ac:spMk id="4" creationId="{938B86F7-A7B1-49BE-B2BD-15A5B184BF9E}"/>
          </ac:spMkLst>
        </pc:spChg>
        <pc:spChg chg="add mod">
          <ac:chgData name="Aritra Mitra" userId="ed282abb-f77d-4912-ae2d-92fef056a80d" providerId="ADAL" clId="{EFC6A461-A41B-48F4-A481-711BE23EB017}" dt="2021-02-12T22:50:18.242" v="10414" actId="207"/>
          <ac:spMkLst>
            <pc:docMk/>
            <pc:sldMk cId="3264230813" sldId="367"/>
            <ac:spMk id="5" creationId="{FF780C19-28D5-4C08-A062-F3C15E8A60AE}"/>
          </ac:spMkLst>
        </pc:spChg>
        <pc:spChg chg="add del mod">
          <ac:chgData name="Aritra Mitra" userId="ed282abb-f77d-4912-ae2d-92fef056a80d" providerId="ADAL" clId="{EFC6A461-A41B-48F4-A481-711BE23EB017}" dt="2021-02-12T20:48:04.741" v="9554" actId="478"/>
          <ac:spMkLst>
            <pc:docMk/>
            <pc:sldMk cId="3264230813" sldId="367"/>
            <ac:spMk id="6" creationId="{791FF72E-C039-4751-A3A6-8996FEADDAA5}"/>
          </ac:spMkLst>
        </pc:spChg>
        <pc:spChg chg="add mod">
          <ac:chgData name="Aritra Mitra" userId="ed282abb-f77d-4912-ae2d-92fef056a80d" providerId="ADAL" clId="{EFC6A461-A41B-48F4-A481-711BE23EB017}" dt="2021-02-12T20:51:45.437" v="9567" actId="207"/>
          <ac:spMkLst>
            <pc:docMk/>
            <pc:sldMk cId="3264230813" sldId="367"/>
            <ac:spMk id="7" creationId="{E7FDB58E-52F7-4173-B722-775D6EB42678}"/>
          </ac:spMkLst>
        </pc:spChg>
      </pc:sldChg>
      <pc:sldChg chg="delSp modSp new del mod">
        <pc:chgData name="Aritra Mitra" userId="ed282abb-f77d-4912-ae2d-92fef056a80d" providerId="ADAL" clId="{EFC6A461-A41B-48F4-A481-711BE23EB017}" dt="2021-02-12T21:01:48.280" v="9571" actId="47"/>
        <pc:sldMkLst>
          <pc:docMk/>
          <pc:sldMk cId="2188844153" sldId="368"/>
        </pc:sldMkLst>
        <pc:spChg chg="mod">
          <ac:chgData name="Aritra Mitra" userId="ed282abb-f77d-4912-ae2d-92fef056a80d" providerId="ADAL" clId="{EFC6A461-A41B-48F4-A481-711BE23EB017}" dt="2021-02-12T20:47:24.937" v="9548" actId="20577"/>
          <ac:spMkLst>
            <pc:docMk/>
            <pc:sldMk cId="2188844153" sldId="368"/>
            <ac:spMk id="2" creationId="{A48DF999-C8B5-47F4-8E03-7ADB3C1A039F}"/>
          </ac:spMkLst>
        </pc:spChg>
        <pc:spChg chg="del mod">
          <ac:chgData name="Aritra Mitra" userId="ed282abb-f77d-4912-ae2d-92fef056a80d" providerId="ADAL" clId="{EFC6A461-A41B-48F4-A481-711BE23EB017}" dt="2021-02-12T20:52:36.758" v="9570" actId="478"/>
          <ac:spMkLst>
            <pc:docMk/>
            <pc:sldMk cId="2188844153" sldId="368"/>
            <ac:spMk id="3" creationId="{6EB25AC0-9B05-45D3-BA6B-68AA1E261626}"/>
          </ac:spMkLst>
        </pc:spChg>
      </pc:sldChg>
      <pc:sldChg chg="addSp modSp new mod modAnim">
        <pc:chgData name="Aritra Mitra" userId="ed282abb-f77d-4912-ae2d-92fef056a80d" providerId="ADAL" clId="{EFC6A461-A41B-48F4-A481-711BE23EB017}" dt="2021-02-12T22:47:10.673" v="10395"/>
        <pc:sldMkLst>
          <pc:docMk/>
          <pc:sldMk cId="3504645916" sldId="368"/>
        </pc:sldMkLst>
        <pc:spChg chg="mod">
          <ac:chgData name="Aritra Mitra" userId="ed282abb-f77d-4912-ae2d-92fef056a80d" providerId="ADAL" clId="{EFC6A461-A41B-48F4-A481-711BE23EB017}" dt="2021-02-12T21:02:02.098" v="9602" actId="20577"/>
          <ac:spMkLst>
            <pc:docMk/>
            <pc:sldMk cId="3504645916" sldId="368"/>
            <ac:spMk id="2" creationId="{4A2903B9-C86C-4FA7-8216-3A5ECE057550}"/>
          </ac:spMkLst>
        </pc:spChg>
        <pc:spChg chg="mod">
          <ac:chgData name="Aritra Mitra" userId="ed282abb-f77d-4912-ae2d-92fef056a80d" providerId="ADAL" clId="{EFC6A461-A41B-48F4-A481-711BE23EB017}" dt="2021-02-12T21:05:26.204" v="9826" actId="20577"/>
          <ac:spMkLst>
            <pc:docMk/>
            <pc:sldMk cId="3504645916" sldId="368"/>
            <ac:spMk id="3" creationId="{C386CA9A-C7D6-45D4-9C6C-BCF40AAB6ECC}"/>
          </ac:spMkLst>
        </pc:spChg>
        <pc:spChg chg="add mod">
          <ac:chgData name="Aritra Mitra" userId="ed282abb-f77d-4912-ae2d-92fef056a80d" providerId="ADAL" clId="{EFC6A461-A41B-48F4-A481-711BE23EB017}" dt="2021-02-12T21:05:30.623" v="9827" actId="1076"/>
          <ac:spMkLst>
            <pc:docMk/>
            <pc:sldMk cId="3504645916" sldId="368"/>
            <ac:spMk id="4" creationId="{A3FCD39B-2962-4727-A711-18F3CD339816}"/>
          </ac:spMkLst>
        </pc:spChg>
        <pc:spChg chg="add mod">
          <ac:chgData name="Aritra Mitra" userId="ed282abb-f77d-4912-ae2d-92fef056a80d" providerId="ADAL" clId="{EFC6A461-A41B-48F4-A481-711BE23EB017}" dt="2021-02-12T22:47:10.673" v="10395"/>
          <ac:spMkLst>
            <pc:docMk/>
            <pc:sldMk cId="3504645916" sldId="368"/>
            <ac:spMk id="5" creationId="{1237FCA6-B7B6-4D93-A492-52C2A28558A1}"/>
          </ac:spMkLst>
        </pc:spChg>
        <pc:spChg chg="add mod">
          <ac:chgData name="Aritra Mitra" userId="ed282abb-f77d-4912-ae2d-92fef056a80d" providerId="ADAL" clId="{EFC6A461-A41B-48F4-A481-711BE23EB017}" dt="2021-02-12T21:10:35.618" v="10096" actId="207"/>
          <ac:spMkLst>
            <pc:docMk/>
            <pc:sldMk cId="3504645916" sldId="368"/>
            <ac:spMk id="6" creationId="{355355A4-B0AF-4C86-871E-B5989B4D1071}"/>
          </ac:spMkLst>
        </pc:spChg>
      </pc:sldChg>
      <pc:sldChg chg="new del">
        <pc:chgData name="Aritra Mitra" userId="ed282abb-f77d-4912-ae2d-92fef056a80d" providerId="ADAL" clId="{EFC6A461-A41B-48F4-A481-711BE23EB017}" dt="2021-02-12T20:47:00.162" v="9517" actId="47"/>
        <pc:sldMkLst>
          <pc:docMk/>
          <pc:sldMk cId="3999997086" sldId="368"/>
        </pc:sldMkLst>
      </pc:sldChg>
      <pc:sldChg chg="modSp add mod">
        <pc:chgData name="Aritra Mitra" userId="ed282abb-f77d-4912-ae2d-92fef056a80d" providerId="ADAL" clId="{EFC6A461-A41B-48F4-A481-711BE23EB017}" dt="2021-02-12T22:51:50.843" v="10440" actId="207"/>
        <pc:sldMkLst>
          <pc:docMk/>
          <pc:sldMk cId="2913564770" sldId="369"/>
        </pc:sldMkLst>
        <pc:spChg chg="mod">
          <ac:chgData name="Aritra Mitra" userId="ed282abb-f77d-4912-ae2d-92fef056a80d" providerId="ADAL" clId="{EFC6A461-A41B-48F4-A481-711BE23EB017}" dt="2021-02-12T21:22:48.022" v="10270" actId="20577"/>
          <ac:spMkLst>
            <pc:docMk/>
            <pc:sldMk cId="2913564770" sldId="369"/>
            <ac:spMk id="2" creationId="{C2D081FD-68B8-443E-95C3-1EC5F021CEA1}"/>
          </ac:spMkLst>
        </pc:spChg>
        <pc:spChg chg="mod">
          <ac:chgData name="Aritra Mitra" userId="ed282abb-f77d-4912-ae2d-92fef056a80d" providerId="ADAL" clId="{EFC6A461-A41B-48F4-A481-711BE23EB017}" dt="2021-02-12T21:19:48.784" v="10179" actId="21"/>
          <ac:spMkLst>
            <pc:docMk/>
            <pc:sldMk cId="2913564770" sldId="369"/>
            <ac:spMk id="3" creationId="{7749F718-296F-427C-85BB-34C326E522AE}"/>
          </ac:spMkLst>
        </pc:spChg>
        <pc:spChg chg="mod">
          <ac:chgData name="Aritra Mitra" userId="ed282abb-f77d-4912-ae2d-92fef056a80d" providerId="ADAL" clId="{EFC6A461-A41B-48F4-A481-711BE23EB017}" dt="2021-02-12T22:51:50.843" v="10440" actId="207"/>
          <ac:spMkLst>
            <pc:docMk/>
            <pc:sldMk cId="2913564770" sldId="369"/>
            <ac:spMk id="6" creationId="{33929E2F-93DE-4C4B-8842-620247A95824}"/>
          </ac:spMkLst>
        </pc:spChg>
      </pc:sldChg>
      <pc:sldChg chg="modSp new del mod">
        <pc:chgData name="Aritra Mitra" userId="ed282abb-f77d-4912-ae2d-92fef056a80d" providerId="ADAL" clId="{EFC6A461-A41B-48F4-A481-711BE23EB017}" dt="2021-02-12T21:13:45.541" v="10138" actId="47"/>
        <pc:sldMkLst>
          <pc:docMk/>
          <pc:sldMk cId="3139547845" sldId="369"/>
        </pc:sldMkLst>
        <pc:spChg chg="mod">
          <ac:chgData name="Aritra Mitra" userId="ed282abb-f77d-4912-ae2d-92fef056a80d" providerId="ADAL" clId="{EFC6A461-A41B-48F4-A481-711BE23EB017}" dt="2021-02-12T21:13:00.838" v="10137" actId="20577"/>
          <ac:spMkLst>
            <pc:docMk/>
            <pc:sldMk cId="3139547845" sldId="369"/>
            <ac:spMk id="2" creationId="{DBD44976-46EF-4E66-A551-EE0E439CDCE8}"/>
          </ac:spMkLst>
        </pc:spChg>
      </pc:sldChg>
      <pc:sldChg chg="modSp add mod">
        <pc:chgData name="Aritra Mitra" userId="ed282abb-f77d-4912-ae2d-92fef056a80d" providerId="ADAL" clId="{EFC6A461-A41B-48F4-A481-711BE23EB017}" dt="2021-02-12T22:52:07.232" v="10441" actId="207"/>
        <pc:sldMkLst>
          <pc:docMk/>
          <pc:sldMk cId="3920868290" sldId="370"/>
        </pc:sldMkLst>
        <pc:spChg chg="mod">
          <ac:chgData name="Aritra Mitra" userId="ed282abb-f77d-4912-ae2d-92fef056a80d" providerId="ADAL" clId="{EFC6A461-A41B-48F4-A481-711BE23EB017}" dt="2021-02-12T21:22:56.139" v="10275" actId="20577"/>
          <ac:spMkLst>
            <pc:docMk/>
            <pc:sldMk cId="3920868290" sldId="370"/>
            <ac:spMk id="2" creationId="{C2D081FD-68B8-443E-95C3-1EC5F021CEA1}"/>
          </ac:spMkLst>
        </pc:spChg>
        <pc:spChg chg="mod">
          <ac:chgData name="Aritra Mitra" userId="ed282abb-f77d-4912-ae2d-92fef056a80d" providerId="ADAL" clId="{EFC6A461-A41B-48F4-A481-711BE23EB017}" dt="2021-02-12T21:22:59.941" v="10276" actId="20577"/>
          <ac:spMkLst>
            <pc:docMk/>
            <pc:sldMk cId="3920868290" sldId="370"/>
            <ac:spMk id="3" creationId="{7749F718-296F-427C-85BB-34C326E522AE}"/>
          </ac:spMkLst>
        </pc:spChg>
        <pc:spChg chg="mod">
          <ac:chgData name="Aritra Mitra" userId="ed282abb-f77d-4912-ae2d-92fef056a80d" providerId="ADAL" clId="{EFC6A461-A41B-48F4-A481-711BE23EB017}" dt="2021-02-12T22:52:07.232" v="10441" actId="207"/>
          <ac:spMkLst>
            <pc:docMk/>
            <pc:sldMk cId="3920868290" sldId="370"/>
            <ac:spMk id="7" creationId="{B8724582-B189-4997-A702-D78EE138A42E}"/>
          </ac:spMkLst>
        </pc:spChg>
      </pc:sldChg>
      <pc:sldChg chg="modSp add mod">
        <pc:chgData name="Aritra Mitra" userId="ed282abb-f77d-4912-ae2d-92fef056a80d" providerId="ADAL" clId="{EFC6A461-A41B-48F4-A481-711BE23EB017}" dt="2021-02-12T22:52:54.868" v="10448" actId="207"/>
        <pc:sldMkLst>
          <pc:docMk/>
          <pc:sldMk cId="1754065141" sldId="371"/>
        </pc:sldMkLst>
        <pc:spChg chg="mod">
          <ac:chgData name="Aritra Mitra" userId="ed282abb-f77d-4912-ae2d-92fef056a80d" providerId="ADAL" clId="{EFC6A461-A41B-48F4-A481-711BE23EB017}" dt="2021-02-12T21:25:29.288" v="10331" actId="20577"/>
          <ac:spMkLst>
            <pc:docMk/>
            <pc:sldMk cId="1754065141" sldId="371"/>
            <ac:spMk id="2" creationId="{C2D081FD-68B8-443E-95C3-1EC5F021CEA1}"/>
          </ac:spMkLst>
        </pc:spChg>
        <pc:spChg chg="mod">
          <ac:chgData name="Aritra Mitra" userId="ed282abb-f77d-4912-ae2d-92fef056a80d" providerId="ADAL" clId="{EFC6A461-A41B-48F4-A481-711BE23EB017}" dt="2021-02-12T21:25:32.068" v="10332" actId="20577"/>
          <ac:spMkLst>
            <pc:docMk/>
            <pc:sldMk cId="1754065141" sldId="371"/>
            <ac:spMk id="3" creationId="{7749F718-296F-427C-85BB-34C326E522AE}"/>
          </ac:spMkLst>
        </pc:spChg>
        <pc:spChg chg="mod">
          <ac:chgData name="Aritra Mitra" userId="ed282abb-f77d-4912-ae2d-92fef056a80d" providerId="ADAL" clId="{EFC6A461-A41B-48F4-A481-711BE23EB017}" dt="2021-02-12T22:52:54.868" v="10448" actId="207"/>
          <ac:spMkLst>
            <pc:docMk/>
            <pc:sldMk cId="1754065141" sldId="371"/>
            <ac:spMk id="6" creationId="{6F821CEB-3180-4A09-8943-F8205AFEDEB9}"/>
          </ac:spMkLst>
        </pc:spChg>
      </pc:sldChg>
      <pc:sldChg chg="modSp new mod">
        <pc:chgData name="Aritra Mitra" userId="ed282abb-f77d-4912-ae2d-92fef056a80d" providerId="ADAL" clId="{EFC6A461-A41B-48F4-A481-711BE23EB017}" dt="2021-02-12T23:56:36.402" v="13444" actId="207"/>
        <pc:sldMkLst>
          <pc:docMk/>
          <pc:sldMk cId="3694708346" sldId="372"/>
        </pc:sldMkLst>
        <pc:spChg chg="mod">
          <ac:chgData name="Aritra Mitra" userId="ed282abb-f77d-4912-ae2d-92fef056a80d" providerId="ADAL" clId="{EFC6A461-A41B-48F4-A481-711BE23EB017}" dt="2021-02-12T22:53:21.471" v="10481" actId="20577"/>
          <ac:spMkLst>
            <pc:docMk/>
            <pc:sldMk cId="3694708346" sldId="372"/>
            <ac:spMk id="2" creationId="{9D99FED9-E38B-4369-925A-154FCE06CDB1}"/>
          </ac:spMkLst>
        </pc:spChg>
        <pc:spChg chg="mod">
          <ac:chgData name="Aritra Mitra" userId="ed282abb-f77d-4912-ae2d-92fef056a80d" providerId="ADAL" clId="{EFC6A461-A41B-48F4-A481-711BE23EB017}" dt="2021-02-12T23:56:36.402" v="13444" actId="207"/>
          <ac:spMkLst>
            <pc:docMk/>
            <pc:sldMk cId="3694708346" sldId="372"/>
            <ac:spMk id="3" creationId="{B27DA947-0061-46E2-86C8-D20418A679AC}"/>
          </ac:spMkLst>
        </pc:spChg>
      </pc:sldChg>
      <pc:sldChg chg="modSp new mod modAnim">
        <pc:chgData name="Aritra Mitra" userId="ed282abb-f77d-4912-ae2d-92fef056a80d" providerId="ADAL" clId="{EFC6A461-A41B-48F4-A481-711BE23EB017}" dt="2021-02-12T23:36:35.538" v="12435"/>
        <pc:sldMkLst>
          <pc:docMk/>
          <pc:sldMk cId="2342141498" sldId="373"/>
        </pc:sldMkLst>
        <pc:spChg chg="mod">
          <ac:chgData name="Aritra Mitra" userId="ed282abb-f77d-4912-ae2d-92fef056a80d" providerId="ADAL" clId="{EFC6A461-A41B-48F4-A481-711BE23EB017}" dt="2021-02-12T22:59:11.941" v="11282" actId="20577"/>
          <ac:spMkLst>
            <pc:docMk/>
            <pc:sldMk cId="2342141498" sldId="373"/>
            <ac:spMk id="2" creationId="{4806206B-48C4-4DF2-803C-F19C5C90579B}"/>
          </ac:spMkLst>
        </pc:spChg>
        <pc:spChg chg="mod">
          <ac:chgData name="Aritra Mitra" userId="ed282abb-f77d-4912-ae2d-92fef056a80d" providerId="ADAL" clId="{EFC6A461-A41B-48F4-A481-711BE23EB017}" dt="2021-02-12T23:25:49.098" v="12428" actId="207"/>
          <ac:spMkLst>
            <pc:docMk/>
            <pc:sldMk cId="2342141498" sldId="373"/>
            <ac:spMk id="3" creationId="{815FEF2E-C209-444C-B50A-D951096D236A}"/>
          </ac:spMkLst>
        </pc:spChg>
      </pc:sldChg>
      <pc:sldChg chg="modSp new mod">
        <pc:chgData name="Aritra Mitra" userId="ed282abb-f77d-4912-ae2d-92fef056a80d" providerId="ADAL" clId="{EFC6A461-A41B-48F4-A481-711BE23EB017}" dt="2021-02-12T23:54:49.606" v="13442" actId="207"/>
        <pc:sldMkLst>
          <pc:docMk/>
          <pc:sldMk cId="1244250669" sldId="374"/>
        </pc:sldMkLst>
        <pc:spChg chg="mod">
          <ac:chgData name="Aritra Mitra" userId="ed282abb-f77d-4912-ae2d-92fef056a80d" providerId="ADAL" clId="{EFC6A461-A41B-48F4-A481-711BE23EB017}" dt="2021-02-12T23:41:07.313" v="12476" actId="20577"/>
          <ac:spMkLst>
            <pc:docMk/>
            <pc:sldMk cId="1244250669" sldId="374"/>
            <ac:spMk id="2" creationId="{6E2BD156-EB8A-45C5-A652-ED47C52BEE7C}"/>
          </ac:spMkLst>
        </pc:spChg>
        <pc:spChg chg="mod">
          <ac:chgData name="Aritra Mitra" userId="ed282abb-f77d-4912-ae2d-92fef056a80d" providerId="ADAL" clId="{EFC6A461-A41B-48F4-A481-711BE23EB017}" dt="2021-02-12T23:54:49.606" v="13442" actId="207"/>
          <ac:spMkLst>
            <pc:docMk/>
            <pc:sldMk cId="1244250669" sldId="374"/>
            <ac:spMk id="3" creationId="{EE13A02F-B799-405E-BA88-0AB4B08B2BEC}"/>
          </ac:spMkLst>
        </pc:spChg>
      </pc:sldChg>
      <pc:sldMasterChg chg="del delSldLayout">
        <pc:chgData name="Aritra Mitra" userId="ed282abb-f77d-4912-ae2d-92fef056a80d" providerId="ADAL" clId="{EFC6A461-A41B-48F4-A481-711BE23EB017}" dt="2021-02-12T05:50:31.409" v="12" actId="47"/>
        <pc:sldMasterMkLst>
          <pc:docMk/>
          <pc:sldMasterMk cId="3506895320" sldId="2147483673"/>
        </pc:sldMasterMkLst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253355630" sldId="2147483674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1172734414" sldId="2147483675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1615273828" sldId="2147483676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2266782477" sldId="2147483677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1910795121" sldId="2147483678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2781982172" sldId="2147483679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96622991" sldId="2147483680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4048560827" sldId="2147483681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1945963766" sldId="2147483682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3184688952" sldId="2147483683"/>
          </pc:sldLayoutMkLst>
        </pc:sldLayoutChg>
        <pc:sldLayoutChg chg="del">
          <pc:chgData name="Aritra Mitra" userId="ed282abb-f77d-4912-ae2d-92fef056a80d" providerId="ADAL" clId="{EFC6A461-A41B-48F4-A481-711BE23EB017}" dt="2021-02-12T05:50:31.409" v="12" actId="47"/>
          <pc:sldLayoutMkLst>
            <pc:docMk/>
            <pc:sldMasterMk cId="3506895320" sldId="2147483673"/>
            <pc:sldLayoutMk cId="2294053703" sldId="2147483684"/>
          </pc:sldLayoutMkLst>
        </pc:sldLayoutChg>
      </pc:sldMasterChg>
    </pc:docChg>
  </pc:docChgLst>
  <pc:docChgLst>
    <pc:chgData name="Aritra Mitra" userId="ed282abb-f77d-4912-ae2d-92fef056a80d" providerId="ADAL" clId="{62951792-EA17-4B0E-8940-DFE1CEE73BB8}"/>
    <pc:docChg chg="undo custSel addSld delSld modSection">
      <pc:chgData name="Aritra Mitra" userId="ed282abb-f77d-4912-ae2d-92fef056a80d" providerId="ADAL" clId="{62951792-EA17-4B0E-8940-DFE1CEE73BB8}" dt="2019-12-07T17:36:05.736" v="3" actId="2696"/>
      <pc:docMkLst>
        <pc:docMk/>
      </pc:docMkLst>
    </pc:docChg>
  </pc:docChgLst>
  <pc:docChgLst>
    <pc:chgData name="Mitra, Aritra" userId="c0528902-d414-4a78-8a62-a5dcc8d4eb67" providerId="ADAL" clId="{CE4618A0-3EF6-44B2-84DB-7BFFD3B214DA}"/>
    <pc:docChg chg="undo custSel addSld delSld modSld modSection">
      <pc:chgData name="Mitra, Aritra" userId="c0528902-d414-4a78-8a62-a5dcc8d4eb67" providerId="ADAL" clId="{CE4618A0-3EF6-44B2-84DB-7BFFD3B214DA}" dt="2022-06-21T13:56:25.005" v="10850" actId="47"/>
      <pc:docMkLst>
        <pc:docMk/>
      </pc:docMkLst>
      <pc:sldChg chg="modSp mod">
        <pc:chgData name="Mitra, Aritra" userId="c0528902-d414-4a78-8a62-a5dcc8d4eb67" providerId="ADAL" clId="{CE4618A0-3EF6-44B2-84DB-7BFFD3B214DA}" dt="2022-06-20T20:05:05.547" v="81" actId="1076"/>
        <pc:sldMkLst>
          <pc:docMk/>
          <pc:sldMk cId="3695319144" sldId="301"/>
        </pc:sldMkLst>
        <pc:spChg chg="mod">
          <ac:chgData name="Mitra, Aritra" userId="c0528902-d414-4a78-8a62-a5dcc8d4eb67" providerId="ADAL" clId="{CE4618A0-3EF6-44B2-84DB-7BFFD3B214DA}" dt="2022-06-20T20:04:50.406" v="79" actId="20577"/>
          <ac:spMkLst>
            <pc:docMk/>
            <pc:sldMk cId="3695319144" sldId="301"/>
            <ac:spMk id="2" creationId="{00000000-0000-0000-0000-000000000000}"/>
          </ac:spMkLst>
        </pc:spChg>
        <pc:picChg chg="mod">
          <ac:chgData name="Mitra, Aritra" userId="c0528902-d414-4a78-8a62-a5dcc8d4eb67" providerId="ADAL" clId="{CE4618A0-3EF6-44B2-84DB-7BFFD3B214DA}" dt="2022-06-20T20:05:05.547" v="81" actId="1076"/>
          <ac:picMkLst>
            <pc:docMk/>
            <pc:sldMk cId="3695319144" sldId="301"/>
            <ac:picMk id="4" creationId="{44B7C4B2-67F6-4FCA-B969-1F343BA15ED1}"/>
          </ac:picMkLst>
        </pc:picChg>
      </pc:sldChg>
      <pc:sldChg chg="del">
        <pc:chgData name="Mitra, Aritra" userId="c0528902-d414-4a78-8a62-a5dcc8d4eb67" providerId="ADAL" clId="{CE4618A0-3EF6-44B2-84DB-7BFFD3B214DA}" dt="2022-06-20T20:11:47.316" v="291" actId="47"/>
        <pc:sldMkLst>
          <pc:docMk/>
          <pc:sldMk cId="2649240562" sldId="312"/>
        </pc:sldMkLst>
      </pc:sldChg>
      <pc:sldChg chg="addSp modSp mod">
        <pc:chgData name="Mitra, Aritra" userId="c0528902-d414-4a78-8a62-a5dcc8d4eb67" providerId="ADAL" clId="{CE4618A0-3EF6-44B2-84DB-7BFFD3B214DA}" dt="2022-06-20T20:09:05.013" v="287" actId="1038"/>
        <pc:sldMkLst>
          <pc:docMk/>
          <pc:sldMk cId="78988702" sldId="365"/>
        </pc:sldMkLst>
        <pc:spChg chg="mod">
          <ac:chgData name="Mitra, Aritra" userId="c0528902-d414-4a78-8a62-a5dcc8d4eb67" providerId="ADAL" clId="{CE4618A0-3EF6-44B2-84DB-7BFFD3B214DA}" dt="2022-06-20T20:07:10.967" v="178" actId="1037"/>
          <ac:spMkLst>
            <pc:docMk/>
            <pc:sldMk cId="78988702" sldId="365"/>
            <ac:spMk id="2" creationId="{C2D081FD-68B8-443E-95C3-1EC5F021CEA1}"/>
          </ac:spMkLst>
        </pc:spChg>
        <pc:spChg chg="add mod">
          <ac:chgData name="Mitra, Aritra" userId="c0528902-d414-4a78-8a62-a5dcc8d4eb67" providerId="ADAL" clId="{CE4618A0-3EF6-44B2-84DB-7BFFD3B214DA}" dt="2022-06-20T20:09:05.013" v="287" actId="1038"/>
          <ac:spMkLst>
            <pc:docMk/>
            <pc:sldMk cId="78988702" sldId="365"/>
            <ac:spMk id="3" creationId="{B55B286D-8844-6569-9CD2-67F200C413F0}"/>
          </ac:spMkLst>
        </pc:spChg>
      </pc:sldChg>
      <pc:sldChg chg="del">
        <pc:chgData name="Mitra, Aritra" userId="c0528902-d414-4a78-8a62-a5dcc8d4eb67" providerId="ADAL" clId="{CE4618A0-3EF6-44B2-84DB-7BFFD3B214DA}" dt="2022-06-20T20:11:48.619" v="292" actId="47"/>
        <pc:sldMkLst>
          <pc:docMk/>
          <pc:sldMk cId="3429036435" sldId="413"/>
        </pc:sldMkLst>
      </pc:sldChg>
      <pc:sldChg chg="del">
        <pc:chgData name="Mitra, Aritra" userId="c0528902-d414-4a78-8a62-a5dcc8d4eb67" providerId="ADAL" clId="{CE4618A0-3EF6-44B2-84DB-7BFFD3B214DA}" dt="2022-06-20T20:11:50.899" v="295" actId="47"/>
        <pc:sldMkLst>
          <pc:docMk/>
          <pc:sldMk cId="2429614765" sldId="428"/>
        </pc:sldMkLst>
      </pc:sldChg>
      <pc:sldChg chg="del">
        <pc:chgData name="Mitra, Aritra" userId="c0528902-d414-4a78-8a62-a5dcc8d4eb67" providerId="ADAL" clId="{CE4618A0-3EF6-44B2-84DB-7BFFD3B214DA}" dt="2022-06-20T20:11:49.411" v="293" actId="47"/>
        <pc:sldMkLst>
          <pc:docMk/>
          <pc:sldMk cId="1442250709" sldId="429"/>
        </pc:sldMkLst>
      </pc:sldChg>
      <pc:sldChg chg="del">
        <pc:chgData name="Mitra, Aritra" userId="c0528902-d414-4a78-8a62-a5dcc8d4eb67" providerId="ADAL" clId="{CE4618A0-3EF6-44B2-84DB-7BFFD3B214DA}" dt="2022-06-20T20:05:11.441" v="82" actId="47"/>
        <pc:sldMkLst>
          <pc:docMk/>
          <pc:sldMk cId="1075109397" sldId="1306"/>
        </pc:sldMkLst>
      </pc:sldChg>
      <pc:sldChg chg="del">
        <pc:chgData name="Mitra, Aritra" userId="c0528902-d414-4a78-8a62-a5dcc8d4eb67" providerId="ADAL" clId="{CE4618A0-3EF6-44B2-84DB-7BFFD3B214DA}" dt="2022-06-20T20:11:50.169" v="294" actId="47"/>
        <pc:sldMkLst>
          <pc:docMk/>
          <pc:sldMk cId="3820694383" sldId="1307"/>
        </pc:sldMkLst>
      </pc:sldChg>
      <pc:sldChg chg="modSp mod">
        <pc:chgData name="Mitra, Aritra" userId="c0528902-d414-4a78-8a62-a5dcc8d4eb67" providerId="ADAL" clId="{CE4618A0-3EF6-44B2-84DB-7BFFD3B214DA}" dt="2022-06-21T04:33:17.756" v="8101" actId="20577"/>
        <pc:sldMkLst>
          <pc:docMk/>
          <pc:sldMk cId="2301325993" sldId="1309"/>
        </pc:sldMkLst>
        <pc:spChg chg="mod">
          <ac:chgData name="Mitra, Aritra" userId="c0528902-d414-4a78-8a62-a5dcc8d4eb67" providerId="ADAL" clId="{CE4618A0-3EF6-44B2-84DB-7BFFD3B214DA}" dt="2022-06-21T04:33:17.756" v="8101" actId="20577"/>
          <ac:spMkLst>
            <pc:docMk/>
            <pc:sldMk cId="2301325993" sldId="1309"/>
            <ac:spMk id="15" creationId="{EEF7F54F-6469-4B1B-A418-B1D0116040F7}"/>
          </ac:spMkLst>
        </pc:spChg>
        <pc:spChg chg="mod">
          <ac:chgData name="Mitra, Aritra" userId="c0528902-d414-4a78-8a62-a5dcc8d4eb67" providerId="ADAL" clId="{CE4618A0-3EF6-44B2-84DB-7BFFD3B214DA}" dt="2022-06-21T04:33:03.182" v="8098" actId="20577"/>
          <ac:spMkLst>
            <pc:docMk/>
            <pc:sldMk cId="2301325993" sldId="1309"/>
            <ac:spMk id="26" creationId="{58758E06-B1B2-4D8D-8017-4943798ED010}"/>
          </ac:spMkLst>
        </pc:spChg>
        <pc:grpChg chg="mod">
          <ac:chgData name="Mitra, Aritra" userId="c0528902-d414-4a78-8a62-a5dcc8d4eb67" providerId="ADAL" clId="{CE4618A0-3EF6-44B2-84DB-7BFFD3B214DA}" dt="2022-06-21T02:27:07.506" v="4167" actId="1076"/>
          <ac:grpSpMkLst>
            <pc:docMk/>
            <pc:sldMk cId="2301325993" sldId="1309"/>
            <ac:grpSpMk id="37" creationId="{2C1AA637-0BA5-46C3-8542-B5BF4EEDE057}"/>
          </ac:grpSpMkLst>
        </pc:grpChg>
        <pc:cxnChg chg="mod">
          <ac:chgData name="Mitra, Aritra" userId="c0528902-d414-4a78-8a62-a5dcc8d4eb67" providerId="ADAL" clId="{CE4618A0-3EF6-44B2-84DB-7BFFD3B214DA}" dt="2022-06-20T22:07:58.802" v="2406" actId="1037"/>
          <ac:cxnSpMkLst>
            <pc:docMk/>
            <pc:sldMk cId="2301325993" sldId="1309"/>
            <ac:cxnSpMk id="39" creationId="{1DE484E8-70E0-4915-8ED1-44722733E477}"/>
          </ac:cxnSpMkLst>
        </pc:cxnChg>
      </pc:sldChg>
      <pc:sldChg chg="del">
        <pc:chgData name="Mitra, Aritra" userId="c0528902-d414-4a78-8a62-a5dcc8d4eb67" providerId="ADAL" clId="{CE4618A0-3EF6-44B2-84DB-7BFFD3B214DA}" dt="2022-06-21T13:56:23.369" v="10849" actId="47"/>
        <pc:sldMkLst>
          <pc:docMk/>
          <pc:sldMk cId="2724786655" sldId="1310"/>
        </pc:sldMkLst>
      </pc:sldChg>
      <pc:sldChg chg="del">
        <pc:chgData name="Mitra, Aritra" userId="c0528902-d414-4a78-8a62-a5dcc8d4eb67" providerId="ADAL" clId="{CE4618A0-3EF6-44B2-84DB-7BFFD3B214DA}" dt="2022-06-21T13:56:25.005" v="10850" actId="47"/>
        <pc:sldMkLst>
          <pc:docMk/>
          <pc:sldMk cId="3901155546" sldId="1311"/>
        </pc:sldMkLst>
      </pc:sldChg>
      <pc:sldChg chg="del">
        <pc:chgData name="Mitra, Aritra" userId="c0528902-d414-4a78-8a62-a5dcc8d4eb67" providerId="ADAL" clId="{CE4618A0-3EF6-44B2-84DB-7BFFD3B214DA}" dt="2022-06-20T20:11:43.852" v="289" actId="47"/>
        <pc:sldMkLst>
          <pc:docMk/>
          <pc:sldMk cId="89939661" sldId="1312"/>
        </pc:sldMkLst>
      </pc:sldChg>
      <pc:sldChg chg="addSp delSp modSp new del mod modAnim">
        <pc:chgData name="Mitra, Aritra" userId="c0528902-d414-4a78-8a62-a5dcc8d4eb67" providerId="ADAL" clId="{CE4618A0-3EF6-44B2-84DB-7BFFD3B214DA}" dt="2022-06-20T21:08:04.365" v="1907" actId="2696"/>
        <pc:sldMkLst>
          <pc:docMk/>
          <pc:sldMk cId="2423653178" sldId="1312"/>
        </pc:sldMkLst>
        <pc:spChg chg="mod">
          <ac:chgData name="Mitra, Aritra" userId="c0528902-d414-4a78-8a62-a5dcc8d4eb67" providerId="ADAL" clId="{CE4618A0-3EF6-44B2-84DB-7BFFD3B214DA}" dt="2022-06-20T20:14:47.860" v="328" actId="20577"/>
          <ac:spMkLst>
            <pc:docMk/>
            <pc:sldMk cId="2423653178" sldId="1312"/>
            <ac:spMk id="2" creationId="{D59A1498-AFD1-0DA5-CAA6-F7BEA346CC8D}"/>
          </ac:spMkLst>
        </pc:spChg>
        <pc:spChg chg="mod">
          <ac:chgData name="Mitra, Aritra" userId="c0528902-d414-4a78-8a62-a5dcc8d4eb67" providerId="ADAL" clId="{CE4618A0-3EF6-44B2-84DB-7BFFD3B214DA}" dt="2022-06-20T20:25:45.404" v="1025" actId="20577"/>
          <ac:spMkLst>
            <pc:docMk/>
            <pc:sldMk cId="2423653178" sldId="1312"/>
            <ac:spMk id="3" creationId="{54F4B4AD-FC90-9621-F1E7-A9B7BC7D3FC7}"/>
          </ac:spMkLst>
        </pc:spChg>
        <pc:spChg chg="add del mod">
          <ac:chgData name="Mitra, Aritra" userId="c0528902-d414-4a78-8a62-a5dcc8d4eb67" providerId="ADAL" clId="{CE4618A0-3EF6-44B2-84DB-7BFFD3B214DA}" dt="2022-06-20T20:43:22.470" v="1131"/>
          <ac:spMkLst>
            <pc:docMk/>
            <pc:sldMk cId="2423653178" sldId="1312"/>
            <ac:spMk id="19" creationId="{18997A5C-14E4-BF72-06F9-C7A1A029DE33}"/>
          </ac:spMkLst>
        </pc:spChg>
        <pc:spChg chg="add mod">
          <ac:chgData name="Mitra, Aritra" userId="c0528902-d414-4a78-8a62-a5dcc8d4eb67" providerId="ADAL" clId="{CE4618A0-3EF6-44B2-84DB-7BFFD3B214DA}" dt="2022-06-20T20:43:51.255" v="1156" actId="1076"/>
          <ac:spMkLst>
            <pc:docMk/>
            <pc:sldMk cId="2423653178" sldId="1312"/>
            <ac:spMk id="20" creationId="{D58C9298-D6DD-6374-B848-77FF9BDCEC13}"/>
          </ac:spMkLst>
        </pc:spChg>
        <pc:spChg chg="add mod">
          <ac:chgData name="Mitra, Aritra" userId="c0528902-d414-4a78-8a62-a5dcc8d4eb67" providerId="ADAL" clId="{CE4618A0-3EF6-44B2-84DB-7BFFD3B214DA}" dt="2022-06-20T20:45:50.083" v="1218" actId="1038"/>
          <ac:spMkLst>
            <pc:docMk/>
            <pc:sldMk cId="2423653178" sldId="1312"/>
            <ac:spMk id="21" creationId="{699E765B-6502-68E4-4751-0D199A5F6DE1}"/>
          </ac:spMkLst>
        </pc:spChg>
        <pc:spChg chg="add mod">
          <ac:chgData name="Mitra, Aritra" userId="c0528902-d414-4a78-8a62-a5dcc8d4eb67" providerId="ADAL" clId="{CE4618A0-3EF6-44B2-84DB-7BFFD3B214DA}" dt="2022-06-20T20:45:35.291" v="1210" actId="1036"/>
          <ac:spMkLst>
            <pc:docMk/>
            <pc:sldMk cId="2423653178" sldId="1312"/>
            <ac:spMk id="22" creationId="{43A60AF3-DCC1-F39D-0971-8BB4D908DB3F}"/>
          </ac:spMkLst>
        </pc:spChg>
        <pc:spChg chg="add mod">
          <ac:chgData name="Mitra, Aritra" userId="c0528902-d414-4a78-8a62-a5dcc8d4eb67" providerId="ADAL" clId="{CE4618A0-3EF6-44B2-84DB-7BFFD3B214DA}" dt="2022-06-20T20:51:29.780" v="1501" actId="20577"/>
          <ac:spMkLst>
            <pc:docMk/>
            <pc:sldMk cId="2423653178" sldId="1312"/>
            <ac:spMk id="23" creationId="{6D744F95-3AC0-00D8-5D61-9711D4694270}"/>
          </ac:spMkLst>
        </pc:spChg>
        <pc:picChg chg="add mod">
          <ac:chgData name="Mitra, Aritra" userId="c0528902-d414-4a78-8a62-a5dcc8d4eb67" providerId="ADAL" clId="{CE4618A0-3EF6-44B2-84DB-7BFFD3B214DA}" dt="2022-06-20T20:29:42.671" v="1062" actId="1076"/>
          <ac:picMkLst>
            <pc:docMk/>
            <pc:sldMk cId="2423653178" sldId="1312"/>
            <ac:picMk id="10" creationId="{D71436FC-9B8C-69D2-B4B2-975EEC444CF2}"/>
          </ac:picMkLst>
        </pc:picChg>
        <pc:picChg chg="add del mod">
          <ac:chgData name="Mitra, Aritra" userId="c0528902-d414-4a78-8a62-a5dcc8d4eb67" providerId="ADAL" clId="{CE4618A0-3EF6-44B2-84DB-7BFFD3B214DA}" dt="2022-06-20T20:34:11.791" v="1070" actId="478"/>
          <ac:picMkLst>
            <pc:docMk/>
            <pc:sldMk cId="2423653178" sldId="1312"/>
            <ac:picMk id="12" creationId="{80563D00-A3B6-8931-A807-20C18BBFE359}"/>
          </ac:picMkLst>
        </pc:picChg>
        <pc:picChg chg="add mod">
          <ac:chgData name="Mitra, Aritra" userId="c0528902-d414-4a78-8a62-a5dcc8d4eb67" providerId="ADAL" clId="{CE4618A0-3EF6-44B2-84DB-7BFFD3B214DA}" dt="2022-06-20T20:42:36.970" v="1109" actId="1038"/>
          <ac:picMkLst>
            <pc:docMk/>
            <pc:sldMk cId="2423653178" sldId="1312"/>
            <ac:picMk id="14" creationId="{DA8DBABF-85E8-A99A-13D8-8735224650A2}"/>
          </ac:picMkLst>
        </pc:picChg>
        <pc:picChg chg="add del mod">
          <ac:chgData name="Mitra, Aritra" userId="c0528902-d414-4a78-8a62-a5dcc8d4eb67" providerId="ADAL" clId="{CE4618A0-3EF6-44B2-84DB-7BFFD3B214DA}" dt="2022-06-20T20:41:59.380" v="1090" actId="478"/>
          <ac:picMkLst>
            <pc:docMk/>
            <pc:sldMk cId="2423653178" sldId="1312"/>
            <ac:picMk id="16" creationId="{4B4FB7C3-0125-6C3B-21DD-A8E2357C84F5}"/>
          </ac:picMkLst>
        </pc:picChg>
        <pc:picChg chg="add mod">
          <ac:chgData name="Mitra, Aritra" userId="c0528902-d414-4a78-8a62-a5dcc8d4eb67" providerId="ADAL" clId="{CE4618A0-3EF6-44B2-84DB-7BFFD3B214DA}" dt="2022-06-20T20:42:45.159" v="1115" actId="1036"/>
          <ac:picMkLst>
            <pc:docMk/>
            <pc:sldMk cId="2423653178" sldId="1312"/>
            <ac:picMk id="18" creationId="{0BB6975D-C11A-4818-CC1B-1EE70D8E7194}"/>
          </ac:picMkLst>
        </pc:picChg>
        <pc:cxnChg chg="add mod">
          <ac:chgData name="Mitra, Aritra" userId="c0528902-d414-4a78-8a62-a5dcc8d4eb67" providerId="ADAL" clId="{CE4618A0-3EF6-44B2-84DB-7BFFD3B214DA}" dt="2022-06-20T20:48:47.812" v="1310" actId="14100"/>
          <ac:cxnSpMkLst>
            <pc:docMk/>
            <pc:sldMk cId="2423653178" sldId="1312"/>
            <ac:cxnSpMk id="4" creationId="{C1F6AA23-DA62-9D3B-F688-96F5765BA910}"/>
          </ac:cxnSpMkLst>
        </pc:cxnChg>
      </pc:sldChg>
      <pc:sldChg chg="new del">
        <pc:chgData name="Mitra, Aritra" userId="c0528902-d414-4a78-8a62-a5dcc8d4eb67" providerId="ADAL" clId="{CE4618A0-3EF6-44B2-84DB-7BFFD3B214DA}" dt="2022-06-20T20:13:13.433" v="297" actId="47"/>
        <pc:sldMkLst>
          <pc:docMk/>
          <pc:sldMk cId="3310587759" sldId="1312"/>
        </pc:sldMkLst>
      </pc:sldChg>
      <pc:sldChg chg="delSp modSp add mod delAnim modAnim">
        <pc:chgData name="Mitra, Aritra" userId="c0528902-d414-4a78-8a62-a5dcc8d4eb67" providerId="ADAL" clId="{CE4618A0-3EF6-44B2-84DB-7BFFD3B214DA}" dt="2022-06-21T04:16:21.920" v="7930" actId="20577"/>
        <pc:sldMkLst>
          <pc:docMk/>
          <pc:sldMk cId="3818192935" sldId="1312"/>
        </pc:sldMkLst>
        <pc:spChg chg="mod">
          <ac:chgData name="Mitra, Aritra" userId="c0528902-d414-4a78-8a62-a5dcc8d4eb67" providerId="ADAL" clId="{CE4618A0-3EF6-44B2-84DB-7BFFD3B214DA}" dt="2022-06-21T04:16:21.920" v="7930" actId="20577"/>
          <ac:spMkLst>
            <pc:docMk/>
            <pc:sldMk cId="3818192935" sldId="1312"/>
            <ac:spMk id="3" creationId="{54F4B4AD-FC90-9621-F1E7-A9B7BC7D3FC7}"/>
          </ac:spMkLst>
        </pc:spChg>
        <pc:spChg chg="del">
          <ac:chgData name="Mitra, Aritra" userId="c0528902-d414-4a78-8a62-a5dcc8d4eb67" providerId="ADAL" clId="{CE4618A0-3EF6-44B2-84DB-7BFFD3B214DA}" dt="2022-06-20T21:08:17.870" v="1913" actId="478"/>
          <ac:spMkLst>
            <pc:docMk/>
            <pc:sldMk cId="3818192935" sldId="1312"/>
            <ac:spMk id="20" creationId="{D58C9298-D6DD-6374-B848-77FF9BDCEC13}"/>
          </ac:spMkLst>
        </pc:spChg>
        <pc:spChg chg="del">
          <ac:chgData name="Mitra, Aritra" userId="c0528902-d414-4a78-8a62-a5dcc8d4eb67" providerId="ADAL" clId="{CE4618A0-3EF6-44B2-84DB-7BFFD3B214DA}" dt="2022-06-20T21:08:21.286" v="1914" actId="478"/>
          <ac:spMkLst>
            <pc:docMk/>
            <pc:sldMk cId="3818192935" sldId="1312"/>
            <ac:spMk id="21" creationId="{699E765B-6502-68E4-4751-0D199A5F6DE1}"/>
          </ac:spMkLst>
        </pc:spChg>
        <pc:spChg chg="del">
          <ac:chgData name="Mitra, Aritra" userId="c0528902-d414-4a78-8a62-a5dcc8d4eb67" providerId="ADAL" clId="{CE4618A0-3EF6-44B2-84DB-7BFFD3B214DA}" dt="2022-06-20T21:08:23.780" v="1915" actId="478"/>
          <ac:spMkLst>
            <pc:docMk/>
            <pc:sldMk cId="3818192935" sldId="1312"/>
            <ac:spMk id="22" creationId="{43A60AF3-DCC1-F39D-0971-8BB4D908DB3F}"/>
          </ac:spMkLst>
        </pc:spChg>
        <pc:spChg chg="del">
          <ac:chgData name="Mitra, Aritra" userId="c0528902-d414-4a78-8a62-a5dcc8d4eb67" providerId="ADAL" clId="{CE4618A0-3EF6-44B2-84DB-7BFFD3B214DA}" dt="2022-06-20T21:08:27.254" v="1916" actId="478"/>
          <ac:spMkLst>
            <pc:docMk/>
            <pc:sldMk cId="3818192935" sldId="1312"/>
            <ac:spMk id="23" creationId="{6D744F95-3AC0-00D8-5D61-9711D4694270}"/>
          </ac:spMkLst>
        </pc:spChg>
        <pc:picChg chg="del">
          <ac:chgData name="Mitra, Aritra" userId="c0528902-d414-4a78-8a62-a5dcc8d4eb67" providerId="ADAL" clId="{CE4618A0-3EF6-44B2-84DB-7BFFD3B214DA}" dt="2022-06-20T21:08:11.587" v="1910" actId="478"/>
          <ac:picMkLst>
            <pc:docMk/>
            <pc:sldMk cId="3818192935" sldId="1312"/>
            <ac:picMk id="10" creationId="{D71436FC-9B8C-69D2-B4B2-975EEC444CF2}"/>
          </ac:picMkLst>
        </pc:picChg>
        <pc:picChg chg="del">
          <ac:chgData name="Mitra, Aritra" userId="c0528902-d414-4a78-8a62-a5dcc8d4eb67" providerId="ADAL" clId="{CE4618A0-3EF6-44B2-84DB-7BFFD3B214DA}" dt="2022-06-20T21:08:13.117" v="1911" actId="478"/>
          <ac:picMkLst>
            <pc:docMk/>
            <pc:sldMk cId="3818192935" sldId="1312"/>
            <ac:picMk id="14" creationId="{DA8DBABF-85E8-A99A-13D8-8735224650A2}"/>
          </ac:picMkLst>
        </pc:picChg>
        <pc:picChg chg="del">
          <ac:chgData name="Mitra, Aritra" userId="c0528902-d414-4a78-8a62-a5dcc8d4eb67" providerId="ADAL" clId="{CE4618A0-3EF6-44B2-84DB-7BFFD3B214DA}" dt="2022-06-20T21:08:14.666" v="1912" actId="478"/>
          <ac:picMkLst>
            <pc:docMk/>
            <pc:sldMk cId="3818192935" sldId="1312"/>
            <ac:picMk id="18" creationId="{0BB6975D-C11A-4818-CC1B-1EE70D8E7194}"/>
          </ac:picMkLst>
        </pc:picChg>
        <pc:cxnChg chg="del">
          <ac:chgData name="Mitra, Aritra" userId="c0528902-d414-4a78-8a62-a5dcc8d4eb67" providerId="ADAL" clId="{CE4618A0-3EF6-44B2-84DB-7BFFD3B214DA}" dt="2022-06-20T21:08:09.493" v="1909" actId="478"/>
          <ac:cxnSpMkLst>
            <pc:docMk/>
            <pc:sldMk cId="3818192935" sldId="1312"/>
            <ac:cxnSpMk id="4" creationId="{C1F6AA23-DA62-9D3B-F688-96F5765BA910}"/>
          </ac:cxnSpMkLst>
        </pc:cxnChg>
      </pc:sldChg>
      <pc:sldChg chg="addSp delSp modSp new del mod">
        <pc:chgData name="Mitra, Aritra" userId="c0528902-d414-4a78-8a62-a5dcc8d4eb67" providerId="ADAL" clId="{CE4618A0-3EF6-44B2-84DB-7BFFD3B214DA}" dt="2022-06-21T02:15:50.665" v="3766" actId="47"/>
        <pc:sldMkLst>
          <pc:docMk/>
          <pc:sldMk cId="3770983741" sldId="1313"/>
        </pc:sldMkLst>
        <pc:spChg chg="del mod">
          <ac:chgData name="Mitra, Aritra" userId="c0528902-d414-4a78-8a62-a5dcc8d4eb67" providerId="ADAL" clId="{CE4618A0-3EF6-44B2-84DB-7BFFD3B214DA}" dt="2022-06-20T20:47:20.504" v="1223" actId="21"/>
          <ac:spMkLst>
            <pc:docMk/>
            <pc:sldMk cId="3770983741" sldId="1313"/>
            <ac:spMk id="3" creationId="{839624B2-B464-04B1-F2E0-A7891F596F3B}"/>
          </ac:spMkLst>
        </pc:spChg>
        <pc:spChg chg="add mod">
          <ac:chgData name="Mitra, Aritra" userId="c0528902-d414-4a78-8a62-a5dcc8d4eb67" providerId="ADAL" clId="{CE4618A0-3EF6-44B2-84DB-7BFFD3B214DA}" dt="2022-06-20T20:47:20.504" v="1223" actId="21"/>
          <ac:spMkLst>
            <pc:docMk/>
            <pc:sldMk cId="3770983741" sldId="1313"/>
            <ac:spMk id="5" creationId="{4C156A11-A7BD-F376-5B06-F4680FECE9F8}"/>
          </ac:spMkLst>
        </pc:spChg>
      </pc:sldChg>
      <pc:sldChg chg="del">
        <pc:chgData name="Mitra, Aritra" userId="c0528902-d414-4a78-8a62-a5dcc8d4eb67" providerId="ADAL" clId="{CE4618A0-3EF6-44B2-84DB-7BFFD3B214DA}" dt="2022-06-20T20:11:39.991" v="288" actId="47"/>
        <pc:sldMkLst>
          <pc:docMk/>
          <pc:sldMk cId="3773770307" sldId="1313"/>
        </pc:sldMkLst>
      </pc:sldChg>
      <pc:sldChg chg="del">
        <pc:chgData name="Mitra, Aritra" userId="c0528902-d414-4a78-8a62-a5dcc8d4eb67" providerId="ADAL" clId="{CE4618A0-3EF6-44B2-84DB-7BFFD3B214DA}" dt="2022-06-20T20:11:46.091" v="290" actId="47"/>
        <pc:sldMkLst>
          <pc:docMk/>
          <pc:sldMk cId="537402023" sldId="1314"/>
        </pc:sldMkLst>
      </pc:sldChg>
      <pc:sldChg chg="addSp delSp modSp add mod delAnim modAnim">
        <pc:chgData name="Mitra, Aritra" userId="c0528902-d414-4a78-8a62-a5dcc8d4eb67" providerId="ADAL" clId="{CE4618A0-3EF6-44B2-84DB-7BFFD3B214DA}" dt="2022-06-20T21:08:52.763" v="1921" actId="207"/>
        <pc:sldMkLst>
          <pc:docMk/>
          <pc:sldMk cId="2042933994" sldId="1314"/>
        </pc:sldMkLst>
        <pc:spChg chg="del">
          <ac:chgData name="Mitra, Aritra" userId="c0528902-d414-4a78-8a62-a5dcc8d4eb67" providerId="ADAL" clId="{CE4618A0-3EF6-44B2-84DB-7BFFD3B214DA}" dt="2022-06-20T20:52:25.937" v="1503" actId="478"/>
          <ac:spMkLst>
            <pc:docMk/>
            <pc:sldMk cId="2042933994" sldId="1314"/>
            <ac:spMk id="3" creationId="{54F4B4AD-FC90-9621-F1E7-A9B7BC7D3FC7}"/>
          </ac:spMkLst>
        </pc:spChg>
        <pc:spChg chg="add del mod">
          <ac:chgData name="Mitra, Aritra" userId="c0528902-d414-4a78-8a62-a5dcc8d4eb67" providerId="ADAL" clId="{CE4618A0-3EF6-44B2-84DB-7BFFD3B214DA}" dt="2022-06-20T20:52:28.198" v="1504" actId="478"/>
          <ac:spMkLst>
            <pc:docMk/>
            <pc:sldMk cId="2042933994" sldId="1314"/>
            <ac:spMk id="6" creationId="{939144BB-9494-146A-FD61-20BA7825EA92}"/>
          </ac:spMkLst>
        </pc:spChg>
        <pc:spChg chg="mod">
          <ac:chgData name="Mitra, Aritra" userId="c0528902-d414-4a78-8a62-a5dcc8d4eb67" providerId="ADAL" clId="{CE4618A0-3EF6-44B2-84DB-7BFFD3B214DA}" dt="2022-06-20T20:54:58.357" v="1601" actId="164"/>
          <ac:spMkLst>
            <pc:docMk/>
            <pc:sldMk cId="2042933994" sldId="1314"/>
            <ac:spMk id="20" creationId="{D58C9298-D6DD-6374-B848-77FF9BDCEC13}"/>
          </ac:spMkLst>
        </pc:spChg>
        <pc:spChg chg="mod">
          <ac:chgData name="Mitra, Aritra" userId="c0528902-d414-4a78-8a62-a5dcc8d4eb67" providerId="ADAL" clId="{CE4618A0-3EF6-44B2-84DB-7BFFD3B214DA}" dt="2022-06-20T20:54:58.357" v="1601" actId="164"/>
          <ac:spMkLst>
            <pc:docMk/>
            <pc:sldMk cId="2042933994" sldId="1314"/>
            <ac:spMk id="21" creationId="{699E765B-6502-68E4-4751-0D199A5F6DE1}"/>
          </ac:spMkLst>
        </pc:spChg>
        <pc:spChg chg="mod">
          <ac:chgData name="Mitra, Aritra" userId="c0528902-d414-4a78-8a62-a5dcc8d4eb67" providerId="ADAL" clId="{CE4618A0-3EF6-44B2-84DB-7BFFD3B214DA}" dt="2022-06-20T20:54:58.357" v="1601" actId="164"/>
          <ac:spMkLst>
            <pc:docMk/>
            <pc:sldMk cId="2042933994" sldId="1314"/>
            <ac:spMk id="22" creationId="{43A60AF3-DCC1-F39D-0971-8BB4D908DB3F}"/>
          </ac:spMkLst>
        </pc:spChg>
        <pc:spChg chg="mod">
          <ac:chgData name="Mitra, Aritra" userId="c0528902-d414-4a78-8a62-a5dcc8d4eb67" providerId="ADAL" clId="{CE4618A0-3EF6-44B2-84DB-7BFFD3B214DA}" dt="2022-06-20T21:08:52.763" v="1921" actId="207"/>
          <ac:spMkLst>
            <pc:docMk/>
            <pc:sldMk cId="2042933994" sldId="1314"/>
            <ac:spMk id="23" creationId="{6D744F95-3AC0-00D8-5D61-9711D4694270}"/>
          </ac:spMkLst>
        </pc:spChg>
        <pc:grpChg chg="add mod">
          <ac:chgData name="Mitra, Aritra" userId="c0528902-d414-4a78-8a62-a5dcc8d4eb67" providerId="ADAL" clId="{CE4618A0-3EF6-44B2-84DB-7BFFD3B214DA}" dt="2022-06-20T20:55:20.562" v="1636" actId="1037"/>
          <ac:grpSpMkLst>
            <pc:docMk/>
            <pc:sldMk cId="2042933994" sldId="1314"/>
            <ac:grpSpMk id="7" creationId="{78853D91-B420-68E2-8ACE-44C25538D97D}"/>
          </ac:grpSpMkLst>
        </pc:grpChg>
        <pc:picChg chg="mod">
          <ac:chgData name="Mitra, Aritra" userId="c0528902-d414-4a78-8a62-a5dcc8d4eb67" providerId="ADAL" clId="{CE4618A0-3EF6-44B2-84DB-7BFFD3B214DA}" dt="2022-06-20T20:54:58.357" v="1601" actId="164"/>
          <ac:picMkLst>
            <pc:docMk/>
            <pc:sldMk cId="2042933994" sldId="1314"/>
            <ac:picMk id="10" creationId="{D71436FC-9B8C-69D2-B4B2-975EEC444CF2}"/>
          </ac:picMkLst>
        </pc:picChg>
        <pc:picChg chg="mod">
          <ac:chgData name="Mitra, Aritra" userId="c0528902-d414-4a78-8a62-a5dcc8d4eb67" providerId="ADAL" clId="{CE4618A0-3EF6-44B2-84DB-7BFFD3B214DA}" dt="2022-06-20T20:54:58.357" v="1601" actId="164"/>
          <ac:picMkLst>
            <pc:docMk/>
            <pc:sldMk cId="2042933994" sldId="1314"/>
            <ac:picMk id="14" creationId="{DA8DBABF-85E8-A99A-13D8-8735224650A2}"/>
          </ac:picMkLst>
        </pc:picChg>
        <pc:picChg chg="mod">
          <ac:chgData name="Mitra, Aritra" userId="c0528902-d414-4a78-8a62-a5dcc8d4eb67" providerId="ADAL" clId="{CE4618A0-3EF6-44B2-84DB-7BFFD3B214DA}" dt="2022-06-20T20:54:58.357" v="1601" actId="164"/>
          <ac:picMkLst>
            <pc:docMk/>
            <pc:sldMk cId="2042933994" sldId="1314"/>
            <ac:picMk id="18" creationId="{0BB6975D-C11A-4818-CC1B-1EE70D8E7194}"/>
          </ac:picMkLst>
        </pc:picChg>
        <pc:cxnChg chg="del">
          <ac:chgData name="Mitra, Aritra" userId="c0528902-d414-4a78-8a62-a5dcc8d4eb67" providerId="ADAL" clId="{CE4618A0-3EF6-44B2-84DB-7BFFD3B214DA}" dt="2022-06-20T20:52:30.547" v="1505" actId="478"/>
          <ac:cxnSpMkLst>
            <pc:docMk/>
            <pc:sldMk cId="2042933994" sldId="1314"/>
            <ac:cxnSpMk id="4" creationId="{C1F6AA23-DA62-9D3B-F688-96F5765BA910}"/>
          </ac:cxnSpMkLst>
        </pc:cxnChg>
      </pc:sldChg>
      <pc:sldChg chg="addSp delSp modSp new mod modAnim">
        <pc:chgData name="Mitra, Aritra" userId="c0528902-d414-4a78-8a62-a5dcc8d4eb67" providerId="ADAL" clId="{CE4618A0-3EF6-44B2-84DB-7BFFD3B214DA}" dt="2022-06-21T01:58:52.385" v="3174"/>
        <pc:sldMkLst>
          <pc:docMk/>
          <pc:sldMk cId="4077721692" sldId="1315"/>
        </pc:sldMkLst>
        <pc:spChg chg="mod">
          <ac:chgData name="Mitra, Aritra" userId="c0528902-d414-4a78-8a62-a5dcc8d4eb67" providerId="ADAL" clId="{CE4618A0-3EF6-44B2-84DB-7BFFD3B214DA}" dt="2022-06-20T21:19:41.880" v="2057" actId="27636"/>
          <ac:spMkLst>
            <pc:docMk/>
            <pc:sldMk cId="4077721692" sldId="1315"/>
            <ac:spMk id="2" creationId="{554C9117-A8B0-7CE5-5ADF-ED3C3EFD93D1}"/>
          </ac:spMkLst>
        </pc:spChg>
        <pc:spChg chg="del mod">
          <ac:chgData name="Mitra, Aritra" userId="c0528902-d414-4a78-8a62-a5dcc8d4eb67" providerId="ADAL" clId="{CE4618A0-3EF6-44B2-84DB-7BFFD3B214DA}" dt="2022-06-20T21:27:37.898" v="2059" actId="478"/>
          <ac:spMkLst>
            <pc:docMk/>
            <pc:sldMk cId="4077721692" sldId="1315"/>
            <ac:spMk id="3" creationId="{82B4710B-BE11-1B88-25F2-D16ED422A525}"/>
          </ac:spMkLst>
        </pc:spChg>
        <pc:spChg chg="mod">
          <ac:chgData name="Mitra, Aritra" userId="c0528902-d414-4a78-8a62-a5dcc8d4eb67" providerId="ADAL" clId="{CE4618A0-3EF6-44B2-84DB-7BFFD3B214DA}" dt="2022-06-20T21:30:10.205" v="2074"/>
          <ac:spMkLst>
            <pc:docMk/>
            <pc:sldMk cId="4077721692" sldId="1315"/>
            <ac:spMk id="20" creationId="{A8740C10-46D7-596B-1143-4EF609F0AB01}"/>
          </ac:spMkLst>
        </pc:spChg>
        <pc:spChg chg="mod">
          <ac:chgData name="Mitra, Aritra" userId="c0528902-d414-4a78-8a62-a5dcc8d4eb67" providerId="ADAL" clId="{CE4618A0-3EF6-44B2-84DB-7BFFD3B214DA}" dt="2022-06-20T21:30:10.205" v="2074"/>
          <ac:spMkLst>
            <pc:docMk/>
            <pc:sldMk cId="4077721692" sldId="1315"/>
            <ac:spMk id="21" creationId="{1837CBAE-9D93-94C8-E6CE-B0A738D9E775}"/>
          </ac:spMkLst>
        </pc:spChg>
        <pc:spChg chg="mod">
          <ac:chgData name="Mitra, Aritra" userId="c0528902-d414-4a78-8a62-a5dcc8d4eb67" providerId="ADAL" clId="{CE4618A0-3EF6-44B2-84DB-7BFFD3B214DA}" dt="2022-06-20T21:30:10.205" v="2074"/>
          <ac:spMkLst>
            <pc:docMk/>
            <pc:sldMk cId="4077721692" sldId="1315"/>
            <ac:spMk id="22" creationId="{F781E03D-18B5-5DED-70F8-D27E9C1B1CC3}"/>
          </ac:spMkLst>
        </pc:spChg>
        <pc:spChg chg="add mod">
          <ac:chgData name="Mitra, Aritra" userId="c0528902-d414-4a78-8a62-a5dcc8d4eb67" providerId="ADAL" clId="{CE4618A0-3EF6-44B2-84DB-7BFFD3B214DA}" dt="2022-06-20T21:43:01.869" v="2230" actId="164"/>
          <ac:spMkLst>
            <pc:docMk/>
            <pc:sldMk cId="4077721692" sldId="1315"/>
            <ac:spMk id="39" creationId="{C7BA48CE-AB15-26FC-7EF2-8FCB6ACA7C7A}"/>
          </ac:spMkLst>
        </pc:spChg>
        <pc:spChg chg="add mod">
          <ac:chgData name="Mitra, Aritra" userId="c0528902-d414-4a78-8a62-a5dcc8d4eb67" providerId="ADAL" clId="{CE4618A0-3EF6-44B2-84DB-7BFFD3B214DA}" dt="2022-06-20T21:41:57.806" v="2224" actId="164"/>
          <ac:spMkLst>
            <pc:docMk/>
            <pc:sldMk cId="4077721692" sldId="1315"/>
            <ac:spMk id="40" creationId="{EBED5935-6649-A7B3-8BE1-103564A57431}"/>
          </ac:spMkLst>
        </pc:spChg>
        <pc:spChg chg="add mod">
          <ac:chgData name="Mitra, Aritra" userId="c0528902-d414-4a78-8a62-a5dcc8d4eb67" providerId="ADAL" clId="{CE4618A0-3EF6-44B2-84DB-7BFFD3B214DA}" dt="2022-06-20T21:43:08.321" v="2231" actId="164"/>
          <ac:spMkLst>
            <pc:docMk/>
            <pc:sldMk cId="4077721692" sldId="1315"/>
            <ac:spMk id="41" creationId="{42227245-ED67-A75B-D5BB-2084740040DE}"/>
          </ac:spMkLst>
        </pc:spChg>
        <pc:spChg chg="add mod">
          <ac:chgData name="Mitra, Aritra" userId="c0528902-d414-4a78-8a62-a5dcc8d4eb67" providerId="ADAL" clId="{CE4618A0-3EF6-44B2-84DB-7BFFD3B214DA}" dt="2022-06-20T22:00:48.695" v="2384" actId="14100"/>
          <ac:spMkLst>
            <pc:docMk/>
            <pc:sldMk cId="4077721692" sldId="1315"/>
            <ac:spMk id="51" creationId="{4605D0AB-DC74-6328-4F08-0B35BA29C43C}"/>
          </ac:spMkLst>
        </pc:spChg>
        <pc:spChg chg="add mod">
          <ac:chgData name="Mitra, Aritra" userId="c0528902-d414-4a78-8a62-a5dcc8d4eb67" providerId="ADAL" clId="{CE4618A0-3EF6-44B2-84DB-7BFFD3B214DA}" dt="2022-06-20T21:48:39.997" v="2300" actId="1076"/>
          <ac:spMkLst>
            <pc:docMk/>
            <pc:sldMk cId="4077721692" sldId="1315"/>
            <ac:spMk id="52" creationId="{BB346A84-52BF-4F76-6D3A-42CA7480A186}"/>
          </ac:spMkLst>
        </pc:spChg>
        <pc:spChg chg="add mod">
          <ac:chgData name="Mitra, Aritra" userId="c0528902-d414-4a78-8a62-a5dcc8d4eb67" providerId="ADAL" clId="{CE4618A0-3EF6-44B2-84DB-7BFFD3B214DA}" dt="2022-06-20T22:01:24.870" v="2388" actId="14100"/>
          <ac:spMkLst>
            <pc:docMk/>
            <pc:sldMk cId="4077721692" sldId="1315"/>
            <ac:spMk id="53" creationId="{EDF02D9F-647F-30C9-4FF7-560C93F1C847}"/>
          </ac:spMkLst>
        </pc:spChg>
        <pc:spChg chg="add mod">
          <ac:chgData name="Mitra, Aritra" userId="c0528902-d414-4a78-8a62-a5dcc8d4eb67" providerId="ADAL" clId="{CE4618A0-3EF6-44B2-84DB-7BFFD3B214DA}" dt="2022-06-21T01:47:57.235" v="3096" actId="1076"/>
          <ac:spMkLst>
            <pc:docMk/>
            <pc:sldMk cId="4077721692" sldId="1315"/>
            <ac:spMk id="54" creationId="{7213683D-9BA8-4408-A5BF-5908583C5436}"/>
          </ac:spMkLst>
        </pc:spChg>
        <pc:spChg chg="add mod">
          <ac:chgData name="Mitra, Aritra" userId="c0528902-d414-4a78-8a62-a5dcc8d4eb67" providerId="ADAL" clId="{CE4618A0-3EF6-44B2-84DB-7BFFD3B214DA}" dt="2022-06-21T01:50:08.777" v="3112" actId="1076"/>
          <ac:spMkLst>
            <pc:docMk/>
            <pc:sldMk cId="4077721692" sldId="1315"/>
            <ac:spMk id="55" creationId="{4F4F91F4-7F93-E6EC-9335-CC7E2254B956}"/>
          </ac:spMkLst>
        </pc:spChg>
        <pc:spChg chg="add mod">
          <ac:chgData name="Mitra, Aritra" userId="c0528902-d414-4a78-8a62-a5dcc8d4eb67" providerId="ADAL" clId="{CE4618A0-3EF6-44B2-84DB-7BFFD3B214DA}" dt="2022-06-21T01:49:27.987" v="3106" actId="1076"/>
          <ac:spMkLst>
            <pc:docMk/>
            <pc:sldMk cId="4077721692" sldId="1315"/>
            <ac:spMk id="56" creationId="{AE29E805-0E22-6204-A300-AD4D762A0AAE}"/>
          </ac:spMkLst>
        </pc:spChg>
        <pc:spChg chg="add mod">
          <ac:chgData name="Mitra, Aritra" userId="c0528902-d414-4a78-8a62-a5dcc8d4eb67" providerId="ADAL" clId="{CE4618A0-3EF6-44B2-84DB-7BFFD3B214DA}" dt="2022-06-21T01:37:48.979" v="2950" actId="27636"/>
          <ac:spMkLst>
            <pc:docMk/>
            <pc:sldMk cId="4077721692" sldId="1315"/>
            <ac:spMk id="60" creationId="{E4A0FB94-5BFA-B979-A8F3-A4022DC731EC}"/>
          </ac:spMkLst>
        </pc:spChg>
        <pc:spChg chg="add del mod">
          <ac:chgData name="Mitra, Aritra" userId="c0528902-d414-4a78-8a62-a5dcc8d4eb67" providerId="ADAL" clId="{CE4618A0-3EF6-44B2-84DB-7BFFD3B214DA}" dt="2022-06-21T01:57:05.052" v="3154" actId="478"/>
          <ac:spMkLst>
            <pc:docMk/>
            <pc:sldMk cId="4077721692" sldId="1315"/>
            <ac:spMk id="61" creationId="{2BA10D33-7BF9-2649-1C4C-D1D075ECDAAC}"/>
          </ac:spMkLst>
        </pc:spChg>
        <pc:spChg chg="add mod">
          <ac:chgData name="Mitra, Aritra" userId="c0528902-d414-4a78-8a62-a5dcc8d4eb67" providerId="ADAL" clId="{CE4618A0-3EF6-44B2-84DB-7BFFD3B214DA}" dt="2022-06-21T01:57:45.908" v="3165" actId="1076"/>
          <ac:spMkLst>
            <pc:docMk/>
            <pc:sldMk cId="4077721692" sldId="1315"/>
            <ac:spMk id="62" creationId="{BFD16336-B631-C92A-D4FE-F77577FFD8F8}"/>
          </ac:spMkLst>
        </pc:spChg>
        <pc:spChg chg="add del mod">
          <ac:chgData name="Mitra, Aritra" userId="c0528902-d414-4a78-8a62-a5dcc8d4eb67" providerId="ADAL" clId="{CE4618A0-3EF6-44B2-84DB-7BFFD3B214DA}" dt="2022-06-21T01:57:11.664" v="3157" actId="1076"/>
          <ac:spMkLst>
            <pc:docMk/>
            <pc:sldMk cId="4077721692" sldId="1315"/>
            <ac:spMk id="63" creationId="{4DBCA383-D85C-BF6F-6317-1175A07A222A}"/>
          </ac:spMkLst>
        </pc:spChg>
        <pc:spChg chg="add del mod">
          <ac:chgData name="Mitra, Aritra" userId="c0528902-d414-4a78-8a62-a5dcc8d4eb67" providerId="ADAL" clId="{CE4618A0-3EF6-44B2-84DB-7BFFD3B214DA}" dt="2022-06-21T01:57:09.781" v="3156" actId="478"/>
          <ac:spMkLst>
            <pc:docMk/>
            <pc:sldMk cId="4077721692" sldId="1315"/>
            <ac:spMk id="64" creationId="{175E87CC-C812-6F2F-649F-C760358F222D}"/>
          </ac:spMkLst>
        </pc:spChg>
        <pc:spChg chg="add mod">
          <ac:chgData name="Mitra, Aritra" userId="c0528902-d414-4a78-8a62-a5dcc8d4eb67" providerId="ADAL" clId="{CE4618A0-3EF6-44B2-84DB-7BFFD3B214DA}" dt="2022-06-21T01:40:13.974" v="2994" actId="1076"/>
          <ac:spMkLst>
            <pc:docMk/>
            <pc:sldMk cId="4077721692" sldId="1315"/>
            <ac:spMk id="65" creationId="{444AF78F-2388-3C34-C0BD-EFDE411C4ED4}"/>
          </ac:spMkLst>
        </pc:spChg>
        <pc:spChg chg="add mod">
          <ac:chgData name="Mitra, Aritra" userId="c0528902-d414-4a78-8a62-a5dcc8d4eb67" providerId="ADAL" clId="{CE4618A0-3EF6-44B2-84DB-7BFFD3B214DA}" dt="2022-06-21T01:40:30.919" v="2998" actId="20577"/>
          <ac:spMkLst>
            <pc:docMk/>
            <pc:sldMk cId="4077721692" sldId="1315"/>
            <ac:spMk id="66" creationId="{5CDD53AE-08D5-44A5-EF36-C749EAA82613}"/>
          </ac:spMkLst>
        </pc:spChg>
        <pc:spChg chg="add mod">
          <ac:chgData name="Mitra, Aritra" userId="c0528902-d414-4a78-8a62-a5dcc8d4eb67" providerId="ADAL" clId="{CE4618A0-3EF6-44B2-84DB-7BFFD3B214DA}" dt="2022-06-21T01:40:49.909" v="3002" actId="20577"/>
          <ac:spMkLst>
            <pc:docMk/>
            <pc:sldMk cId="4077721692" sldId="1315"/>
            <ac:spMk id="67" creationId="{F4D2696B-E9D7-2CB0-942C-C91627561CC5}"/>
          </ac:spMkLst>
        </pc:spChg>
        <pc:spChg chg="add mod">
          <ac:chgData name="Mitra, Aritra" userId="c0528902-d414-4a78-8a62-a5dcc8d4eb67" providerId="ADAL" clId="{CE4618A0-3EF6-44B2-84DB-7BFFD3B214DA}" dt="2022-06-21T01:41:13.394" v="3010" actId="20577"/>
          <ac:spMkLst>
            <pc:docMk/>
            <pc:sldMk cId="4077721692" sldId="1315"/>
            <ac:spMk id="68" creationId="{92E0933F-C268-DA26-A296-3441A8439C03}"/>
          </ac:spMkLst>
        </pc:spChg>
        <pc:spChg chg="add mod">
          <ac:chgData name="Mitra, Aritra" userId="c0528902-d414-4a78-8a62-a5dcc8d4eb67" providerId="ADAL" clId="{CE4618A0-3EF6-44B2-84DB-7BFFD3B214DA}" dt="2022-06-21T01:41:31.586" v="3014" actId="20577"/>
          <ac:spMkLst>
            <pc:docMk/>
            <pc:sldMk cId="4077721692" sldId="1315"/>
            <ac:spMk id="69" creationId="{3C9A3EF6-0A6A-66BF-749A-342A29F0623D}"/>
          </ac:spMkLst>
        </pc:spChg>
        <pc:spChg chg="add mod">
          <ac:chgData name="Mitra, Aritra" userId="c0528902-d414-4a78-8a62-a5dcc8d4eb67" providerId="ADAL" clId="{CE4618A0-3EF6-44B2-84DB-7BFFD3B214DA}" dt="2022-06-21T01:41:50.722" v="3018" actId="20577"/>
          <ac:spMkLst>
            <pc:docMk/>
            <pc:sldMk cId="4077721692" sldId="1315"/>
            <ac:spMk id="70" creationId="{658ECC90-2AA1-9DCA-5C74-777F482BCF4B}"/>
          </ac:spMkLst>
        </pc:spChg>
        <pc:spChg chg="add del mod">
          <ac:chgData name="Mitra, Aritra" userId="c0528902-d414-4a78-8a62-a5dcc8d4eb67" providerId="ADAL" clId="{CE4618A0-3EF6-44B2-84DB-7BFFD3B214DA}" dt="2022-06-21T01:43:08.106" v="3020" actId="478"/>
          <ac:spMkLst>
            <pc:docMk/>
            <pc:sldMk cId="4077721692" sldId="1315"/>
            <ac:spMk id="71" creationId="{AB23612C-20C6-26AB-0C83-C6BF5B3C61E8}"/>
          </ac:spMkLst>
        </pc:spChg>
        <pc:spChg chg="add mod">
          <ac:chgData name="Mitra, Aritra" userId="c0528902-d414-4a78-8a62-a5dcc8d4eb67" providerId="ADAL" clId="{CE4618A0-3EF6-44B2-84DB-7BFFD3B214DA}" dt="2022-06-21T01:43:35.466" v="3030" actId="1038"/>
          <ac:spMkLst>
            <pc:docMk/>
            <pc:sldMk cId="4077721692" sldId="1315"/>
            <ac:spMk id="72" creationId="{E7ACC692-DEED-24AC-8F8C-D0DE813B4C81}"/>
          </ac:spMkLst>
        </pc:spChg>
        <pc:spChg chg="add mod">
          <ac:chgData name="Mitra, Aritra" userId="c0528902-d414-4a78-8a62-a5dcc8d4eb67" providerId="ADAL" clId="{CE4618A0-3EF6-44B2-84DB-7BFFD3B214DA}" dt="2022-06-21T01:44:37.847" v="3086" actId="1076"/>
          <ac:spMkLst>
            <pc:docMk/>
            <pc:sldMk cId="4077721692" sldId="1315"/>
            <ac:spMk id="73" creationId="{9F220639-025B-BEDE-2E2E-2549C04D71C9}"/>
          </ac:spMkLst>
        </pc:spChg>
        <pc:spChg chg="add mod">
          <ac:chgData name="Mitra, Aritra" userId="c0528902-d414-4a78-8a62-a5dcc8d4eb67" providerId="ADAL" clId="{CE4618A0-3EF6-44B2-84DB-7BFFD3B214DA}" dt="2022-06-21T01:53:25.816" v="3123" actId="1076"/>
          <ac:spMkLst>
            <pc:docMk/>
            <pc:sldMk cId="4077721692" sldId="1315"/>
            <ac:spMk id="74" creationId="{5125C13A-5C78-C21D-9559-22B285F7BE0A}"/>
          </ac:spMkLst>
        </pc:spChg>
        <pc:spChg chg="add del mod">
          <ac:chgData name="Mitra, Aritra" userId="c0528902-d414-4a78-8a62-a5dcc8d4eb67" providerId="ADAL" clId="{CE4618A0-3EF6-44B2-84DB-7BFFD3B214DA}" dt="2022-06-21T01:57:02.452" v="3152" actId="478"/>
          <ac:spMkLst>
            <pc:docMk/>
            <pc:sldMk cId="4077721692" sldId="1315"/>
            <ac:spMk id="75" creationId="{9C431897-72F7-408C-06BE-A839AFD8F92B}"/>
          </ac:spMkLst>
        </pc:spChg>
        <pc:spChg chg="add del mod">
          <ac:chgData name="Mitra, Aritra" userId="c0528902-d414-4a78-8a62-a5dcc8d4eb67" providerId="ADAL" clId="{CE4618A0-3EF6-44B2-84DB-7BFFD3B214DA}" dt="2022-06-21T01:56:57.333" v="3151" actId="478"/>
          <ac:spMkLst>
            <pc:docMk/>
            <pc:sldMk cId="4077721692" sldId="1315"/>
            <ac:spMk id="76" creationId="{32C9E877-40A1-CCF6-9F5C-9192238ABDB7}"/>
          </ac:spMkLst>
        </pc:spChg>
        <pc:spChg chg="add del mod">
          <ac:chgData name="Mitra, Aritra" userId="c0528902-d414-4a78-8a62-a5dcc8d4eb67" providerId="ADAL" clId="{CE4618A0-3EF6-44B2-84DB-7BFFD3B214DA}" dt="2022-06-21T01:56:49.937" v="3147" actId="478"/>
          <ac:spMkLst>
            <pc:docMk/>
            <pc:sldMk cId="4077721692" sldId="1315"/>
            <ac:spMk id="77" creationId="{F779B2CB-8E85-2774-651B-0FDFEB9AF60A}"/>
          </ac:spMkLst>
        </pc:spChg>
        <pc:grpChg chg="add mod">
          <ac:chgData name="Mitra, Aritra" userId="c0528902-d414-4a78-8a62-a5dcc8d4eb67" providerId="ADAL" clId="{CE4618A0-3EF6-44B2-84DB-7BFFD3B214DA}" dt="2022-06-20T21:30:34.769" v="2077" actId="1076"/>
          <ac:grpSpMkLst>
            <pc:docMk/>
            <pc:sldMk cId="4077721692" sldId="1315"/>
            <ac:grpSpMk id="16" creationId="{72B732D8-7A4D-0885-5044-EA97ECA9D03C}"/>
          </ac:grpSpMkLst>
        </pc:grpChg>
        <pc:grpChg chg="add mod">
          <ac:chgData name="Mitra, Aritra" userId="c0528902-d414-4a78-8a62-a5dcc8d4eb67" providerId="ADAL" clId="{CE4618A0-3EF6-44B2-84DB-7BFFD3B214DA}" dt="2022-06-20T21:43:30.396" v="2244" actId="1036"/>
          <ac:grpSpMkLst>
            <pc:docMk/>
            <pc:sldMk cId="4077721692" sldId="1315"/>
            <ac:grpSpMk id="42" creationId="{0B52D872-D22F-66AA-EEA0-EACDE5AC9019}"/>
          </ac:grpSpMkLst>
        </pc:grpChg>
        <pc:grpChg chg="add mod">
          <ac:chgData name="Mitra, Aritra" userId="c0528902-d414-4a78-8a62-a5dcc8d4eb67" providerId="ADAL" clId="{CE4618A0-3EF6-44B2-84DB-7BFFD3B214DA}" dt="2022-06-20T21:43:01.869" v="2230" actId="164"/>
          <ac:grpSpMkLst>
            <pc:docMk/>
            <pc:sldMk cId="4077721692" sldId="1315"/>
            <ac:grpSpMk id="43" creationId="{A0027E45-8188-5293-6551-B81044DB2053}"/>
          </ac:grpSpMkLst>
        </pc:grpChg>
        <pc:grpChg chg="add mod">
          <ac:chgData name="Mitra, Aritra" userId="c0528902-d414-4a78-8a62-a5dcc8d4eb67" providerId="ADAL" clId="{CE4618A0-3EF6-44B2-84DB-7BFFD3B214DA}" dt="2022-06-20T21:43:18.774" v="2240" actId="1036"/>
          <ac:grpSpMkLst>
            <pc:docMk/>
            <pc:sldMk cId="4077721692" sldId="1315"/>
            <ac:grpSpMk id="44" creationId="{E97B6341-2AC3-9E0D-E3CC-8E286FDA7B1A}"/>
          </ac:grpSpMkLst>
        </pc:grpChg>
        <pc:picChg chg="mod">
          <ac:chgData name="Mitra, Aritra" userId="c0528902-d414-4a78-8a62-a5dcc8d4eb67" providerId="ADAL" clId="{CE4618A0-3EF6-44B2-84DB-7BFFD3B214DA}" dt="2022-06-20T21:30:10.205" v="2074"/>
          <ac:picMkLst>
            <pc:docMk/>
            <pc:sldMk cId="4077721692" sldId="1315"/>
            <ac:picMk id="17" creationId="{A2D8E11D-AC56-E6D3-3F4E-E821EA58E1CE}"/>
          </ac:picMkLst>
        </pc:picChg>
        <pc:picChg chg="mod">
          <ac:chgData name="Mitra, Aritra" userId="c0528902-d414-4a78-8a62-a5dcc8d4eb67" providerId="ADAL" clId="{CE4618A0-3EF6-44B2-84DB-7BFFD3B214DA}" dt="2022-06-20T21:30:10.205" v="2074"/>
          <ac:picMkLst>
            <pc:docMk/>
            <pc:sldMk cId="4077721692" sldId="1315"/>
            <ac:picMk id="18" creationId="{340C60A5-A9A3-C6FC-CDA2-0CA0B9BE1880}"/>
          </ac:picMkLst>
        </pc:picChg>
        <pc:picChg chg="mod">
          <ac:chgData name="Mitra, Aritra" userId="c0528902-d414-4a78-8a62-a5dcc8d4eb67" providerId="ADAL" clId="{CE4618A0-3EF6-44B2-84DB-7BFFD3B214DA}" dt="2022-06-20T21:30:10.205" v="2074"/>
          <ac:picMkLst>
            <pc:docMk/>
            <pc:sldMk cId="4077721692" sldId="1315"/>
            <ac:picMk id="19" creationId="{10AE15C9-C067-8869-5C3A-A5C2F734C37C}"/>
          </ac:picMkLst>
        </pc:picChg>
        <pc:cxnChg chg="add del">
          <ac:chgData name="Mitra, Aritra" userId="c0528902-d414-4a78-8a62-a5dcc8d4eb67" providerId="ADAL" clId="{CE4618A0-3EF6-44B2-84DB-7BFFD3B214DA}" dt="2022-06-20T21:28:02.422" v="2061" actId="11529"/>
          <ac:cxnSpMkLst>
            <pc:docMk/>
            <pc:sldMk cId="4077721692" sldId="1315"/>
            <ac:cxnSpMk id="5" creationId="{0948FF9B-A968-7468-D903-70E355C943FA}"/>
          </ac:cxnSpMkLst>
        </pc:cxnChg>
        <pc:cxnChg chg="add mod">
          <ac:chgData name="Mitra, Aritra" userId="c0528902-d414-4a78-8a62-a5dcc8d4eb67" providerId="ADAL" clId="{CE4618A0-3EF6-44B2-84DB-7BFFD3B214DA}" dt="2022-06-20T21:28:58.346" v="2068" actId="14100"/>
          <ac:cxnSpMkLst>
            <pc:docMk/>
            <pc:sldMk cId="4077721692" sldId="1315"/>
            <ac:cxnSpMk id="7" creationId="{41FB50E4-E794-7635-7DA3-FD2577A84EB4}"/>
          </ac:cxnSpMkLst>
        </pc:cxnChg>
        <pc:cxnChg chg="add mod">
          <ac:chgData name="Mitra, Aritra" userId="c0528902-d414-4a78-8a62-a5dcc8d4eb67" providerId="ADAL" clId="{CE4618A0-3EF6-44B2-84DB-7BFFD3B214DA}" dt="2022-06-20T21:29:48.558" v="2073" actId="14100"/>
          <ac:cxnSpMkLst>
            <pc:docMk/>
            <pc:sldMk cId="4077721692" sldId="1315"/>
            <ac:cxnSpMk id="9" creationId="{2813DB06-6232-F89B-9F58-29B486F2697C}"/>
          </ac:cxnSpMkLst>
        </pc:cxnChg>
        <pc:cxnChg chg="add mod">
          <ac:chgData name="Mitra, Aritra" userId="c0528902-d414-4a78-8a62-a5dcc8d4eb67" providerId="ADAL" clId="{CE4618A0-3EF6-44B2-84DB-7BFFD3B214DA}" dt="2022-06-20T21:41:57.806" v="2224" actId="164"/>
          <ac:cxnSpMkLst>
            <pc:docMk/>
            <pc:sldMk cId="4077721692" sldId="1315"/>
            <ac:cxnSpMk id="24" creationId="{52AB6707-60C0-26FD-0632-5D9948251C24}"/>
          </ac:cxnSpMkLst>
        </pc:cxnChg>
        <pc:cxnChg chg="add mod">
          <ac:chgData name="Mitra, Aritra" userId="c0528902-d414-4a78-8a62-a5dcc8d4eb67" providerId="ADAL" clId="{CE4618A0-3EF6-44B2-84DB-7BFFD3B214DA}" dt="2022-06-20T21:43:01.869" v="2230" actId="164"/>
          <ac:cxnSpMkLst>
            <pc:docMk/>
            <pc:sldMk cId="4077721692" sldId="1315"/>
            <ac:cxnSpMk id="25" creationId="{E881FB95-9A87-CA55-A1C2-8A29935F2CB9}"/>
          </ac:cxnSpMkLst>
        </pc:cxnChg>
        <pc:cxnChg chg="add mod">
          <ac:chgData name="Mitra, Aritra" userId="c0528902-d414-4a78-8a62-a5dcc8d4eb67" providerId="ADAL" clId="{CE4618A0-3EF6-44B2-84DB-7BFFD3B214DA}" dt="2022-06-20T21:43:08.321" v="2231" actId="164"/>
          <ac:cxnSpMkLst>
            <pc:docMk/>
            <pc:sldMk cId="4077721692" sldId="1315"/>
            <ac:cxnSpMk id="28" creationId="{6BA7CAB8-29F3-1CAC-FEEB-D45780E83931}"/>
          </ac:cxnSpMkLst>
        </pc:cxnChg>
        <pc:cxnChg chg="add mod">
          <ac:chgData name="Mitra, Aritra" userId="c0528902-d414-4a78-8a62-a5dcc8d4eb67" providerId="ADAL" clId="{CE4618A0-3EF6-44B2-84DB-7BFFD3B214DA}" dt="2022-06-20T21:41:57.806" v="2224" actId="164"/>
          <ac:cxnSpMkLst>
            <pc:docMk/>
            <pc:sldMk cId="4077721692" sldId="1315"/>
            <ac:cxnSpMk id="33" creationId="{B1A7DF39-A693-AB53-E5BD-77CB31C1369F}"/>
          </ac:cxnSpMkLst>
        </pc:cxnChg>
        <pc:cxnChg chg="add mod">
          <ac:chgData name="Mitra, Aritra" userId="c0528902-d414-4a78-8a62-a5dcc8d4eb67" providerId="ADAL" clId="{CE4618A0-3EF6-44B2-84DB-7BFFD3B214DA}" dt="2022-06-20T21:41:57.806" v="2224" actId="164"/>
          <ac:cxnSpMkLst>
            <pc:docMk/>
            <pc:sldMk cId="4077721692" sldId="1315"/>
            <ac:cxnSpMk id="34" creationId="{876F2049-6DA2-300A-80E9-E9D141BB197D}"/>
          </ac:cxnSpMkLst>
        </pc:cxnChg>
        <pc:cxnChg chg="add mod">
          <ac:chgData name="Mitra, Aritra" userId="c0528902-d414-4a78-8a62-a5dcc8d4eb67" providerId="ADAL" clId="{CE4618A0-3EF6-44B2-84DB-7BFFD3B214DA}" dt="2022-06-20T21:43:01.869" v="2230" actId="164"/>
          <ac:cxnSpMkLst>
            <pc:docMk/>
            <pc:sldMk cId="4077721692" sldId="1315"/>
            <ac:cxnSpMk id="35" creationId="{BC0ACBEB-B72B-F57A-6463-1FEDCA3D59A8}"/>
          </ac:cxnSpMkLst>
        </pc:cxnChg>
        <pc:cxnChg chg="add mod">
          <ac:chgData name="Mitra, Aritra" userId="c0528902-d414-4a78-8a62-a5dcc8d4eb67" providerId="ADAL" clId="{CE4618A0-3EF6-44B2-84DB-7BFFD3B214DA}" dt="2022-06-20T21:43:01.869" v="2230" actId="164"/>
          <ac:cxnSpMkLst>
            <pc:docMk/>
            <pc:sldMk cId="4077721692" sldId="1315"/>
            <ac:cxnSpMk id="36" creationId="{2B3C596A-2950-51A3-29FF-E32A27B200B4}"/>
          </ac:cxnSpMkLst>
        </pc:cxnChg>
        <pc:cxnChg chg="add mod">
          <ac:chgData name="Mitra, Aritra" userId="c0528902-d414-4a78-8a62-a5dcc8d4eb67" providerId="ADAL" clId="{CE4618A0-3EF6-44B2-84DB-7BFFD3B214DA}" dt="2022-06-20T21:43:08.321" v="2231" actId="164"/>
          <ac:cxnSpMkLst>
            <pc:docMk/>
            <pc:sldMk cId="4077721692" sldId="1315"/>
            <ac:cxnSpMk id="37" creationId="{49B594E7-E681-6D3F-51D4-D69A4163E865}"/>
          </ac:cxnSpMkLst>
        </pc:cxnChg>
        <pc:cxnChg chg="add mod">
          <ac:chgData name="Mitra, Aritra" userId="c0528902-d414-4a78-8a62-a5dcc8d4eb67" providerId="ADAL" clId="{CE4618A0-3EF6-44B2-84DB-7BFFD3B214DA}" dt="2022-06-20T21:43:08.321" v="2231" actId="164"/>
          <ac:cxnSpMkLst>
            <pc:docMk/>
            <pc:sldMk cId="4077721692" sldId="1315"/>
            <ac:cxnSpMk id="38" creationId="{15383A03-9D2D-4F8A-17A0-E0E0C5378133}"/>
          </ac:cxnSpMkLst>
        </pc:cxnChg>
        <pc:cxnChg chg="add mod">
          <ac:chgData name="Mitra, Aritra" userId="c0528902-d414-4a78-8a62-a5dcc8d4eb67" providerId="ADAL" clId="{CE4618A0-3EF6-44B2-84DB-7BFFD3B214DA}" dt="2022-06-20T21:45:06.434" v="2288" actId="208"/>
          <ac:cxnSpMkLst>
            <pc:docMk/>
            <pc:sldMk cId="4077721692" sldId="1315"/>
            <ac:cxnSpMk id="46" creationId="{6EDC79A3-85E0-D8E1-2710-7731FB2C59BB}"/>
          </ac:cxnSpMkLst>
        </pc:cxnChg>
        <pc:cxnChg chg="add mod">
          <ac:chgData name="Mitra, Aritra" userId="c0528902-d414-4a78-8a62-a5dcc8d4eb67" providerId="ADAL" clId="{CE4618A0-3EF6-44B2-84DB-7BFFD3B214DA}" dt="2022-06-21T01:38:30.338" v="2957" actId="1038"/>
          <ac:cxnSpMkLst>
            <pc:docMk/>
            <pc:sldMk cId="4077721692" sldId="1315"/>
            <ac:cxnSpMk id="57" creationId="{12803438-883C-2518-BBB4-47057B91C5B8}"/>
          </ac:cxnSpMkLst>
        </pc:cxnChg>
      </pc:sldChg>
      <pc:sldChg chg="addSp delSp modSp new del mod">
        <pc:chgData name="Mitra, Aritra" userId="c0528902-d414-4a78-8a62-a5dcc8d4eb67" providerId="ADAL" clId="{CE4618A0-3EF6-44B2-84DB-7BFFD3B214DA}" dt="2022-06-21T02:19:39.100" v="3767" actId="47"/>
        <pc:sldMkLst>
          <pc:docMk/>
          <pc:sldMk cId="2606916306" sldId="1316"/>
        </pc:sldMkLst>
        <pc:spChg chg="add del mod">
          <ac:chgData name="Mitra, Aritra" userId="c0528902-d414-4a78-8a62-a5dcc8d4eb67" providerId="ADAL" clId="{CE4618A0-3EF6-44B2-84DB-7BFFD3B214DA}" dt="2022-06-21T01:36:18.795" v="2941" actId="21"/>
          <ac:spMkLst>
            <pc:docMk/>
            <pc:sldMk cId="2606916306" sldId="1316"/>
            <ac:spMk id="3" creationId="{FF147723-5503-EC07-267D-24B21E1E8C7D}"/>
          </ac:spMkLst>
        </pc:spChg>
        <pc:spChg chg="add mod">
          <ac:chgData name="Mitra, Aritra" userId="c0528902-d414-4a78-8a62-a5dcc8d4eb67" providerId="ADAL" clId="{CE4618A0-3EF6-44B2-84DB-7BFFD3B214DA}" dt="2022-06-20T22:29:09.201" v="2897" actId="1035"/>
          <ac:spMkLst>
            <pc:docMk/>
            <pc:sldMk cId="2606916306" sldId="1316"/>
            <ac:spMk id="4" creationId="{A00AAD7A-2B37-8233-0D9A-FE5C6B8CD36B}"/>
          </ac:spMkLst>
        </pc:spChg>
        <pc:spChg chg="add mod">
          <ac:chgData name="Mitra, Aritra" userId="c0528902-d414-4a78-8a62-a5dcc8d4eb67" providerId="ADAL" clId="{CE4618A0-3EF6-44B2-84DB-7BFFD3B214DA}" dt="2022-06-20T22:28:39.194" v="2887" actId="1076"/>
          <ac:spMkLst>
            <pc:docMk/>
            <pc:sldMk cId="2606916306" sldId="1316"/>
            <ac:spMk id="5" creationId="{46F7293D-0BE0-BAA4-D6C4-1D52232797CF}"/>
          </ac:spMkLst>
        </pc:spChg>
        <pc:spChg chg="add mod">
          <ac:chgData name="Mitra, Aritra" userId="c0528902-d414-4a78-8a62-a5dcc8d4eb67" providerId="ADAL" clId="{CE4618A0-3EF6-44B2-84DB-7BFFD3B214DA}" dt="2022-06-20T22:30:32.447" v="2915" actId="1076"/>
          <ac:spMkLst>
            <pc:docMk/>
            <pc:sldMk cId="2606916306" sldId="1316"/>
            <ac:spMk id="6" creationId="{347AEE47-1ACE-1D4B-E581-E40A17BA5A9F}"/>
          </ac:spMkLst>
        </pc:spChg>
        <pc:spChg chg="add mod">
          <ac:chgData name="Mitra, Aritra" userId="c0528902-d414-4a78-8a62-a5dcc8d4eb67" providerId="ADAL" clId="{CE4618A0-3EF6-44B2-84DB-7BFFD3B214DA}" dt="2022-06-20T22:30:49.489" v="2931" actId="207"/>
          <ac:spMkLst>
            <pc:docMk/>
            <pc:sldMk cId="2606916306" sldId="1316"/>
            <ac:spMk id="7" creationId="{63EA6100-C060-504A-B42B-D9447A6CF0BC}"/>
          </ac:spMkLst>
        </pc:spChg>
        <pc:spChg chg="add mod">
          <ac:chgData name="Mitra, Aritra" userId="c0528902-d414-4a78-8a62-a5dcc8d4eb67" providerId="ADAL" clId="{CE4618A0-3EF6-44B2-84DB-7BFFD3B214DA}" dt="2022-06-20T22:32:07.981" v="2939" actId="1582"/>
          <ac:spMkLst>
            <pc:docMk/>
            <pc:sldMk cId="2606916306" sldId="1316"/>
            <ac:spMk id="8" creationId="{3895AF39-2829-3D26-24BD-BE803601B593}"/>
          </ac:spMkLst>
        </pc:spChg>
        <pc:spChg chg="add del mod">
          <ac:chgData name="Mitra, Aritra" userId="c0528902-d414-4a78-8a62-a5dcc8d4eb67" providerId="ADAL" clId="{CE4618A0-3EF6-44B2-84DB-7BFFD3B214DA}" dt="2022-06-21T01:36:18.795" v="2941" actId="21"/>
          <ac:spMkLst>
            <pc:docMk/>
            <pc:sldMk cId="2606916306" sldId="1316"/>
            <ac:spMk id="10" creationId="{018CAC73-5B7C-BBEB-1B78-6D3F3A262FD7}"/>
          </ac:spMkLst>
        </pc:spChg>
      </pc:sldChg>
      <pc:sldChg chg="addSp modSp new mod modAnim">
        <pc:chgData name="Mitra, Aritra" userId="c0528902-d414-4a78-8a62-a5dcc8d4eb67" providerId="ADAL" clId="{CE4618A0-3EF6-44B2-84DB-7BFFD3B214DA}" dt="2022-06-21T05:22:21.390" v="10278"/>
        <pc:sldMkLst>
          <pc:docMk/>
          <pc:sldMk cId="3338042449" sldId="1317"/>
        </pc:sldMkLst>
        <pc:spChg chg="mod">
          <ac:chgData name="Mitra, Aritra" userId="c0528902-d414-4a78-8a62-a5dcc8d4eb67" providerId="ADAL" clId="{CE4618A0-3EF6-44B2-84DB-7BFFD3B214DA}" dt="2022-06-21T02:07:09.498" v="3211" actId="20577"/>
          <ac:spMkLst>
            <pc:docMk/>
            <pc:sldMk cId="3338042449" sldId="1317"/>
            <ac:spMk id="2" creationId="{B8D814AF-9898-5B26-E9DC-0B4293D177BE}"/>
          </ac:spMkLst>
        </pc:spChg>
        <pc:spChg chg="mod">
          <ac:chgData name="Mitra, Aritra" userId="c0528902-d414-4a78-8a62-a5dcc8d4eb67" providerId="ADAL" clId="{CE4618A0-3EF6-44B2-84DB-7BFFD3B214DA}" dt="2022-06-21T05:21:14.097" v="10256" actId="27636"/>
          <ac:spMkLst>
            <pc:docMk/>
            <pc:sldMk cId="3338042449" sldId="1317"/>
            <ac:spMk id="3" creationId="{F2B9D4FD-47D7-CE65-143F-59F513B700B2}"/>
          </ac:spMkLst>
        </pc:spChg>
        <pc:spChg chg="add mod">
          <ac:chgData name="Mitra, Aritra" userId="c0528902-d414-4a78-8a62-a5dcc8d4eb67" providerId="ADAL" clId="{CE4618A0-3EF6-44B2-84DB-7BFFD3B214DA}" dt="2022-06-21T05:21:27.665" v="10275" actId="1076"/>
          <ac:spMkLst>
            <pc:docMk/>
            <pc:sldMk cId="3338042449" sldId="1317"/>
            <ac:spMk id="6" creationId="{1EF473BC-DF7A-24F3-BA63-B2F19447AE85}"/>
          </ac:spMkLst>
        </pc:spChg>
        <pc:cxnChg chg="add mod">
          <ac:chgData name="Mitra, Aritra" userId="c0528902-d414-4a78-8a62-a5dcc8d4eb67" providerId="ADAL" clId="{CE4618A0-3EF6-44B2-84DB-7BFFD3B214DA}" dt="2022-06-21T05:21:21.717" v="10274" actId="1035"/>
          <ac:cxnSpMkLst>
            <pc:docMk/>
            <pc:sldMk cId="3338042449" sldId="1317"/>
            <ac:cxnSpMk id="5" creationId="{CC815756-CC6B-8750-F829-C5F68F14C318}"/>
          </ac:cxnSpMkLst>
        </pc:cxnChg>
      </pc:sldChg>
      <pc:sldChg chg="addSp delSp modSp new mod modAnim">
        <pc:chgData name="Mitra, Aritra" userId="c0528902-d414-4a78-8a62-a5dcc8d4eb67" providerId="ADAL" clId="{CE4618A0-3EF6-44B2-84DB-7BFFD3B214DA}" dt="2022-06-21T05:22:43.125" v="10279" actId="1076"/>
        <pc:sldMkLst>
          <pc:docMk/>
          <pc:sldMk cId="1248598663" sldId="1318"/>
        </pc:sldMkLst>
        <pc:spChg chg="mod">
          <ac:chgData name="Mitra, Aritra" userId="c0528902-d414-4a78-8a62-a5dcc8d4eb67" providerId="ADAL" clId="{CE4618A0-3EF6-44B2-84DB-7BFFD3B214DA}" dt="2022-06-21T02:26:49.065" v="4164" actId="20577"/>
          <ac:spMkLst>
            <pc:docMk/>
            <pc:sldMk cId="1248598663" sldId="1318"/>
            <ac:spMk id="2" creationId="{853C0817-5228-33BF-3D35-5BA7E4C87613}"/>
          </ac:spMkLst>
        </pc:spChg>
        <pc:spChg chg="del">
          <ac:chgData name="Mitra, Aritra" userId="c0528902-d414-4a78-8a62-a5dcc8d4eb67" providerId="ADAL" clId="{CE4618A0-3EF6-44B2-84DB-7BFFD3B214DA}" dt="2022-06-21T02:27:25.114" v="4168" actId="478"/>
          <ac:spMkLst>
            <pc:docMk/>
            <pc:sldMk cId="1248598663" sldId="1318"/>
            <ac:spMk id="3" creationId="{3FAF07BA-ABA9-DC73-B114-B444CC65F7FA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5" creationId="{5B004F91-07E6-8B8F-49CA-6A10C9FC5A5E}"/>
          </ac:spMkLst>
        </pc:spChg>
        <pc:spChg chg="del mod">
          <ac:chgData name="Mitra, Aritra" userId="c0528902-d414-4a78-8a62-a5dcc8d4eb67" providerId="ADAL" clId="{CE4618A0-3EF6-44B2-84DB-7BFFD3B214DA}" dt="2022-06-21T02:27:44.091" v="4172" actId="478"/>
          <ac:spMkLst>
            <pc:docMk/>
            <pc:sldMk cId="1248598663" sldId="1318"/>
            <ac:spMk id="7" creationId="{8BDF1C07-EAF4-8511-1A5B-0DDF08CCDB71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10" creationId="{8C312873-FBAD-BB78-11F5-E9CEB4A39EB4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11" creationId="{F09215B5-0442-493E-7822-65D1536B1325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12" creationId="{660BA3B7-809D-5F00-6100-A6E42BA02283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13" creationId="{84E711B5-3BFA-155B-0EB7-701219AEE573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14" creationId="{87D82204-E430-5C01-D1A6-C93A14A1378A}"/>
          </ac:spMkLst>
        </pc:spChg>
        <pc:spChg chg="mod">
          <ac:chgData name="Mitra, Aritra" userId="c0528902-d414-4a78-8a62-a5dcc8d4eb67" providerId="ADAL" clId="{CE4618A0-3EF6-44B2-84DB-7BFFD3B214DA}" dt="2022-06-21T04:35:11.163" v="8113" actId="20577"/>
          <ac:spMkLst>
            <pc:docMk/>
            <pc:sldMk cId="1248598663" sldId="1318"/>
            <ac:spMk id="15" creationId="{EE5E394A-584B-7ACA-AFDD-A8B3D13B73E0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18" creationId="{8C814F9F-0785-3CD1-4458-C98A6EA69FAE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19" creationId="{DA4885F7-E9DF-C32E-CCBB-A1BB78544E21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20" creationId="{655EDE24-9838-BD21-569A-0B297C9B83D5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23" creationId="{D25DAA7B-AAC9-D2C6-6728-51B39BE9B92F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24" creationId="{1ED8B212-3D1C-224C-4D66-38068DED118B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25" creationId="{997E8E8C-78F4-66C3-8434-79E0F4A13CA4}"/>
          </ac:spMkLst>
        </pc:spChg>
        <pc:spChg chg="mod">
          <ac:chgData name="Mitra, Aritra" userId="c0528902-d414-4a78-8a62-a5dcc8d4eb67" providerId="ADAL" clId="{CE4618A0-3EF6-44B2-84DB-7BFFD3B214DA}" dt="2022-06-21T04:35:16.064" v="8116" actId="20577"/>
          <ac:spMkLst>
            <pc:docMk/>
            <pc:sldMk cId="1248598663" sldId="1318"/>
            <ac:spMk id="26" creationId="{F73176F7-D55F-B6D3-9ADD-078DBEF4B73A}"/>
          </ac:spMkLst>
        </pc:spChg>
        <pc:spChg chg="mod">
          <ac:chgData name="Mitra, Aritra" userId="c0528902-d414-4a78-8a62-a5dcc8d4eb67" providerId="ADAL" clId="{CE4618A0-3EF6-44B2-84DB-7BFFD3B214DA}" dt="2022-06-21T02:27:27.136" v="4169"/>
          <ac:spMkLst>
            <pc:docMk/>
            <pc:sldMk cId="1248598663" sldId="1318"/>
            <ac:spMk id="27" creationId="{714E66CB-AF29-1619-BE67-9BC2D70C3316}"/>
          </ac:spMkLst>
        </pc:spChg>
        <pc:spChg chg="add mod">
          <ac:chgData name="Mitra, Aritra" userId="c0528902-d414-4a78-8a62-a5dcc8d4eb67" providerId="ADAL" clId="{CE4618A0-3EF6-44B2-84DB-7BFFD3B214DA}" dt="2022-06-21T02:32:31.498" v="4434" actId="14100"/>
          <ac:spMkLst>
            <pc:docMk/>
            <pc:sldMk cId="1248598663" sldId="1318"/>
            <ac:spMk id="28" creationId="{24ECE2C5-3658-2235-0DB2-176866340B40}"/>
          </ac:spMkLst>
        </pc:spChg>
        <pc:spChg chg="add del mod">
          <ac:chgData name="Mitra, Aritra" userId="c0528902-d414-4a78-8a62-a5dcc8d4eb67" providerId="ADAL" clId="{CE4618A0-3EF6-44B2-84DB-7BFFD3B214DA}" dt="2022-06-21T02:33:13.741" v="4442" actId="478"/>
          <ac:spMkLst>
            <pc:docMk/>
            <pc:sldMk cId="1248598663" sldId="1318"/>
            <ac:spMk id="30" creationId="{694019CF-2E68-9CBB-4CB4-E840185492C7}"/>
          </ac:spMkLst>
        </pc:spChg>
        <pc:spChg chg="add mod">
          <ac:chgData name="Mitra, Aritra" userId="c0528902-d414-4a78-8a62-a5dcc8d4eb67" providerId="ADAL" clId="{CE4618A0-3EF6-44B2-84DB-7BFFD3B214DA}" dt="2022-06-21T05:22:43.125" v="10279" actId="1076"/>
          <ac:spMkLst>
            <pc:docMk/>
            <pc:sldMk cId="1248598663" sldId="1318"/>
            <ac:spMk id="31" creationId="{E0E1579E-E2D8-6E49-2CC7-AC041033CAF7}"/>
          </ac:spMkLst>
        </pc:spChg>
        <pc:grpChg chg="add mod">
          <ac:chgData name="Mitra, Aritra" userId="c0528902-d414-4a78-8a62-a5dcc8d4eb67" providerId="ADAL" clId="{CE4618A0-3EF6-44B2-84DB-7BFFD3B214DA}" dt="2022-06-21T02:28:46.358" v="4173" actId="1076"/>
          <ac:grpSpMkLst>
            <pc:docMk/>
            <pc:sldMk cId="1248598663" sldId="1318"/>
            <ac:grpSpMk id="4" creationId="{7FCF644E-0F40-EA6E-C293-FCF69C7C9DF8}"/>
          </ac:grpSpMkLst>
        </pc:grpChg>
        <pc:grpChg chg="mod">
          <ac:chgData name="Mitra, Aritra" userId="c0528902-d414-4a78-8a62-a5dcc8d4eb67" providerId="ADAL" clId="{CE4618A0-3EF6-44B2-84DB-7BFFD3B214DA}" dt="2022-06-21T02:27:27.136" v="4169"/>
          <ac:grpSpMkLst>
            <pc:docMk/>
            <pc:sldMk cId="1248598663" sldId="1318"/>
            <ac:grpSpMk id="6" creationId="{157E3A7A-0561-5FBE-B43B-C7BC698AB5F9}"/>
          </ac:grpSpMkLst>
        </pc:grpChg>
        <pc:grpChg chg="mod">
          <ac:chgData name="Mitra, Aritra" userId="c0528902-d414-4a78-8a62-a5dcc8d4eb67" providerId="ADAL" clId="{CE4618A0-3EF6-44B2-84DB-7BFFD3B214DA}" dt="2022-06-21T02:27:27.136" v="4169"/>
          <ac:grpSpMkLst>
            <pc:docMk/>
            <pc:sldMk cId="1248598663" sldId="1318"/>
            <ac:grpSpMk id="8" creationId="{989C2384-4142-E1A3-D290-EEC79FC14784}"/>
          </ac:grpSpMkLst>
        </pc:grpChg>
        <pc:picChg chg="mod">
          <ac:chgData name="Mitra, Aritra" userId="c0528902-d414-4a78-8a62-a5dcc8d4eb67" providerId="ADAL" clId="{CE4618A0-3EF6-44B2-84DB-7BFFD3B214DA}" dt="2022-06-21T02:27:27.136" v="4169"/>
          <ac:picMkLst>
            <pc:docMk/>
            <pc:sldMk cId="1248598663" sldId="1318"/>
            <ac:picMk id="9" creationId="{6D8994DC-AD88-CA9F-EDE1-1FFDA6384683}"/>
          </ac:picMkLst>
        </pc:picChg>
        <pc:cxnChg chg="mod">
          <ac:chgData name="Mitra, Aritra" userId="c0528902-d414-4a78-8a62-a5dcc8d4eb67" providerId="ADAL" clId="{CE4618A0-3EF6-44B2-84DB-7BFFD3B214DA}" dt="2022-06-21T02:27:27.136" v="4169"/>
          <ac:cxnSpMkLst>
            <pc:docMk/>
            <pc:sldMk cId="1248598663" sldId="1318"/>
            <ac:cxnSpMk id="16" creationId="{C75953B6-8E77-6248-952B-99932B9F7172}"/>
          </ac:cxnSpMkLst>
        </pc:cxnChg>
        <pc:cxnChg chg="mod">
          <ac:chgData name="Mitra, Aritra" userId="c0528902-d414-4a78-8a62-a5dcc8d4eb67" providerId="ADAL" clId="{CE4618A0-3EF6-44B2-84DB-7BFFD3B214DA}" dt="2022-06-21T02:27:27.136" v="4169"/>
          <ac:cxnSpMkLst>
            <pc:docMk/>
            <pc:sldMk cId="1248598663" sldId="1318"/>
            <ac:cxnSpMk id="17" creationId="{6236E3B6-C15D-D351-36D1-175FA307EF56}"/>
          </ac:cxnSpMkLst>
        </pc:cxnChg>
        <pc:cxnChg chg="mod">
          <ac:chgData name="Mitra, Aritra" userId="c0528902-d414-4a78-8a62-a5dcc8d4eb67" providerId="ADAL" clId="{CE4618A0-3EF6-44B2-84DB-7BFFD3B214DA}" dt="2022-06-21T02:27:27.136" v="4169"/>
          <ac:cxnSpMkLst>
            <pc:docMk/>
            <pc:sldMk cId="1248598663" sldId="1318"/>
            <ac:cxnSpMk id="21" creationId="{D9FFBE88-1750-3981-2CDB-947384D914CE}"/>
          </ac:cxnSpMkLst>
        </pc:cxnChg>
        <pc:cxnChg chg="mod">
          <ac:chgData name="Mitra, Aritra" userId="c0528902-d414-4a78-8a62-a5dcc8d4eb67" providerId="ADAL" clId="{CE4618A0-3EF6-44B2-84DB-7BFFD3B214DA}" dt="2022-06-21T02:27:27.136" v="4169"/>
          <ac:cxnSpMkLst>
            <pc:docMk/>
            <pc:sldMk cId="1248598663" sldId="1318"/>
            <ac:cxnSpMk id="22" creationId="{11D439D9-39FD-379E-65CD-074FAD44C9CD}"/>
          </ac:cxnSpMkLst>
        </pc:cxnChg>
      </pc:sldChg>
      <pc:sldChg chg="addSp delSp modSp new mod modAnim">
        <pc:chgData name="Mitra, Aritra" userId="c0528902-d414-4a78-8a62-a5dcc8d4eb67" providerId="ADAL" clId="{CE4618A0-3EF6-44B2-84DB-7BFFD3B214DA}" dt="2022-06-21T04:37:06.205" v="8133"/>
        <pc:sldMkLst>
          <pc:docMk/>
          <pc:sldMk cId="1257023507" sldId="1319"/>
        </pc:sldMkLst>
        <pc:spChg chg="mod">
          <ac:chgData name="Mitra, Aritra" userId="c0528902-d414-4a78-8a62-a5dcc8d4eb67" providerId="ADAL" clId="{CE4618A0-3EF6-44B2-84DB-7BFFD3B214DA}" dt="2022-06-21T02:34:24.278" v="4464" actId="20577"/>
          <ac:spMkLst>
            <pc:docMk/>
            <pc:sldMk cId="1257023507" sldId="1319"/>
            <ac:spMk id="2" creationId="{DCE92C70-0214-8E77-EF7F-2629B327B8CA}"/>
          </ac:spMkLst>
        </pc:spChg>
        <pc:spChg chg="del mod">
          <ac:chgData name="Mitra, Aritra" userId="c0528902-d414-4a78-8a62-a5dcc8d4eb67" providerId="ADAL" clId="{CE4618A0-3EF6-44B2-84DB-7BFFD3B214DA}" dt="2022-06-21T02:31:40.226" v="4423" actId="21"/>
          <ac:spMkLst>
            <pc:docMk/>
            <pc:sldMk cId="1257023507" sldId="1319"/>
            <ac:spMk id="3" creationId="{906436B6-1B27-31F0-19AB-513701EAF1CF}"/>
          </ac:spMkLst>
        </pc:spChg>
        <pc:spChg chg="add mod">
          <ac:chgData name="Mitra, Aritra" userId="c0528902-d414-4a78-8a62-a5dcc8d4eb67" providerId="ADAL" clId="{CE4618A0-3EF6-44B2-84DB-7BFFD3B214DA}" dt="2022-06-21T04:35:35.051" v="8122" actId="20577"/>
          <ac:spMkLst>
            <pc:docMk/>
            <pc:sldMk cId="1257023507" sldId="1319"/>
            <ac:spMk id="5" creationId="{D2858CDE-EACC-7D4C-95A8-13A5D807CA53}"/>
          </ac:spMkLst>
        </pc:spChg>
      </pc:sldChg>
      <pc:sldChg chg="addSp delSp modSp new mod modAnim">
        <pc:chgData name="Mitra, Aritra" userId="c0528902-d414-4a78-8a62-a5dcc8d4eb67" providerId="ADAL" clId="{CE4618A0-3EF6-44B2-84DB-7BFFD3B214DA}" dt="2022-06-21T13:36:31.817" v="10292"/>
        <pc:sldMkLst>
          <pc:docMk/>
          <pc:sldMk cId="3014832286" sldId="1320"/>
        </pc:sldMkLst>
        <pc:spChg chg="mod">
          <ac:chgData name="Mitra, Aritra" userId="c0528902-d414-4a78-8a62-a5dcc8d4eb67" providerId="ADAL" clId="{CE4618A0-3EF6-44B2-84DB-7BFFD3B214DA}" dt="2022-06-21T02:54:18.515" v="5255" actId="20577"/>
          <ac:spMkLst>
            <pc:docMk/>
            <pc:sldMk cId="3014832286" sldId="1320"/>
            <ac:spMk id="2" creationId="{13F23C37-A9F4-8370-F93F-9A484C083D3F}"/>
          </ac:spMkLst>
        </pc:spChg>
        <pc:spChg chg="mod">
          <ac:chgData name="Mitra, Aritra" userId="c0528902-d414-4a78-8a62-a5dcc8d4eb67" providerId="ADAL" clId="{CE4618A0-3EF6-44B2-84DB-7BFFD3B214DA}" dt="2022-06-21T13:35:19.492" v="10283" actId="20577"/>
          <ac:spMkLst>
            <pc:docMk/>
            <pc:sldMk cId="3014832286" sldId="1320"/>
            <ac:spMk id="3" creationId="{CA04B7B1-352D-9359-1EB0-B3F68281A4EA}"/>
          </ac:spMkLst>
        </pc:spChg>
        <pc:spChg chg="add mod">
          <ac:chgData name="Mitra, Aritra" userId="c0528902-d414-4a78-8a62-a5dcc8d4eb67" providerId="ADAL" clId="{CE4618A0-3EF6-44B2-84DB-7BFFD3B214DA}" dt="2022-06-21T03:18:17.142" v="5889" actId="1076"/>
          <ac:spMkLst>
            <pc:docMk/>
            <pc:sldMk cId="3014832286" sldId="1320"/>
            <ac:spMk id="21" creationId="{8D122D58-2F5F-5359-A668-75C421F60811}"/>
          </ac:spMkLst>
        </pc:spChg>
        <pc:spChg chg="add del mod">
          <ac:chgData name="Mitra, Aritra" userId="c0528902-d414-4a78-8a62-a5dcc8d4eb67" providerId="ADAL" clId="{CE4618A0-3EF6-44B2-84DB-7BFFD3B214DA}" dt="2022-06-21T03:22:14.741" v="5989"/>
          <ac:spMkLst>
            <pc:docMk/>
            <pc:sldMk cId="3014832286" sldId="1320"/>
            <ac:spMk id="22" creationId="{9A6E6CD3-536A-B8A1-1FA4-4AC2333B849F}"/>
          </ac:spMkLst>
        </pc:spChg>
        <pc:spChg chg="add del mod">
          <ac:chgData name="Mitra, Aritra" userId="c0528902-d414-4a78-8a62-a5dcc8d4eb67" providerId="ADAL" clId="{CE4618A0-3EF6-44B2-84DB-7BFFD3B214DA}" dt="2022-06-21T03:22:14.741" v="5991"/>
          <ac:spMkLst>
            <pc:docMk/>
            <pc:sldMk cId="3014832286" sldId="1320"/>
            <ac:spMk id="23" creationId="{E0312213-FC9D-1FC7-171E-C23463247C37}"/>
          </ac:spMkLst>
        </pc:spChg>
        <pc:spChg chg="add mod">
          <ac:chgData name="Mitra, Aritra" userId="c0528902-d414-4a78-8a62-a5dcc8d4eb67" providerId="ADAL" clId="{CE4618A0-3EF6-44B2-84DB-7BFFD3B214DA}" dt="2022-06-21T03:22:13.769" v="5987" actId="207"/>
          <ac:spMkLst>
            <pc:docMk/>
            <pc:sldMk cId="3014832286" sldId="1320"/>
            <ac:spMk id="24" creationId="{E37EBD43-CFB5-E75E-2F6E-C3E090AFF6AA}"/>
          </ac:spMkLst>
        </pc:spChg>
        <pc:grpChg chg="add del mod">
          <ac:chgData name="Mitra, Aritra" userId="c0528902-d414-4a78-8a62-a5dcc8d4eb67" providerId="ADAL" clId="{CE4618A0-3EF6-44B2-84DB-7BFFD3B214DA}" dt="2022-06-21T03:15:47.533" v="5837" actId="165"/>
          <ac:grpSpMkLst>
            <pc:docMk/>
            <pc:sldMk cId="3014832286" sldId="1320"/>
            <ac:grpSpMk id="4" creationId="{B6AC9E43-8BDB-799B-F57B-89EA080E50C7}"/>
          </ac:grpSpMkLst>
        </pc:grpChg>
        <pc:grpChg chg="add mod">
          <ac:chgData name="Mitra, Aritra" userId="c0528902-d414-4a78-8a62-a5dcc8d4eb67" providerId="ADAL" clId="{CE4618A0-3EF6-44B2-84DB-7BFFD3B214DA}" dt="2022-06-21T03:18:48.383" v="5922" actId="1035"/>
          <ac:grpSpMkLst>
            <pc:docMk/>
            <pc:sldMk cId="3014832286" sldId="1320"/>
            <ac:grpSpMk id="20" creationId="{29B9EEFE-A6A3-7C88-CAD8-F14D755ED7B7}"/>
          </ac:grpSpMkLst>
        </pc:grpChg>
        <pc:picChg chg="mod topLvl">
          <ac:chgData name="Mitra, Aritra" userId="c0528902-d414-4a78-8a62-a5dcc8d4eb67" providerId="ADAL" clId="{CE4618A0-3EF6-44B2-84DB-7BFFD3B214DA}" dt="2022-06-21T03:17:05.858" v="5884" actId="164"/>
          <ac:picMkLst>
            <pc:docMk/>
            <pc:sldMk cId="3014832286" sldId="1320"/>
            <ac:picMk id="8" creationId="{882CF9DB-62D4-29F4-9354-F5D1E2A831E7}"/>
          </ac:picMkLst>
        </pc:picChg>
        <pc:picChg chg="mod topLvl">
          <ac:chgData name="Mitra, Aritra" userId="c0528902-d414-4a78-8a62-a5dcc8d4eb67" providerId="ADAL" clId="{CE4618A0-3EF6-44B2-84DB-7BFFD3B214DA}" dt="2022-06-21T03:17:05.858" v="5884" actId="164"/>
          <ac:picMkLst>
            <pc:docMk/>
            <pc:sldMk cId="3014832286" sldId="1320"/>
            <ac:picMk id="9" creationId="{CDECDC42-1EFB-105E-22A2-30B4ECB1EA20}"/>
          </ac:picMkLst>
        </pc:picChg>
        <pc:picChg chg="mod topLvl">
          <ac:chgData name="Mitra, Aritra" userId="c0528902-d414-4a78-8a62-a5dcc8d4eb67" providerId="ADAL" clId="{CE4618A0-3EF6-44B2-84DB-7BFFD3B214DA}" dt="2022-06-21T03:17:05.858" v="5884" actId="164"/>
          <ac:picMkLst>
            <pc:docMk/>
            <pc:sldMk cId="3014832286" sldId="1320"/>
            <ac:picMk id="10" creationId="{3D6F2C0F-F711-4DD4-297C-290C0A8FC439}"/>
          </ac:picMkLst>
        </pc:picChg>
        <pc:picChg chg="del mod topLvl">
          <ac:chgData name="Mitra, Aritra" userId="c0528902-d414-4a78-8a62-a5dcc8d4eb67" providerId="ADAL" clId="{CE4618A0-3EF6-44B2-84DB-7BFFD3B214DA}" dt="2022-06-21T03:15:56.669" v="5840" actId="478"/>
          <ac:picMkLst>
            <pc:docMk/>
            <pc:sldMk cId="3014832286" sldId="1320"/>
            <ac:picMk id="17" creationId="{D580FBD8-D005-DE13-9AE6-8088AF4DF57A}"/>
          </ac:picMkLst>
        </pc:picChg>
        <pc:picChg chg="del mod topLvl">
          <ac:chgData name="Mitra, Aritra" userId="c0528902-d414-4a78-8a62-a5dcc8d4eb67" providerId="ADAL" clId="{CE4618A0-3EF6-44B2-84DB-7BFFD3B214DA}" dt="2022-06-21T03:16:09.565" v="5845" actId="478"/>
          <ac:picMkLst>
            <pc:docMk/>
            <pc:sldMk cId="3014832286" sldId="1320"/>
            <ac:picMk id="18" creationId="{4A907432-6AC4-E7E2-2319-B40A96D3DAA4}"/>
          </ac:picMkLst>
        </pc:picChg>
        <pc:picChg chg="add mod">
          <ac:chgData name="Mitra, Aritra" userId="c0528902-d414-4a78-8a62-a5dcc8d4eb67" providerId="ADAL" clId="{CE4618A0-3EF6-44B2-84DB-7BFFD3B214DA}" dt="2022-06-21T03:17:05.858" v="5884" actId="164"/>
          <ac:picMkLst>
            <pc:docMk/>
            <pc:sldMk cId="3014832286" sldId="1320"/>
            <ac:picMk id="19" creationId="{30FEB71D-D9AE-407C-DAA2-1D53ECECCD06}"/>
          </ac:picMkLst>
        </pc:picChg>
        <pc:cxnChg chg="mod topLvl">
          <ac:chgData name="Mitra, Aritra" userId="c0528902-d414-4a78-8a62-a5dcc8d4eb67" providerId="ADAL" clId="{CE4618A0-3EF6-44B2-84DB-7BFFD3B214DA}" dt="2022-06-21T03:17:05.858" v="5884" actId="164"/>
          <ac:cxnSpMkLst>
            <pc:docMk/>
            <pc:sldMk cId="3014832286" sldId="1320"/>
            <ac:cxnSpMk id="5" creationId="{1C1BB3F4-08CA-0822-49C8-3EFC0F5A4A71}"/>
          </ac:cxnSpMkLst>
        </pc:cxnChg>
        <pc:cxnChg chg="mod topLvl">
          <ac:chgData name="Mitra, Aritra" userId="c0528902-d414-4a78-8a62-a5dcc8d4eb67" providerId="ADAL" clId="{CE4618A0-3EF6-44B2-84DB-7BFFD3B214DA}" dt="2022-06-21T03:17:05.858" v="5884" actId="164"/>
          <ac:cxnSpMkLst>
            <pc:docMk/>
            <pc:sldMk cId="3014832286" sldId="1320"/>
            <ac:cxnSpMk id="6" creationId="{7900DFD2-330C-89C2-E246-FD13F80C9F2D}"/>
          </ac:cxnSpMkLst>
        </pc:cxnChg>
        <pc:cxnChg chg="mod topLvl">
          <ac:chgData name="Mitra, Aritra" userId="c0528902-d414-4a78-8a62-a5dcc8d4eb67" providerId="ADAL" clId="{CE4618A0-3EF6-44B2-84DB-7BFFD3B214DA}" dt="2022-06-21T03:17:05.858" v="5884" actId="164"/>
          <ac:cxnSpMkLst>
            <pc:docMk/>
            <pc:sldMk cId="3014832286" sldId="1320"/>
            <ac:cxnSpMk id="7" creationId="{70F1F719-5677-E002-E711-0225403156BB}"/>
          </ac:cxnSpMkLst>
        </pc:cxnChg>
        <pc:cxnChg chg="del mod topLvl">
          <ac:chgData name="Mitra, Aritra" userId="c0528902-d414-4a78-8a62-a5dcc8d4eb67" providerId="ADAL" clId="{CE4618A0-3EF6-44B2-84DB-7BFFD3B214DA}" dt="2022-06-21T03:15:51.553" v="5838" actId="478"/>
          <ac:cxnSpMkLst>
            <pc:docMk/>
            <pc:sldMk cId="3014832286" sldId="1320"/>
            <ac:cxnSpMk id="11" creationId="{D2A7F37E-EE5B-CD9B-DD17-97181949E43D}"/>
          </ac:cxnSpMkLst>
        </pc:cxnChg>
        <pc:cxnChg chg="del mod topLvl">
          <ac:chgData name="Mitra, Aritra" userId="c0528902-d414-4a78-8a62-a5dcc8d4eb67" providerId="ADAL" clId="{CE4618A0-3EF6-44B2-84DB-7BFFD3B214DA}" dt="2022-06-21T03:15:53.858" v="5839" actId="478"/>
          <ac:cxnSpMkLst>
            <pc:docMk/>
            <pc:sldMk cId="3014832286" sldId="1320"/>
            <ac:cxnSpMk id="12" creationId="{4BC591AD-14A8-6E02-D81D-CEBE0E41FFCF}"/>
          </ac:cxnSpMkLst>
        </pc:cxnChg>
        <pc:cxnChg chg="del mod topLvl">
          <ac:chgData name="Mitra, Aritra" userId="c0528902-d414-4a78-8a62-a5dcc8d4eb67" providerId="ADAL" clId="{CE4618A0-3EF6-44B2-84DB-7BFFD3B214DA}" dt="2022-06-21T03:16:03.203" v="5842" actId="478"/>
          <ac:cxnSpMkLst>
            <pc:docMk/>
            <pc:sldMk cId="3014832286" sldId="1320"/>
            <ac:cxnSpMk id="13" creationId="{AFD7B3A1-5807-3F6B-A7F0-06D456B2C136}"/>
          </ac:cxnSpMkLst>
        </pc:cxnChg>
        <pc:cxnChg chg="del mod topLvl">
          <ac:chgData name="Mitra, Aritra" userId="c0528902-d414-4a78-8a62-a5dcc8d4eb67" providerId="ADAL" clId="{CE4618A0-3EF6-44B2-84DB-7BFFD3B214DA}" dt="2022-06-21T03:16:05.380" v="5843" actId="478"/>
          <ac:cxnSpMkLst>
            <pc:docMk/>
            <pc:sldMk cId="3014832286" sldId="1320"/>
            <ac:cxnSpMk id="14" creationId="{C0CE4582-6082-59BC-D5E4-E8F7A89334F7}"/>
          </ac:cxnSpMkLst>
        </pc:cxnChg>
        <pc:cxnChg chg="del mod topLvl">
          <ac:chgData name="Mitra, Aritra" userId="c0528902-d414-4a78-8a62-a5dcc8d4eb67" providerId="ADAL" clId="{CE4618A0-3EF6-44B2-84DB-7BFFD3B214DA}" dt="2022-06-21T03:15:58.610" v="5841" actId="478"/>
          <ac:cxnSpMkLst>
            <pc:docMk/>
            <pc:sldMk cId="3014832286" sldId="1320"/>
            <ac:cxnSpMk id="15" creationId="{7AA5A0C1-B577-AC30-CF46-7DAF82D3E2D2}"/>
          </ac:cxnSpMkLst>
        </pc:cxnChg>
        <pc:cxnChg chg="del mod topLvl">
          <ac:chgData name="Mitra, Aritra" userId="c0528902-d414-4a78-8a62-a5dcc8d4eb67" providerId="ADAL" clId="{CE4618A0-3EF6-44B2-84DB-7BFFD3B214DA}" dt="2022-06-21T03:16:07.549" v="5844" actId="478"/>
          <ac:cxnSpMkLst>
            <pc:docMk/>
            <pc:sldMk cId="3014832286" sldId="1320"/>
            <ac:cxnSpMk id="16" creationId="{87DCF935-34DF-D303-DC3D-87CAA4B328D5}"/>
          </ac:cxnSpMkLst>
        </pc:cxnChg>
      </pc:sldChg>
      <pc:sldChg chg="addSp delSp modSp new mod modAnim">
        <pc:chgData name="Mitra, Aritra" userId="c0528902-d414-4a78-8a62-a5dcc8d4eb67" providerId="ADAL" clId="{CE4618A0-3EF6-44B2-84DB-7BFFD3B214DA}" dt="2022-06-21T03:44:09.930" v="6744" actId="1076"/>
        <pc:sldMkLst>
          <pc:docMk/>
          <pc:sldMk cId="3139493685" sldId="1321"/>
        </pc:sldMkLst>
        <pc:spChg chg="mod">
          <ac:chgData name="Mitra, Aritra" userId="c0528902-d414-4a78-8a62-a5dcc8d4eb67" providerId="ADAL" clId="{CE4618A0-3EF6-44B2-84DB-7BFFD3B214DA}" dt="2022-06-21T03:23:29.831" v="6019" actId="20577"/>
          <ac:spMkLst>
            <pc:docMk/>
            <pc:sldMk cId="3139493685" sldId="1321"/>
            <ac:spMk id="2" creationId="{953078C7-7C7E-1DA6-F879-F1EB005851AD}"/>
          </ac:spMkLst>
        </pc:spChg>
        <pc:spChg chg="del mod">
          <ac:chgData name="Mitra, Aritra" userId="c0528902-d414-4a78-8a62-a5dcc8d4eb67" providerId="ADAL" clId="{CE4618A0-3EF6-44B2-84DB-7BFFD3B214DA}" dt="2022-06-21T03:24:33.788" v="6026" actId="478"/>
          <ac:spMkLst>
            <pc:docMk/>
            <pc:sldMk cId="3139493685" sldId="1321"/>
            <ac:spMk id="3" creationId="{6258802D-4D7E-53E8-8012-FCB077AA650B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7" creationId="{837A0103-C7DC-53B4-7626-2720A8169466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8" creationId="{3F5EABB1-6849-9CF9-6BC1-9A7A5036BD23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9" creationId="{AEF4BAA6-AAED-ECB1-34DC-14BD144F3180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10" creationId="{85839D3D-5236-565B-848E-C8EA18BF26EA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11" creationId="{E47DCC18-2D89-E5D5-28A3-6F5E29270E96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12" creationId="{DC52BD3C-806D-87F4-5829-2DA63B0D63AC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13" creationId="{771A9EB0-163A-5A33-9268-86A7F216E7F3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14" creationId="{2D573B66-1959-4CAF-BC5F-EDEFB9B66CFD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15" creationId="{B18D0EF2-D29C-308C-763A-3225647A78CE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18" creationId="{E8129C83-B8C6-34D8-6B61-45188DB1A3FC}"/>
          </ac:spMkLst>
        </pc:spChg>
        <pc:spChg chg="mod">
          <ac:chgData name="Mitra, Aritra" userId="c0528902-d414-4a78-8a62-a5dcc8d4eb67" providerId="ADAL" clId="{CE4618A0-3EF6-44B2-84DB-7BFFD3B214DA}" dt="2022-06-21T03:24:24.855" v="6024"/>
          <ac:spMkLst>
            <pc:docMk/>
            <pc:sldMk cId="3139493685" sldId="1321"/>
            <ac:spMk id="19" creationId="{6C1A6426-469B-8F26-FCA0-245A2AA50D11}"/>
          </ac:spMkLst>
        </pc:spChg>
        <pc:spChg chg="add mod">
          <ac:chgData name="Mitra, Aritra" userId="c0528902-d414-4a78-8a62-a5dcc8d4eb67" providerId="ADAL" clId="{CE4618A0-3EF6-44B2-84DB-7BFFD3B214DA}" dt="2022-06-21T03:44:09.930" v="6744" actId="1076"/>
          <ac:spMkLst>
            <pc:docMk/>
            <pc:sldMk cId="3139493685" sldId="1321"/>
            <ac:spMk id="41" creationId="{AD5C6ED5-E5E8-D297-0099-D05934FEC860}"/>
          </ac:spMkLst>
        </pc:spChg>
        <pc:grpChg chg="add mod">
          <ac:chgData name="Mitra, Aritra" userId="c0528902-d414-4a78-8a62-a5dcc8d4eb67" providerId="ADAL" clId="{CE4618A0-3EF6-44B2-84DB-7BFFD3B214DA}" dt="2022-06-21T03:41:36.188" v="6714" actId="1076"/>
          <ac:grpSpMkLst>
            <pc:docMk/>
            <pc:sldMk cId="3139493685" sldId="1321"/>
            <ac:grpSpMk id="4" creationId="{5386AA4B-BA91-6A87-C14B-A15BC78DF610}"/>
          </ac:grpSpMkLst>
        </pc:grpChg>
        <pc:grpChg chg="mod">
          <ac:chgData name="Mitra, Aritra" userId="c0528902-d414-4a78-8a62-a5dcc8d4eb67" providerId="ADAL" clId="{CE4618A0-3EF6-44B2-84DB-7BFFD3B214DA}" dt="2022-06-21T03:24:24.855" v="6024"/>
          <ac:grpSpMkLst>
            <pc:docMk/>
            <pc:sldMk cId="3139493685" sldId="1321"/>
            <ac:grpSpMk id="6" creationId="{636E9CBB-3614-4A03-279C-47FB18EBFC9F}"/>
          </ac:grpSpMkLst>
        </pc:grp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5" creationId="{D31B748C-222E-8CA2-B3CD-1A05FD360B8E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20" creationId="{5515EC9B-AF73-14BB-9B77-D8107218BDBE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22" creationId="{BE3A41DD-4BB1-34A0-F141-468676CB1DC0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24" creationId="{A3A1EFD7-4B74-04E1-E8D7-872FBD2B3955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26" creationId="{84C0828E-A1E3-7CA4-735F-766DE71141C9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30" creationId="{3765F04A-664E-238C-432E-AB305EB3D13C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31" creationId="{9467FE44-CFC5-1C00-439D-A3AF667728BD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32" creationId="{944838DA-664B-A8A1-D9FD-6D7965E4BBB7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39" creationId="{007AFF37-54AF-C7BB-E70C-2DCD33195996}"/>
          </ac:picMkLst>
        </pc:picChg>
        <pc:picChg chg="mod">
          <ac:chgData name="Mitra, Aritra" userId="c0528902-d414-4a78-8a62-a5dcc8d4eb67" providerId="ADAL" clId="{CE4618A0-3EF6-44B2-84DB-7BFFD3B214DA}" dt="2022-06-21T03:24:24.855" v="6024"/>
          <ac:picMkLst>
            <pc:docMk/>
            <pc:sldMk cId="3139493685" sldId="1321"/>
            <ac:picMk id="40" creationId="{C3E52152-5983-8E25-7782-762DE19481C2}"/>
          </ac:picMkLst>
        </pc:pic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16" creationId="{72F5AAC2-9EEB-9389-E421-C37448BAA59E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17" creationId="{54407E60-3C6C-F540-7152-E1F8499F5A6C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21" creationId="{27906B8D-FDAA-DD02-18FB-E74630065246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23" creationId="{C5300D8F-D26D-619D-3627-50FAC4979C88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25" creationId="{4F83BBB9-7331-CE7D-1161-482F7A0E960A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27" creationId="{B3194E7F-6C5F-426D-8D19-ABB9840F7F75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28" creationId="{50D7F113-6FD9-4F45-735E-A0CCE495A065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29" creationId="{B7361106-7C03-C524-854E-DD7316DCF46E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33" creationId="{C501DCFF-FDF0-C43E-7B9A-945A824EB09F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34" creationId="{F7BE15DE-CAE6-162B-AE52-82291B5238B0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35" creationId="{079931DE-19AC-ADF3-2B63-C7553A6F2BB1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36" creationId="{35975B15-A732-8E31-CB69-AC5175934FF3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37" creationId="{A46E846D-54CE-33E5-0A64-0C221E1FD2F2}"/>
          </ac:cxnSpMkLst>
        </pc:cxnChg>
        <pc:cxnChg chg="mod">
          <ac:chgData name="Mitra, Aritra" userId="c0528902-d414-4a78-8a62-a5dcc8d4eb67" providerId="ADAL" clId="{CE4618A0-3EF6-44B2-84DB-7BFFD3B214DA}" dt="2022-06-21T03:24:24.855" v="6024"/>
          <ac:cxnSpMkLst>
            <pc:docMk/>
            <pc:sldMk cId="3139493685" sldId="1321"/>
            <ac:cxnSpMk id="38" creationId="{7DF78486-377D-B228-D46A-D10E6973A79A}"/>
          </ac:cxnSpMkLst>
        </pc:cxnChg>
      </pc:sldChg>
      <pc:sldChg chg="addSp delSp modSp new mod modAnim">
        <pc:chgData name="Mitra, Aritra" userId="c0528902-d414-4a78-8a62-a5dcc8d4eb67" providerId="ADAL" clId="{CE4618A0-3EF6-44B2-84DB-7BFFD3B214DA}" dt="2022-06-21T04:20:13.024" v="7955"/>
        <pc:sldMkLst>
          <pc:docMk/>
          <pc:sldMk cId="1770323681" sldId="1322"/>
        </pc:sldMkLst>
        <pc:spChg chg="mod">
          <ac:chgData name="Mitra, Aritra" userId="c0528902-d414-4a78-8a62-a5dcc8d4eb67" providerId="ADAL" clId="{CE4618A0-3EF6-44B2-84DB-7BFFD3B214DA}" dt="2022-06-21T03:48:58.680" v="6791" actId="20577"/>
          <ac:spMkLst>
            <pc:docMk/>
            <pc:sldMk cId="1770323681" sldId="1322"/>
            <ac:spMk id="2" creationId="{3DFFAE87-DB45-BD73-5FC6-97A60A647C6A}"/>
          </ac:spMkLst>
        </pc:spChg>
        <pc:spChg chg="del mod">
          <ac:chgData name="Mitra, Aritra" userId="c0528902-d414-4a78-8a62-a5dcc8d4eb67" providerId="ADAL" clId="{CE4618A0-3EF6-44B2-84DB-7BFFD3B214DA}" dt="2022-06-21T03:41:21.436" v="6711" actId="21"/>
          <ac:spMkLst>
            <pc:docMk/>
            <pc:sldMk cId="1770323681" sldId="1322"/>
            <ac:spMk id="3" creationId="{1F63ECB2-8964-F3E2-C4D9-D0BC2ACD2264}"/>
          </ac:spMkLst>
        </pc:spChg>
        <pc:spChg chg="add mod">
          <ac:chgData name="Mitra, Aritra" userId="c0528902-d414-4a78-8a62-a5dcc8d4eb67" providerId="ADAL" clId="{CE4618A0-3EF6-44B2-84DB-7BFFD3B214DA}" dt="2022-06-21T04:19:26.485" v="7954" actId="20577"/>
          <ac:spMkLst>
            <pc:docMk/>
            <pc:sldMk cId="1770323681" sldId="1322"/>
            <ac:spMk id="5" creationId="{AF202E88-4EC2-6D15-28EB-CF9686E94C7C}"/>
          </ac:spMkLst>
        </pc:spChg>
        <pc:spChg chg="add del mod">
          <ac:chgData name="Mitra, Aritra" userId="c0528902-d414-4a78-8a62-a5dcc8d4eb67" providerId="ADAL" clId="{CE4618A0-3EF6-44B2-84DB-7BFFD3B214DA}" dt="2022-06-21T04:18:05.885" v="7945" actId="478"/>
          <ac:spMkLst>
            <pc:docMk/>
            <pc:sldMk cId="1770323681" sldId="1322"/>
            <ac:spMk id="8" creationId="{422A9362-7A0C-FC6D-9F40-32182878D86B}"/>
          </ac:spMkLst>
        </pc:spChg>
        <pc:spChg chg="add mod">
          <ac:chgData name="Mitra, Aritra" userId="c0528902-d414-4a78-8a62-a5dcc8d4eb67" providerId="ADAL" clId="{CE4618A0-3EF6-44B2-84DB-7BFFD3B214DA}" dt="2022-06-21T04:17:27.811" v="7939" actId="1037"/>
          <ac:spMkLst>
            <pc:docMk/>
            <pc:sldMk cId="1770323681" sldId="1322"/>
            <ac:spMk id="9" creationId="{2E7D47CF-F4C5-57FE-22DA-B073FC38A173}"/>
          </ac:spMkLst>
        </pc:spChg>
        <pc:spChg chg="add mod">
          <ac:chgData name="Mitra, Aritra" userId="c0528902-d414-4a78-8a62-a5dcc8d4eb67" providerId="ADAL" clId="{CE4618A0-3EF6-44B2-84DB-7BFFD3B214DA}" dt="2022-06-21T04:17:43.269" v="7941" actId="571"/>
          <ac:spMkLst>
            <pc:docMk/>
            <pc:sldMk cId="1770323681" sldId="1322"/>
            <ac:spMk id="11" creationId="{DFEF3B72-3155-EAB0-7332-0D7971F18141}"/>
          </ac:spMkLst>
        </pc:spChg>
        <pc:spChg chg="add mod">
          <ac:chgData name="Mitra, Aritra" userId="c0528902-d414-4a78-8a62-a5dcc8d4eb67" providerId="ADAL" clId="{CE4618A0-3EF6-44B2-84DB-7BFFD3B214DA}" dt="2022-06-21T04:13:35.469" v="7918" actId="1036"/>
          <ac:spMkLst>
            <pc:docMk/>
            <pc:sldMk cId="1770323681" sldId="1322"/>
            <ac:spMk id="12" creationId="{A990F3DC-F156-005C-2E6D-7A29810FCBF6}"/>
          </ac:spMkLst>
        </pc:spChg>
        <pc:spChg chg="add mod">
          <ac:chgData name="Mitra, Aritra" userId="c0528902-d414-4a78-8a62-a5dcc8d4eb67" providerId="ADAL" clId="{CE4618A0-3EF6-44B2-84DB-7BFFD3B214DA}" dt="2022-06-21T04:13:12.786" v="7915" actId="1076"/>
          <ac:spMkLst>
            <pc:docMk/>
            <pc:sldMk cId="1770323681" sldId="1322"/>
            <ac:spMk id="13" creationId="{332CE915-8ED5-A878-F5A9-E1B1B50460CE}"/>
          </ac:spMkLst>
        </pc:spChg>
        <pc:spChg chg="add mod">
          <ac:chgData name="Mitra, Aritra" userId="c0528902-d414-4a78-8a62-a5dcc8d4eb67" providerId="ADAL" clId="{CE4618A0-3EF6-44B2-84DB-7BFFD3B214DA}" dt="2022-06-21T04:17:53.563" v="7943" actId="571"/>
          <ac:spMkLst>
            <pc:docMk/>
            <pc:sldMk cId="1770323681" sldId="1322"/>
            <ac:spMk id="16" creationId="{F7F6481F-F93E-2D1C-D5F6-EE7E701D40E4}"/>
          </ac:spMkLst>
        </pc:spChg>
        <pc:spChg chg="add mod">
          <ac:chgData name="Mitra, Aritra" userId="c0528902-d414-4a78-8a62-a5dcc8d4eb67" providerId="ADAL" clId="{CE4618A0-3EF6-44B2-84DB-7BFFD3B214DA}" dt="2022-06-21T04:17:53.563" v="7943" actId="571"/>
          <ac:spMkLst>
            <pc:docMk/>
            <pc:sldMk cId="1770323681" sldId="1322"/>
            <ac:spMk id="17" creationId="{21842CB7-B99E-B759-FB7D-43E357901034}"/>
          </ac:spMkLst>
        </pc:spChg>
        <pc:spChg chg="add mod">
          <ac:chgData name="Mitra, Aritra" userId="c0528902-d414-4a78-8a62-a5dcc8d4eb67" providerId="ADAL" clId="{CE4618A0-3EF6-44B2-84DB-7BFFD3B214DA}" dt="2022-06-21T04:17:53.563" v="7943" actId="571"/>
          <ac:spMkLst>
            <pc:docMk/>
            <pc:sldMk cId="1770323681" sldId="1322"/>
            <ac:spMk id="19" creationId="{64DBD039-DEE0-B201-9406-3C15D498BE4C}"/>
          </ac:spMkLst>
        </pc:spChg>
        <pc:spChg chg="add mod">
          <ac:chgData name="Mitra, Aritra" userId="c0528902-d414-4a78-8a62-a5dcc8d4eb67" providerId="ADAL" clId="{CE4618A0-3EF6-44B2-84DB-7BFFD3B214DA}" dt="2022-06-21T04:17:53.563" v="7943" actId="571"/>
          <ac:spMkLst>
            <pc:docMk/>
            <pc:sldMk cId="1770323681" sldId="1322"/>
            <ac:spMk id="20" creationId="{8F27C19F-9652-E9FF-505C-1DE6CB6289FD}"/>
          </ac:spMkLst>
        </pc:spChg>
        <pc:cxnChg chg="add mod">
          <ac:chgData name="Mitra, Aritra" userId="c0528902-d414-4a78-8a62-a5dcc8d4eb67" providerId="ADAL" clId="{CE4618A0-3EF6-44B2-84DB-7BFFD3B214DA}" dt="2022-06-21T04:13:29.950" v="7916" actId="208"/>
          <ac:cxnSpMkLst>
            <pc:docMk/>
            <pc:sldMk cId="1770323681" sldId="1322"/>
            <ac:cxnSpMk id="7" creationId="{A99FE479-141C-DBF7-2837-D2D401D52178}"/>
          </ac:cxnSpMkLst>
        </pc:cxnChg>
        <pc:cxnChg chg="add mod">
          <ac:chgData name="Mitra, Aritra" userId="c0528902-d414-4a78-8a62-a5dcc8d4eb67" providerId="ADAL" clId="{CE4618A0-3EF6-44B2-84DB-7BFFD3B214DA}" dt="2022-06-21T04:13:29.950" v="7916" actId="208"/>
          <ac:cxnSpMkLst>
            <pc:docMk/>
            <pc:sldMk cId="1770323681" sldId="1322"/>
            <ac:cxnSpMk id="10" creationId="{F4A01E9F-C898-B3B9-212E-258779E5D4CE}"/>
          </ac:cxnSpMkLst>
        </pc:cxnChg>
        <pc:cxnChg chg="add del mod">
          <ac:chgData name="Mitra, Aritra" userId="c0528902-d414-4a78-8a62-a5dcc8d4eb67" providerId="ADAL" clId="{CE4618A0-3EF6-44B2-84DB-7BFFD3B214DA}" dt="2022-06-21T04:17:23.225" v="7932" actId="478"/>
          <ac:cxnSpMkLst>
            <pc:docMk/>
            <pc:sldMk cId="1770323681" sldId="1322"/>
            <ac:cxnSpMk id="14" creationId="{7C0E78C6-B866-536C-45DB-A0C61F0D96B2}"/>
          </ac:cxnSpMkLst>
        </pc:cxnChg>
        <pc:cxnChg chg="add mod">
          <ac:chgData name="Mitra, Aritra" userId="c0528902-d414-4a78-8a62-a5dcc8d4eb67" providerId="ADAL" clId="{CE4618A0-3EF6-44B2-84DB-7BFFD3B214DA}" dt="2022-06-21T04:17:53.563" v="7943" actId="571"/>
          <ac:cxnSpMkLst>
            <pc:docMk/>
            <pc:sldMk cId="1770323681" sldId="1322"/>
            <ac:cxnSpMk id="15" creationId="{7AE48BA3-A775-8BEA-7F0B-BEA79AC581DC}"/>
          </ac:cxnSpMkLst>
        </pc:cxnChg>
        <pc:cxnChg chg="add mod">
          <ac:chgData name="Mitra, Aritra" userId="c0528902-d414-4a78-8a62-a5dcc8d4eb67" providerId="ADAL" clId="{CE4618A0-3EF6-44B2-84DB-7BFFD3B214DA}" dt="2022-06-21T04:17:53.563" v="7943" actId="571"/>
          <ac:cxnSpMkLst>
            <pc:docMk/>
            <pc:sldMk cId="1770323681" sldId="1322"/>
            <ac:cxnSpMk id="18" creationId="{B702CE52-1BB2-A6A4-D10D-C0E4492D0735}"/>
          </ac:cxnSpMkLst>
        </pc:cxnChg>
      </pc:sldChg>
      <pc:sldChg chg="addSp delSp modSp new mod">
        <pc:chgData name="Mitra, Aritra" userId="c0528902-d414-4a78-8a62-a5dcc8d4eb67" providerId="ADAL" clId="{CE4618A0-3EF6-44B2-84DB-7BFFD3B214DA}" dt="2022-06-21T05:07:00.160" v="9338" actId="1036"/>
        <pc:sldMkLst>
          <pc:docMk/>
          <pc:sldMk cId="3349574323" sldId="1323"/>
        </pc:sldMkLst>
        <pc:spChg chg="mod">
          <ac:chgData name="Mitra, Aritra" userId="c0528902-d414-4a78-8a62-a5dcc8d4eb67" providerId="ADAL" clId="{CE4618A0-3EF6-44B2-84DB-7BFFD3B214DA}" dt="2022-06-21T04:25:01.999" v="7989" actId="20577"/>
          <ac:spMkLst>
            <pc:docMk/>
            <pc:sldMk cId="3349574323" sldId="1323"/>
            <ac:spMk id="2" creationId="{62EA2E58-9AD9-89A8-ECC6-6A8196050813}"/>
          </ac:spMkLst>
        </pc:spChg>
        <pc:spChg chg="del mod">
          <ac:chgData name="Mitra, Aritra" userId="c0528902-d414-4a78-8a62-a5dcc8d4eb67" providerId="ADAL" clId="{CE4618A0-3EF6-44B2-84DB-7BFFD3B214DA}" dt="2022-06-21T04:25:12.969" v="7991" actId="478"/>
          <ac:spMkLst>
            <pc:docMk/>
            <pc:sldMk cId="3349574323" sldId="1323"/>
            <ac:spMk id="3" creationId="{5B59EEAB-93A0-9ADE-8CAF-50004F9FC88B}"/>
          </ac:spMkLst>
        </pc:spChg>
        <pc:spChg chg="add mod">
          <ac:chgData name="Mitra, Aritra" userId="c0528902-d414-4a78-8a62-a5dcc8d4eb67" providerId="ADAL" clId="{CE4618A0-3EF6-44B2-84DB-7BFFD3B214DA}" dt="2022-06-21T05:06:39.864" v="9330" actId="1076"/>
          <ac:spMkLst>
            <pc:docMk/>
            <pc:sldMk cId="3349574323" sldId="1323"/>
            <ac:spMk id="4" creationId="{EB2AE003-62E3-F0C3-45E3-6D681AB40524}"/>
          </ac:spMkLst>
        </pc:spChg>
        <pc:spChg chg="add del mod">
          <ac:chgData name="Mitra, Aritra" userId="c0528902-d414-4a78-8a62-a5dcc8d4eb67" providerId="ADAL" clId="{CE4618A0-3EF6-44B2-84DB-7BFFD3B214DA}" dt="2022-06-21T04:27:10.042" v="8011" actId="478"/>
          <ac:spMkLst>
            <pc:docMk/>
            <pc:sldMk cId="3349574323" sldId="1323"/>
            <ac:spMk id="5" creationId="{CD5756F6-1522-5EA5-D4A8-5FAE676770D0}"/>
          </ac:spMkLst>
        </pc:spChg>
        <pc:spChg chg="add del mod">
          <ac:chgData name="Mitra, Aritra" userId="c0528902-d414-4a78-8a62-a5dcc8d4eb67" providerId="ADAL" clId="{CE4618A0-3EF6-44B2-84DB-7BFFD3B214DA}" dt="2022-06-21T04:28:26.425" v="8023" actId="1038"/>
          <ac:spMkLst>
            <pc:docMk/>
            <pc:sldMk cId="3349574323" sldId="1323"/>
            <ac:spMk id="6" creationId="{6392B0F8-20FA-5421-C6C0-984DE8AFBD60}"/>
          </ac:spMkLst>
        </pc:spChg>
        <pc:spChg chg="add del mod">
          <ac:chgData name="Mitra, Aritra" userId="c0528902-d414-4a78-8a62-a5dcc8d4eb67" providerId="ADAL" clId="{CE4618A0-3EF6-44B2-84DB-7BFFD3B214DA}" dt="2022-06-21T04:29:29.706" v="8063"/>
          <ac:spMkLst>
            <pc:docMk/>
            <pc:sldMk cId="3349574323" sldId="1323"/>
            <ac:spMk id="7" creationId="{A2635494-FC39-7297-3AF0-9C6AA1F7E103}"/>
          </ac:spMkLst>
        </pc:spChg>
        <pc:spChg chg="add mod">
          <ac:chgData name="Mitra, Aritra" userId="c0528902-d414-4a78-8a62-a5dcc8d4eb67" providerId="ADAL" clId="{CE4618A0-3EF6-44B2-84DB-7BFFD3B214DA}" dt="2022-06-21T04:39:00.873" v="8145" actId="20577"/>
          <ac:spMkLst>
            <pc:docMk/>
            <pc:sldMk cId="3349574323" sldId="1323"/>
            <ac:spMk id="8" creationId="{D0DA743E-484F-A402-C7BA-AB93C701104E}"/>
          </ac:spMkLst>
        </pc:spChg>
        <pc:spChg chg="add mod">
          <ac:chgData name="Mitra, Aritra" userId="c0528902-d414-4a78-8a62-a5dcc8d4eb67" providerId="ADAL" clId="{CE4618A0-3EF6-44B2-84DB-7BFFD3B214DA}" dt="2022-06-21T04:31:55.190" v="8085" actId="1037"/>
          <ac:spMkLst>
            <pc:docMk/>
            <pc:sldMk cId="3349574323" sldId="1323"/>
            <ac:spMk id="11" creationId="{3C1A10F4-5929-1FA0-031E-3FAB5FA9685C}"/>
          </ac:spMkLst>
        </pc:spChg>
        <pc:spChg chg="add mod">
          <ac:chgData name="Mitra, Aritra" userId="c0528902-d414-4a78-8a62-a5dcc8d4eb67" providerId="ADAL" clId="{CE4618A0-3EF6-44B2-84DB-7BFFD3B214DA}" dt="2022-06-21T05:06:45.093" v="9331" actId="1076"/>
          <ac:spMkLst>
            <pc:docMk/>
            <pc:sldMk cId="3349574323" sldId="1323"/>
            <ac:spMk id="12" creationId="{21816A19-7C35-52D5-5F46-AAFAA0233DCC}"/>
          </ac:spMkLst>
        </pc:spChg>
        <pc:spChg chg="add mod">
          <ac:chgData name="Mitra, Aritra" userId="c0528902-d414-4a78-8a62-a5dcc8d4eb67" providerId="ADAL" clId="{CE4618A0-3EF6-44B2-84DB-7BFFD3B214DA}" dt="2022-06-21T04:40:53.628" v="8200" actId="1076"/>
          <ac:spMkLst>
            <pc:docMk/>
            <pc:sldMk cId="3349574323" sldId="1323"/>
            <ac:spMk id="13" creationId="{BDA6BBA4-FC72-28DF-9ACF-AD17C74A26BF}"/>
          </ac:spMkLst>
        </pc:spChg>
        <pc:spChg chg="add mod">
          <ac:chgData name="Mitra, Aritra" userId="c0528902-d414-4a78-8a62-a5dcc8d4eb67" providerId="ADAL" clId="{CE4618A0-3EF6-44B2-84DB-7BFFD3B214DA}" dt="2022-06-21T04:42:05.014" v="8242" actId="1037"/>
          <ac:spMkLst>
            <pc:docMk/>
            <pc:sldMk cId="3349574323" sldId="1323"/>
            <ac:spMk id="14" creationId="{AA2921B9-D097-68E0-00B3-E924B102CB0D}"/>
          </ac:spMkLst>
        </pc:spChg>
        <pc:spChg chg="add mod">
          <ac:chgData name="Mitra, Aritra" userId="c0528902-d414-4a78-8a62-a5dcc8d4eb67" providerId="ADAL" clId="{CE4618A0-3EF6-44B2-84DB-7BFFD3B214DA}" dt="2022-06-21T04:47:09.396" v="8403" actId="1076"/>
          <ac:spMkLst>
            <pc:docMk/>
            <pc:sldMk cId="3349574323" sldId="1323"/>
            <ac:spMk id="15" creationId="{F5F95BA5-74C9-60A4-4538-D15258088BBA}"/>
          </ac:spMkLst>
        </pc:spChg>
        <pc:spChg chg="add mod">
          <ac:chgData name="Mitra, Aritra" userId="c0528902-d414-4a78-8a62-a5dcc8d4eb67" providerId="ADAL" clId="{CE4618A0-3EF6-44B2-84DB-7BFFD3B214DA}" dt="2022-06-21T04:44:02.771" v="8267" actId="207"/>
          <ac:spMkLst>
            <pc:docMk/>
            <pc:sldMk cId="3349574323" sldId="1323"/>
            <ac:spMk id="16" creationId="{A0F2A445-88EC-3424-FE8A-A648C307CE8D}"/>
          </ac:spMkLst>
        </pc:spChg>
        <pc:spChg chg="add mod">
          <ac:chgData name="Mitra, Aritra" userId="c0528902-d414-4a78-8a62-a5dcc8d4eb67" providerId="ADAL" clId="{CE4618A0-3EF6-44B2-84DB-7BFFD3B214DA}" dt="2022-06-21T04:44:52.678" v="8283" actId="1076"/>
          <ac:spMkLst>
            <pc:docMk/>
            <pc:sldMk cId="3349574323" sldId="1323"/>
            <ac:spMk id="17" creationId="{4C68E15D-EE4E-DFE8-AAEB-98CED1E9D224}"/>
          </ac:spMkLst>
        </pc:spChg>
        <pc:spChg chg="add mod">
          <ac:chgData name="Mitra, Aritra" userId="c0528902-d414-4a78-8a62-a5dcc8d4eb67" providerId="ADAL" clId="{CE4618A0-3EF6-44B2-84DB-7BFFD3B214DA}" dt="2022-06-21T04:45:07.937" v="8306" actId="20577"/>
          <ac:spMkLst>
            <pc:docMk/>
            <pc:sldMk cId="3349574323" sldId="1323"/>
            <ac:spMk id="18" creationId="{3828F8D4-6EED-5353-23EA-9C13523FC9AB}"/>
          </ac:spMkLst>
        </pc:spChg>
        <pc:spChg chg="add mod">
          <ac:chgData name="Mitra, Aritra" userId="c0528902-d414-4a78-8a62-a5dcc8d4eb67" providerId="ADAL" clId="{CE4618A0-3EF6-44B2-84DB-7BFFD3B214DA}" dt="2022-06-21T05:06:52.307" v="9332" actId="1076"/>
          <ac:spMkLst>
            <pc:docMk/>
            <pc:sldMk cId="3349574323" sldId="1323"/>
            <ac:spMk id="19" creationId="{08BE413F-4A04-2012-4FBE-EE8EB0B0FA64}"/>
          </ac:spMkLst>
        </pc:spChg>
        <pc:spChg chg="add mod">
          <ac:chgData name="Mitra, Aritra" userId="c0528902-d414-4a78-8a62-a5dcc8d4eb67" providerId="ADAL" clId="{CE4618A0-3EF6-44B2-84DB-7BFFD3B214DA}" dt="2022-06-21T05:07:00.160" v="9338" actId="1036"/>
          <ac:spMkLst>
            <pc:docMk/>
            <pc:sldMk cId="3349574323" sldId="1323"/>
            <ac:spMk id="20" creationId="{FB529858-D313-6BD8-05D9-C916F24C7920}"/>
          </ac:spMkLst>
        </pc:spChg>
        <pc:cxnChg chg="add mod">
          <ac:chgData name="Mitra, Aritra" userId="c0528902-d414-4a78-8a62-a5dcc8d4eb67" providerId="ADAL" clId="{CE4618A0-3EF6-44B2-84DB-7BFFD3B214DA}" dt="2022-06-21T05:06:39.864" v="9330" actId="1076"/>
          <ac:cxnSpMkLst>
            <pc:docMk/>
            <pc:sldMk cId="3349574323" sldId="1323"/>
            <ac:cxnSpMk id="10" creationId="{F8577038-9634-E300-8B60-C46ACC1DEB39}"/>
          </ac:cxnSpMkLst>
        </pc:cxnChg>
      </pc:sldChg>
      <pc:sldChg chg="modSp new mod modAnim">
        <pc:chgData name="Mitra, Aritra" userId="c0528902-d414-4a78-8a62-a5dcc8d4eb67" providerId="ADAL" clId="{CE4618A0-3EF6-44B2-84DB-7BFFD3B214DA}" dt="2022-06-21T05:05:39.414" v="9328"/>
        <pc:sldMkLst>
          <pc:docMk/>
          <pc:sldMk cId="1417790064" sldId="1324"/>
        </pc:sldMkLst>
        <pc:spChg chg="mod">
          <ac:chgData name="Mitra, Aritra" userId="c0528902-d414-4a78-8a62-a5dcc8d4eb67" providerId="ADAL" clId="{CE4618A0-3EF6-44B2-84DB-7BFFD3B214DA}" dt="2022-06-21T04:50:01.354" v="8451" actId="20577"/>
          <ac:spMkLst>
            <pc:docMk/>
            <pc:sldMk cId="1417790064" sldId="1324"/>
            <ac:spMk id="2" creationId="{8D4987B8-3AA4-6AD1-99C9-0EF2BE9244C1}"/>
          </ac:spMkLst>
        </pc:spChg>
        <pc:spChg chg="mod">
          <ac:chgData name="Mitra, Aritra" userId="c0528902-d414-4a78-8a62-a5dcc8d4eb67" providerId="ADAL" clId="{CE4618A0-3EF6-44B2-84DB-7BFFD3B214DA}" dt="2022-06-21T05:05:07.016" v="9325" actId="20577"/>
          <ac:spMkLst>
            <pc:docMk/>
            <pc:sldMk cId="1417790064" sldId="1324"/>
            <ac:spMk id="3" creationId="{9B4451DD-2C41-C128-B25E-E971BA3B892B}"/>
          </ac:spMkLst>
        </pc:spChg>
      </pc:sldChg>
      <pc:sldChg chg="addSp modSp new mod modAnim">
        <pc:chgData name="Mitra, Aritra" userId="c0528902-d414-4a78-8a62-a5dcc8d4eb67" providerId="ADAL" clId="{CE4618A0-3EF6-44B2-84DB-7BFFD3B214DA}" dt="2022-06-21T05:17:11.488" v="10156" actId="20577"/>
        <pc:sldMkLst>
          <pc:docMk/>
          <pc:sldMk cId="4148180323" sldId="1325"/>
        </pc:sldMkLst>
        <pc:spChg chg="mod">
          <ac:chgData name="Mitra, Aritra" userId="c0528902-d414-4a78-8a62-a5dcc8d4eb67" providerId="ADAL" clId="{CE4618A0-3EF6-44B2-84DB-7BFFD3B214DA}" dt="2022-06-21T05:07:26.926" v="9350" actId="20577"/>
          <ac:spMkLst>
            <pc:docMk/>
            <pc:sldMk cId="4148180323" sldId="1325"/>
            <ac:spMk id="2" creationId="{7B8F9EAE-B4C1-0AD2-650B-259D27BD280F}"/>
          </ac:spMkLst>
        </pc:spChg>
        <pc:spChg chg="mod">
          <ac:chgData name="Mitra, Aritra" userId="c0528902-d414-4a78-8a62-a5dcc8d4eb67" providerId="ADAL" clId="{CE4618A0-3EF6-44B2-84DB-7BFFD3B214DA}" dt="2022-06-21T05:17:11.488" v="10156" actId="20577"/>
          <ac:spMkLst>
            <pc:docMk/>
            <pc:sldMk cId="4148180323" sldId="1325"/>
            <ac:spMk id="3" creationId="{06AADD67-C249-DD50-6CDE-E3BEB4AF62BF}"/>
          </ac:spMkLst>
        </pc:spChg>
        <pc:spChg chg="add mod">
          <ac:chgData name="Mitra, Aritra" userId="c0528902-d414-4a78-8a62-a5dcc8d4eb67" providerId="ADAL" clId="{CE4618A0-3EF6-44B2-84DB-7BFFD3B214DA}" dt="2022-06-21T05:09:42.624" v="9433" actId="20577"/>
          <ac:spMkLst>
            <pc:docMk/>
            <pc:sldMk cId="4148180323" sldId="1325"/>
            <ac:spMk id="4" creationId="{C393A658-0703-F64A-D675-45E732328FA9}"/>
          </ac:spMkLst>
        </pc:spChg>
        <pc:spChg chg="add mod">
          <ac:chgData name="Mitra, Aritra" userId="c0528902-d414-4a78-8a62-a5dcc8d4eb67" providerId="ADAL" clId="{CE4618A0-3EF6-44B2-84DB-7BFFD3B214DA}" dt="2022-06-21T05:10:55.327" v="9548" actId="14100"/>
          <ac:spMkLst>
            <pc:docMk/>
            <pc:sldMk cId="4148180323" sldId="1325"/>
            <ac:spMk id="5" creationId="{CEA28F72-0DD4-A53C-811C-331F31778B02}"/>
          </ac:spMkLst>
        </pc:spChg>
      </pc:sldChg>
      <pc:sldChg chg="addSp delSp modSp new mod addAnim delAnim modAnim">
        <pc:chgData name="Mitra, Aritra" userId="c0528902-d414-4a78-8a62-a5dcc8d4eb67" providerId="ADAL" clId="{CE4618A0-3EF6-44B2-84DB-7BFFD3B214DA}" dt="2022-06-21T13:56:02.895" v="10848"/>
        <pc:sldMkLst>
          <pc:docMk/>
          <pc:sldMk cId="3706380789" sldId="1326"/>
        </pc:sldMkLst>
        <pc:spChg chg="mod">
          <ac:chgData name="Mitra, Aritra" userId="c0528902-d414-4a78-8a62-a5dcc8d4eb67" providerId="ADAL" clId="{CE4618A0-3EF6-44B2-84DB-7BFFD3B214DA}" dt="2022-06-21T13:44:01.424" v="10343" actId="20577"/>
          <ac:spMkLst>
            <pc:docMk/>
            <pc:sldMk cId="3706380789" sldId="1326"/>
            <ac:spMk id="2" creationId="{FE988757-ADD1-7BB8-0F03-508D9FC10AE5}"/>
          </ac:spMkLst>
        </pc:spChg>
        <pc:spChg chg="mod">
          <ac:chgData name="Mitra, Aritra" userId="c0528902-d414-4a78-8a62-a5dcc8d4eb67" providerId="ADAL" clId="{CE4618A0-3EF6-44B2-84DB-7BFFD3B214DA}" dt="2022-06-21T13:53:15.420" v="10776" actId="20577"/>
          <ac:spMkLst>
            <pc:docMk/>
            <pc:sldMk cId="3706380789" sldId="1326"/>
            <ac:spMk id="3" creationId="{6E0E828E-C5BE-F8AD-8794-9996130D6405}"/>
          </ac:spMkLst>
        </pc:spChg>
        <pc:spChg chg="del mod topLvl">
          <ac:chgData name="Mitra, Aritra" userId="c0528902-d414-4a78-8a62-a5dcc8d4eb67" providerId="ADAL" clId="{CE4618A0-3EF6-44B2-84DB-7BFFD3B214DA}" dt="2022-06-21T13:50:37.376" v="10504" actId="478"/>
          <ac:spMkLst>
            <pc:docMk/>
            <pc:sldMk cId="3706380789" sldId="1326"/>
            <ac:spMk id="5" creationId="{C06F9118-CD41-0C3E-3B42-382E5A146832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9" creationId="{B9E93A5B-3212-F774-771A-F69424BF95F5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10" creationId="{BEE21854-3061-599F-D109-14123290346E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11" creationId="{569ED954-620C-F5DC-2682-D6B0DD22AB22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12" creationId="{D841D24D-EF82-728A-269E-534A5DEBFD53}"/>
          </ac:spMkLst>
        </pc:spChg>
        <pc:spChg chg="del mod topLvl">
          <ac:chgData name="Mitra, Aritra" userId="c0528902-d414-4a78-8a62-a5dcc8d4eb67" providerId="ADAL" clId="{CE4618A0-3EF6-44B2-84DB-7BFFD3B214DA}" dt="2022-06-21T13:45:39.769" v="10361" actId="478"/>
          <ac:spMkLst>
            <pc:docMk/>
            <pc:sldMk cId="3706380789" sldId="1326"/>
            <ac:spMk id="13" creationId="{815C427D-8408-9B65-D088-3866580564C6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14" creationId="{32C3A91E-8E06-C15B-C245-A0CFBFB3B691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17" creationId="{F613398C-62BF-8A0D-240D-84C7FE43A261}"/>
          </ac:spMkLst>
        </pc:spChg>
        <pc:spChg chg="mod topLvl">
          <ac:chgData name="Mitra, Aritra" userId="c0528902-d414-4a78-8a62-a5dcc8d4eb67" providerId="ADAL" clId="{CE4618A0-3EF6-44B2-84DB-7BFFD3B214DA}" dt="2022-06-21T13:46:04.936" v="10369" actId="14100"/>
          <ac:spMkLst>
            <pc:docMk/>
            <pc:sldMk cId="3706380789" sldId="1326"/>
            <ac:spMk id="18" creationId="{CB315D4B-C124-467D-181D-CB98C7E00DD5}"/>
          </ac:spMkLst>
        </pc:spChg>
        <pc:spChg chg="mod topLvl">
          <ac:chgData name="Mitra, Aritra" userId="c0528902-d414-4a78-8a62-a5dcc8d4eb67" providerId="ADAL" clId="{CE4618A0-3EF6-44B2-84DB-7BFFD3B214DA}" dt="2022-06-21T13:46:31.512" v="10393" actId="1037"/>
          <ac:spMkLst>
            <pc:docMk/>
            <pc:sldMk cId="3706380789" sldId="1326"/>
            <ac:spMk id="19" creationId="{CCD185E3-FD1B-B2D7-7EC8-1C9B8EE82F5B}"/>
          </ac:spMkLst>
        </pc:spChg>
        <pc:spChg chg="del mod topLvl">
          <ac:chgData name="Mitra, Aritra" userId="c0528902-d414-4a78-8a62-a5dcc8d4eb67" providerId="ADAL" clId="{CE4618A0-3EF6-44B2-84DB-7BFFD3B214DA}" dt="2022-06-21T13:45:42.853" v="10362" actId="478"/>
          <ac:spMkLst>
            <pc:docMk/>
            <pc:sldMk cId="3706380789" sldId="1326"/>
            <ac:spMk id="22" creationId="{DF3F7BD8-00C1-CB08-6361-1582DB46EAEF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23" creationId="{BE4AFFD8-96BC-1611-3D94-501FDEFCEBE0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24" creationId="{3760C1E7-59DD-B72B-5D00-91EE0F2D30CA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25" creationId="{92EC8291-EB68-58E9-E40F-A838D0357F55}"/>
          </ac:spMkLst>
        </pc:spChg>
        <pc:spChg chg="del mod topLvl">
          <ac:chgData name="Mitra, Aritra" userId="c0528902-d414-4a78-8a62-a5dcc8d4eb67" providerId="ADAL" clId="{CE4618A0-3EF6-44B2-84DB-7BFFD3B214DA}" dt="2022-06-21T13:45:33.726" v="10359" actId="478"/>
          <ac:spMkLst>
            <pc:docMk/>
            <pc:sldMk cId="3706380789" sldId="1326"/>
            <ac:spMk id="26" creationId="{3BCBF994-355D-7F16-761B-26929B0E6AC0}"/>
          </ac:spMkLst>
        </pc:spChg>
        <pc:spChg chg="add mod">
          <ac:chgData name="Mitra, Aritra" userId="c0528902-d414-4a78-8a62-a5dcc8d4eb67" providerId="ADAL" clId="{CE4618A0-3EF6-44B2-84DB-7BFFD3B214DA}" dt="2022-06-21T13:46:21.071" v="10375" actId="20577"/>
          <ac:spMkLst>
            <pc:docMk/>
            <pc:sldMk cId="3706380789" sldId="1326"/>
            <ac:spMk id="27" creationId="{5A7AAF9C-BB95-7ED2-D7AA-3D496B75533E}"/>
          </ac:spMkLst>
        </pc:spChg>
        <pc:spChg chg="add mod">
          <ac:chgData name="Mitra, Aritra" userId="c0528902-d414-4a78-8a62-a5dcc8d4eb67" providerId="ADAL" clId="{CE4618A0-3EF6-44B2-84DB-7BFFD3B214DA}" dt="2022-06-21T13:47:35.082" v="10408" actId="1076"/>
          <ac:spMkLst>
            <pc:docMk/>
            <pc:sldMk cId="3706380789" sldId="1326"/>
            <ac:spMk id="32" creationId="{E899B765-E51F-7C3C-7021-AD6390B40A13}"/>
          </ac:spMkLst>
        </pc:spChg>
        <pc:spChg chg="add mod">
          <ac:chgData name="Mitra, Aritra" userId="c0528902-d414-4a78-8a62-a5dcc8d4eb67" providerId="ADAL" clId="{CE4618A0-3EF6-44B2-84DB-7BFFD3B214DA}" dt="2022-06-21T13:54:28.350" v="10789" actId="17032"/>
          <ac:spMkLst>
            <pc:docMk/>
            <pc:sldMk cId="3706380789" sldId="1326"/>
            <ac:spMk id="41" creationId="{372DC531-6E4A-1380-E497-2928ECD1455F}"/>
          </ac:spMkLst>
        </pc:spChg>
        <pc:spChg chg="add mod">
          <ac:chgData name="Mitra, Aritra" userId="c0528902-d414-4a78-8a62-a5dcc8d4eb67" providerId="ADAL" clId="{CE4618A0-3EF6-44B2-84DB-7BFFD3B214DA}" dt="2022-06-21T13:54:20.713" v="10788" actId="17032"/>
          <ac:spMkLst>
            <pc:docMk/>
            <pc:sldMk cId="3706380789" sldId="1326"/>
            <ac:spMk id="42" creationId="{B16FE727-BACD-20D1-5047-4D71737469AA}"/>
          </ac:spMkLst>
        </pc:spChg>
        <pc:spChg chg="add mod">
          <ac:chgData name="Mitra, Aritra" userId="c0528902-d414-4a78-8a62-a5dcc8d4eb67" providerId="ADAL" clId="{CE4618A0-3EF6-44B2-84DB-7BFFD3B214DA}" dt="2022-06-21T13:55:26.651" v="10823" actId="1076"/>
          <ac:spMkLst>
            <pc:docMk/>
            <pc:sldMk cId="3706380789" sldId="1326"/>
            <ac:spMk id="47" creationId="{FB0F9366-9FCB-C5B1-238E-A5D4158087C1}"/>
          </ac:spMkLst>
        </pc:spChg>
        <pc:spChg chg="add mod">
          <ac:chgData name="Mitra, Aritra" userId="c0528902-d414-4a78-8a62-a5dcc8d4eb67" providerId="ADAL" clId="{CE4618A0-3EF6-44B2-84DB-7BFFD3B214DA}" dt="2022-06-21T13:55:46.014" v="10845" actId="1076"/>
          <ac:spMkLst>
            <pc:docMk/>
            <pc:sldMk cId="3706380789" sldId="1326"/>
            <ac:spMk id="48" creationId="{F6C5161F-FC67-C6E5-FDF8-151D48ED0CE9}"/>
          </ac:spMkLst>
        </pc:spChg>
        <pc:grpChg chg="add del mod">
          <ac:chgData name="Mitra, Aritra" userId="c0528902-d414-4a78-8a62-a5dcc8d4eb67" providerId="ADAL" clId="{CE4618A0-3EF6-44B2-84DB-7BFFD3B214DA}" dt="2022-06-21T13:45:04.649" v="10353" actId="165"/>
          <ac:grpSpMkLst>
            <pc:docMk/>
            <pc:sldMk cId="3706380789" sldId="1326"/>
            <ac:grpSpMk id="4" creationId="{5F6F2FFC-236C-B6D4-571A-279DBCC6B011}"/>
          </ac:grpSpMkLst>
        </pc:grpChg>
        <pc:grpChg chg="del mod topLvl">
          <ac:chgData name="Mitra, Aritra" userId="c0528902-d414-4a78-8a62-a5dcc8d4eb67" providerId="ADAL" clId="{CE4618A0-3EF6-44B2-84DB-7BFFD3B214DA}" dt="2022-06-21T13:45:23.101" v="10357" actId="165"/>
          <ac:grpSpMkLst>
            <pc:docMk/>
            <pc:sldMk cId="3706380789" sldId="1326"/>
            <ac:grpSpMk id="6" creationId="{243A4A5E-99F5-10B1-A580-2A81262CA602}"/>
          </ac:grpSpMkLst>
        </pc:grpChg>
        <pc:grpChg chg="del mod topLvl">
          <ac:chgData name="Mitra, Aritra" userId="c0528902-d414-4a78-8a62-a5dcc8d4eb67" providerId="ADAL" clId="{CE4618A0-3EF6-44B2-84DB-7BFFD3B214DA}" dt="2022-06-21T13:45:26.644" v="10358" actId="165"/>
          <ac:grpSpMkLst>
            <pc:docMk/>
            <pc:sldMk cId="3706380789" sldId="1326"/>
            <ac:grpSpMk id="7" creationId="{B6718863-BB93-3626-6132-FFE57823457F}"/>
          </ac:grpSpMkLst>
        </pc:grpChg>
        <pc:picChg chg="del mod topLvl">
          <ac:chgData name="Mitra, Aritra" userId="c0528902-d414-4a78-8a62-a5dcc8d4eb67" providerId="ADAL" clId="{CE4618A0-3EF6-44B2-84DB-7BFFD3B214DA}" dt="2022-06-21T13:45:33.726" v="10359" actId="478"/>
          <ac:picMkLst>
            <pc:docMk/>
            <pc:sldMk cId="3706380789" sldId="1326"/>
            <ac:picMk id="8" creationId="{516DD43F-81B7-59D5-B626-35E113E251CD}"/>
          </ac:picMkLst>
        </pc:picChg>
        <pc:picChg chg="add mod">
          <ac:chgData name="Mitra, Aritra" userId="c0528902-d414-4a78-8a62-a5dcc8d4eb67" providerId="ADAL" clId="{CE4618A0-3EF6-44B2-84DB-7BFFD3B214DA}" dt="2022-06-21T13:50:09.022" v="10459" actId="1037"/>
          <ac:picMkLst>
            <pc:docMk/>
            <pc:sldMk cId="3706380789" sldId="1326"/>
            <ac:picMk id="33" creationId="{BF479F52-2C24-7B18-4FDD-D35D21665455}"/>
          </ac:picMkLst>
        </pc:picChg>
        <pc:cxnChg chg="del mod topLvl">
          <ac:chgData name="Mitra, Aritra" userId="c0528902-d414-4a78-8a62-a5dcc8d4eb67" providerId="ADAL" clId="{CE4618A0-3EF6-44B2-84DB-7BFFD3B214DA}" dt="2022-06-21T13:45:33.726" v="10359" actId="478"/>
          <ac:cxnSpMkLst>
            <pc:docMk/>
            <pc:sldMk cId="3706380789" sldId="1326"/>
            <ac:cxnSpMk id="15" creationId="{73B53812-2601-A905-4B79-786367DE9202}"/>
          </ac:cxnSpMkLst>
        </pc:cxnChg>
        <pc:cxnChg chg="del mod topLvl">
          <ac:chgData name="Mitra, Aritra" userId="c0528902-d414-4a78-8a62-a5dcc8d4eb67" providerId="ADAL" clId="{CE4618A0-3EF6-44B2-84DB-7BFFD3B214DA}" dt="2022-06-21T13:45:33.726" v="10359" actId="478"/>
          <ac:cxnSpMkLst>
            <pc:docMk/>
            <pc:sldMk cId="3706380789" sldId="1326"/>
            <ac:cxnSpMk id="16" creationId="{1E81E460-2655-86AE-5485-ADC3E30F9BCC}"/>
          </ac:cxnSpMkLst>
        </pc:cxnChg>
        <pc:cxnChg chg="del mod topLvl">
          <ac:chgData name="Mitra, Aritra" userId="c0528902-d414-4a78-8a62-a5dcc8d4eb67" providerId="ADAL" clId="{CE4618A0-3EF6-44B2-84DB-7BFFD3B214DA}" dt="2022-06-21T13:45:33.726" v="10359" actId="478"/>
          <ac:cxnSpMkLst>
            <pc:docMk/>
            <pc:sldMk cId="3706380789" sldId="1326"/>
            <ac:cxnSpMk id="20" creationId="{7003489F-9EFD-139C-0C05-32759E1668BF}"/>
          </ac:cxnSpMkLst>
        </pc:cxnChg>
        <pc:cxnChg chg="del mod topLvl">
          <ac:chgData name="Mitra, Aritra" userId="c0528902-d414-4a78-8a62-a5dcc8d4eb67" providerId="ADAL" clId="{CE4618A0-3EF6-44B2-84DB-7BFFD3B214DA}" dt="2022-06-21T13:45:33.726" v="10359" actId="478"/>
          <ac:cxnSpMkLst>
            <pc:docMk/>
            <pc:sldMk cId="3706380789" sldId="1326"/>
            <ac:cxnSpMk id="21" creationId="{294CF7D8-C943-2DC2-2410-9F44E1398E22}"/>
          </ac:cxnSpMkLst>
        </pc:cxnChg>
        <pc:cxnChg chg="add mod">
          <ac:chgData name="Mitra, Aritra" userId="c0528902-d414-4a78-8a62-a5dcc8d4eb67" providerId="ADAL" clId="{CE4618A0-3EF6-44B2-84DB-7BFFD3B214DA}" dt="2022-06-21T13:48:17.969" v="10412" actId="208"/>
          <ac:cxnSpMkLst>
            <pc:docMk/>
            <pc:sldMk cId="3706380789" sldId="1326"/>
            <ac:cxnSpMk id="29" creationId="{B697AC4A-480E-3233-FA4A-5679E6E4F731}"/>
          </ac:cxnSpMkLst>
        </pc:cxnChg>
        <pc:cxnChg chg="add mod">
          <ac:chgData name="Mitra, Aritra" userId="c0528902-d414-4a78-8a62-a5dcc8d4eb67" providerId="ADAL" clId="{CE4618A0-3EF6-44B2-84DB-7BFFD3B214DA}" dt="2022-06-21T13:48:17.969" v="10412" actId="208"/>
          <ac:cxnSpMkLst>
            <pc:docMk/>
            <pc:sldMk cId="3706380789" sldId="1326"/>
            <ac:cxnSpMk id="30" creationId="{9ABB14BE-890B-D3D2-8841-ADC0692EE81A}"/>
          </ac:cxnSpMkLst>
        </pc:cxnChg>
        <pc:cxnChg chg="add mod">
          <ac:chgData name="Mitra, Aritra" userId="c0528902-d414-4a78-8a62-a5dcc8d4eb67" providerId="ADAL" clId="{CE4618A0-3EF6-44B2-84DB-7BFFD3B214DA}" dt="2022-06-21T13:49:59.657" v="10440" actId="1582"/>
          <ac:cxnSpMkLst>
            <pc:docMk/>
            <pc:sldMk cId="3706380789" sldId="1326"/>
            <ac:cxnSpMk id="35" creationId="{3CFC9FEF-E56D-47A9-CBA8-25DEA6B3B519}"/>
          </ac:cxnSpMkLst>
        </pc:cxnChg>
        <pc:cxnChg chg="add mod">
          <ac:chgData name="Mitra, Aritra" userId="c0528902-d414-4a78-8a62-a5dcc8d4eb67" providerId="ADAL" clId="{CE4618A0-3EF6-44B2-84DB-7BFFD3B214DA}" dt="2022-06-21T13:49:59.657" v="10440" actId="1582"/>
          <ac:cxnSpMkLst>
            <pc:docMk/>
            <pc:sldMk cId="3706380789" sldId="1326"/>
            <ac:cxnSpMk id="37" creationId="{26FD7B81-3914-EB3C-7139-85DA0D6E0D48}"/>
          </ac:cxnSpMkLst>
        </pc:cxnChg>
        <pc:cxnChg chg="add mod">
          <ac:chgData name="Mitra, Aritra" userId="c0528902-d414-4a78-8a62-a5dcc8d4eb67" providerId="ADAL" clId="{CE4618A0-3EF6-44B2-84DB-7BFFD3B214DA}" dt="2022-06-21T13:55:01.410" v="10794" actId="208"/>
          <ac:cxnSpMkLst>
            <pc:docMk/>
            <pc:sldMk cId="3706380789" sldId="1326"/>
            <ac:cxnSpMk id="44" creationId="{D30DDEE8-D9FE-8C97-F080-67405A9192DC}"/>
          </ac:cxnSpMkLst>
        </pc:cxnChg>
        <pc:cxnChg chg="add mod">
          <ac:chgData name="Mitra, Aritra" userId="c0528902-d414-4a78-8a62-a5dcc8d4eb67" providerId="ADAL" clId="{CE4618A0-3EF6-44B2-84DB-7BFFD3B214DA}" dt="2022-06-21T13:55:08.017" v="10795" actId="208"/>
          <ac:cxnSpMkLst>
            <pc:docMk/>
            <pc:sldMk cId="3706380789" sldId="1326"/>
            <ac:cxnSpMk id="45" creationId="{62AE56F7-0EB9-F8BA-7BFC-E6108C40A799}"/>
          </ac:cxnSpMkLst>
        </pc:cxnChg>
      </pc:sldChg>
    </pc:docChg>
  </pc:docChgLst>
  <pc:docChgLst>
    <pc:chgData name="Mitra, Aritra" userId="c0528902-d414-4a78-8a62-a5dcc8d4eb67" providerId="ADAL" clId="{3BE90702-827A-49D9-813B-C84CA64780A0}"/>
    <pc:docChg chg="undo custSel addSld delSld modSld sldOrd modSection">
      <pc:chgData name="Mitra, Aritra" userId="c0528902-d414-4a78-8a62-a5dcc8d4eb67" providerId="ADAL" clId="{3BE90702-827A-49D9-813B-C84CA64780A0}" dt="2022-03-17T12:52:02.845" v="2342" actId="6549"/>
      <pc:docMkLst>
        <pc:docMk/>
      </pc:docMkLst>
      <pc:sldChg chg="modSp mod">
        <pc:chgData name="Mitra, Aritra" userId="c0528902-d414-4a78-8a62-a5dcc8d4eb67" providerId="ADAL" clId="{3BE90702-827A-49D9-813B-C84CA64780A0}" dt="2022-03-17T02:53:24.041" v="2340" actId="20577"/>
        <pc:sldMkLst>
          <pc:docMk/>
          <pc:sldMk cId="2649240562" sldId="312"/>
        </pc:sldMkLst>
        <pc:spChg chg="mod">
          <ac:chgData name="Mitra, Aritra" userId="c0528902-d414-4a78-8a62-a5dcc8d4eb67" providerId="ADAL" clId="{3BE90702-827A-49D9-813B-C84CA64780A0}" dt="2022-03-17T02:53:24.041" v="2340" actId="20577"/>
          <ac:spMkLst>
            <pc:docMk/>
            <pc:sldMk cId="2649240562" sldId="312"/>
            <ac:spMk id="3" creationId="{1F100604-4188-454A-98DA-C1BFB185B006}"/>
          </ac:spMkLst>
        </pc:spChg>
      </pc:sldChg>
      <pc:sldChg chg="addSp delSp modSp del mod modAnim">
        <pc:chgData name="Mitra, Aritra" userId="c0528902-d414-4a78-8a62-a5dcc8d4eb67" providerId="ADAL" clId="{3BE90702-827A-49D9-813B-C84CA64780A0}" dt="2022-03-17T02:01:00.821" v="2105" actId="2696"/>
        <pc:sldMkLst>
          <pc:docMk/>
          <pc:sldMk cId="1843417017" sldId="428"/>
        </pc:sldMkLst>
        <pc:spChg chg="mod">
          <ac:chgData name="Mitra, Aritra" userId="c0528902-d414-4a78-8a62-a5dcc8d4eb67" providerId="ADAL" clId="{3BE90702-827A-49D9-813B-C84CA64780A0}" dt="2022-03-15T17:16:19.650" v="86" actId="20577"/>
          <ac:spMkLst>
            <pc:docMk/>
            <pc:sldMk cId="1843417017" sldId="428"/>
            <ac:spMk id="3" creationId="{D532953D-6C35-4821-B519-EA62C49DBBDF}"/>
          </ac:spMkLst>
        </pc:spChg>
        <pc:spChg chg="add del">
          <ac:chgData name="Mitra, Aritra" userId="c0528902-d414-4a78-8a62-a5dcc8d4eb67" providerId="ADAL" clId="{3BE90702-827A-49D9-813B-C84CA64780A0}" dt="2022-03-15T17:12:38.690" v="1" actId="22"/>
          <ac:spMkLst>
            <pc:docMk/>
            <pc:sldMk cId="1843417017" sldId="428"/>
            <ac:spMk id="5" creationId="{38670BD2-562D-4C2C-BC71-E555F6DB09B1}"/>
          </ac:spMkLst>
        </pc:spChg>
        <pc:spChg chg="add mod">
          <ac:chgData name="Mitra, Aritra" userId="c0528902-d414-4a78-8a62-a5dcc8d4eb67" providerId="ADAL" clId="{3BE90702-827A-49D9-813B-C84CA64780A0}" dt="2022-03-15T17:17:29.396" v="88" actId="207"/>
          <ac:spMkLst>
            <pc:docMk/>
            <pc:sldMk cId="1843417017" sldId="428"/>
            <ac:spMk id="7" creationId="{19CBF186-9922-4C8D-990F-88B2C1775CE7}"/>
          </ac:spMkLst>
        </pc:spChg>
      </pc:sldChg>
      <pc:sldChg chg="add">
        <pc:chgData name="Mitra, Aritra" userId="c0528902-d414-4a78-8a62-a5dcc8d4eb67" providerId="ADAL" clId="{3BE90702-827A-49D9-813B-C84CA64780A0}" dt="2022-03-17T02:01:07.174" v="2106"/>
        <pc:sldMkLst>
          <pc:docMk/>
          <pc:sldMk cId="2429614765" sldId="428"/>
        </pc:sldMkLst>
      </pc:sldChg>
      <pc:sldChg chg="addSp modSp mod modNotesTx">
        <pc:chgData name="Mitra, Aritra" userId="c0528902-d414-4a78-8a62-a5dcc8d4eb67" providerId="ADAL" clId="{3BE90702-827A-49D9-813B-C84CA64780A0}" dt="2022-03-17T12:52:02.845" v="2342" actId="6549"/>
        <pc:sldMkLst>
          <pc:docMk/>
          <pc:sldMk cId="1075109397" sldId="1306"/>
        </pc:sldMkLst>
        <pc:spChg chg="add mod">
          <ac:chgData name="Mitra, Aritra" userId="c0528902-d414-4a78-8a62-a5dcc8d4eb67" providerId="ADAL" clId="{3BE90702-827A-49D9-813B-C84CA64780A0}" dt="2022-03-17T01:21:46.693" v="2102" actId="1076"/>
          <ac:spMkLst>
            <pc:docMk/>
            <pc:sldMk cId="1075109397" sldId="1306"/>
            <ac:spMk id="23" creationId="{CCBA7A70-9A00-4610-B4B4-6908B2FC6A54}"/>
          </ac:spMkLst>
        </pc:spChg>
      </pc:sldChg>
      <pc:sldChg chg="delSp mod ord">
        <pc:chgData name="Mitra, Aritra" userId="c0528902-d414-4a78-8a62-a5dcc8d4eb67" providerId="ADAL" clId="{3BE90702-827A-49D9-813B-C84CA64780A0}" dt="2022-03-17T01:34:51.624" v="2104"/>
        <pc:sldMkLst>
          <pc:docMk/>
          <pc:sldMk cId="3820694383" sldId="1307"/>
        </pc:sldMkLst>
        <pc:spChg chg="del">
          <ac:chgData name="Mitra, Aritra" userId="c0528902-d414-4a78-8a62-a5dcc8d4eb67" providerId="ADAL" clId="{3BE90702-827A-49D9-813B-C84CA64780A0}" dt="2022-03-17T01:21:26.353" v="2095" actId="21"/>
          <ac:spMkLst>
            <pc:docMk/>
            <pc:sldMk cId="3820694383" sldId="1307"/>
            <ac:spMk id="4" creationId="{D79CDE9E-8A7A-48C9-AFFC-FAB8971D56FB}"/>
          </ac:spMkLst>
        </pc:spChg>
      </pc:sldChg>
      <pc:sldChg chg="delSp mod delAnim">
        <pc:chgData name="Mitra, Aritra" userId="c0528902-d414-4a78-8a62-a5dcc8d4eb67" providerId="ADAL" clId="{3BE90702-827A-49D9-813B-C84CA64780A0}" dt="2022-03-17T10:59:26.031" v="2341" actId="478"/>
        <pc:sldMkLst>
          <pc:docMk/>
          <pc:sldMk cId="2724786655" sldId="1310"/>
        </pc:sldMkLst>
        <pc:picChg chg="del">
          <ac:chgData name="Mitra, Aritra" userId="c0528902-d414-4a78-8a62-a5dcc8d4eb67" providerId="ADAL" clId="{3BE90702-827A-49D9-813B-C84CA64780A0}" dt="2022-03-17T10:59:26.031" v="2341" actId="478"/>
          <ac:picMkLst>
            <pc:docMk/>
            <pc:sldMk cId="2724786655" sldId="1310"/>
            <ac:picMk id="12" creationId="{05303ED1-3E5C-4FF8-BF18-59CAF880342C}"/>
          </ac:picMkLst>
        </pc:picChg>
      </pc:sldChg>
      <pc:sldChg chg="modSp mod modAnim">
        <pc:chgData name="Mitra, Aritra" userId="c0528902-d414-4a78-8a62-a5dcc8d4eb67" providerId="ADAL" clId="{3BE90702-827A-49D9-813B-C84CA64780A0}" dt="2022-03-15T21:45:34.050" v="2094" actId="1076"/>
        <pc:sldMkLst>
          <pc:docMk/>
          <pc:sldMk cId="3901155546" sldId="1311"/>
        </pc:sldMkLst>
        <pc:spChg chg="mod">
          <ac:chgData name="Mitra, Aritra" userId="c0528902-d414-4a78-8a62-a5dcc8d4eb67" providerId="ADAL" clId="{3BE90702-827A-49D9-813B-C84CA64780A0}" dt="2022-03-15T21:45:34.050" v="2094" actId="1076"/>
          <ac:spMkLst>
            <pc:docMk/>
            <pc:sldMk cId="3901155546" sldId="1311"/>
            <ac:spMk id="23" creationId="{29E442A5-B1F4-4F0E-9721-3CCB85B5151E}"/>
          </ac:spMkLst>
        </pc:spChg>
      </pc:sldChg>
      <pc:sldChg chg="addSp delSp modSp mod delAnim modAnim">
        <pc:chgData name="Mitra, Aritra" userId="c0528902-d414-4a78-8a62-a5dcc8d4eb67" providerId="ADAL" clId="{3BE90702-827A-49D9-813B-C84CA64780A0}" dt="2022-03-15T17:20:38.622" v="128" actId="1037"/>
        <pc:sldMkLst>
          <pc:docMk/>
          <pc:sldMk cId="89939661" sldId="1312"/>
        </pc:sldMkLst>
        <pc:spChg chg="mod">
          <ac:chgData name="Mitra, Aritra" userId="c0528902-d414-4a78-8a62-a5dcc8d4eb67" providerId="ADAL" clId="{3BE90702-827A-49D9-813B-C84CA64780A0}" dt="2022-03-15T17:19:23.254" v="89"/>
          <ac:spMkLst>
            <pc:docMk/>
            <pc:sldMk cId="89939661" sldId="1312"/>
            <ac:spMk id="27" creationId="{87E7759D-B183-4E37-A565-5A9F98B3870E}"/>
          </ac:spMkLst>
        </pc:spChg>
        <pc:spChg chg="mod">
          <ac:chgData name="Mitra, Aritra" userId="c0528902-d414-4a78-8a62-a5dcc8d4eb67" providerId="ADAL" clId="{3BE90702-827A-49D9-813B-C84CA64780A0}" dt="2022-03-15T17:19:23.254" v="89"/>
          <ac:spMkLst>
            <pc:docMk/>
            <pc:sldMk cId="89939661" sldId="1312"/>
            <ac:spMk id="28" creationId="{689853D0-8A07-4121-9B2D-DAF555DE7C93}"/>
          </ac:spMkLst>
        </pc:spChg>
        <pc:spChg chg="mod">
          <ac:chgData name="Mitra, Aritra" userId="c0528902-d414-4a78-8a62-a5dcc8d4eb67" providerId="ADAL" clId="{3BE90702-827A-49D9-813B-C84CA64780A0}" dt="2022-03-15T17:19:33.944" v="92" actId="20577"/>
          <ac:spMkLst>
            <pc:docMk/>
            <pc:sldMk cId="89939661" sldId="1312"/>
            <ac:spMk id="29" creationId="{7BB626DF-5452-4C7D-A98E-A279578C8707}"/>
          </ac:spMkLst>
        </pc:spChg>
        <pc:spChg chg="add mod">
          <ac:chgData name="Mitra, Aritra" userId="c0528902-d414-4a78-8a62-a5dcc8d4eb67" providerId="ADAL" clId="{3BE90702-827A-49D9-813B-C84CA64780A0}" dt="2022-03-15T17:20:38.622" v="128" actId="1037"/>
          <ac:spMkLst>
            <pc:docMk/>
            <pc:sldMk cId="89939661" sldId="1312"/>
            <ac:spMk id="33" creationId="{CF9FE748-3D0E-4973-83FE-A674ACAC66AD}"/>
          </ac:spMkLst>
        </pc:spChg>
        <pc:spChg chg="add mod">
          <ac:chgData name="Mitra, Aritra" userId="c0528902-d414-4a78-8a62-a5dcc8d4eb67" providerId="ADAL" clId="{3BE90702-827A-49D9-813B-C84CA64780A0}" dt="2022-03-15T17:20:38.622" v="128" actId="1037"/>
          <ac:spMkLst>
            <pc:docMk/>
            <pc:sldMk cId="89939661" sldId="1312"/>
            <ac:spMk id="34" creationId="{E21BCC78-F15D-4253-99D3-5E9778297FF4}"/>
          </ac:spMkLst>
        </pc:spChg>
        <pc:grpChg chg="add del mod">
          <ac:chgData name="Mitra, Aritra" userId="c0528902-d414-4a78-8a62-a5dcc8d4eb67" providerId="ADAL" clId="{3BE90702-827A-49D9-813B-C84CA64780A0}" dt="2022-03-15T17:19:37.381" v="93" actId="478"/>
          <ac:grpSpMkLst>
            <pc:docMk/>
            <pc:sldMk cId="89939661" sldId="1312"/>
            <ac:grpSpMk id="22" creationId="{5442CA50-ACD0-4C0A-BC42-AEFD5E216B08}"/>
          </ac:grpSpMkLst>
        </pc:grpChg>
      </pc:sldChg>
      <pc:sldChg chg="addSp delSp modSp new mod delAnim modAnim">
        <pc:chgData name="Mitra, Aritra" userId="c0528902-d414-4a78-8a62-a5dcc8d4eb67" providerId="ADAL" clId="{3BE90702-827A-49D9-813B-C84CA64780A0}" dt="2022-03-17T02:50:46.830" v="2211"/>
        <pc:sldMkLst>
          <pc:docMk/>
          <pc:sldMk cId="537402023" sldId="1314"/>
        </pc:sldMkLst>
        <pc:spChg chg="mod">
          <ac:chgData name="Mitra, Aritra" userId="c0528902-d414-4a78-8a62-a5dcc8d4eb67" providerId="ADAL" clId="{3BE90702-827A-49D9-813B-C84CA64780A0}" dt="2022-03-15T17:23:40.380" v="191" actId="20577"/>
          <ac:spMkLst>
            <pc:docMk/>
            <pc:sldMk cId="537402023" sldId="1314"/>
            <ac:spMk id="2" creationId="{21BF7522-C8D9-4AA4-9FE7-8F167FCEBE3B}"/>
          </ac:spMkLst>
        </pc:spChg>
        <pc:spChg chg="mod">
          <ac:chgData name="Mitra, Aritra" userId="c0528902-d414-4a78-8a62-a5dcc8d4eb67" providerId="ADAL" clId="{3BE90702-827A-49D9-813B-C84CA64780A0}" dt="2022-03-15T17:31:52.069" v="624" actId="1076"/>
          <ac:spMkLst>
            <pc:docMk/>
            <pc:sldMk cId="537402023" sldId="1314"/>
            <ac:spMk id="3" creationId="{F9C30554-EBA7-4850-8AE7-15E7E2954CD1}"/>
          </ac:spMkLst>
        </pc:spChg>
        <pc:spChg chg="add mod">
          <ac:chgData name="Mitra, Aritra" userId="c0528902-d414-4a78-8a62-a5dcc8d4eb67" providerId="ADAL" clId="{3BE90702-827A-49D9-813B-C84CA64780A0}" dt="2022-03-15T17:39:14.476" v="821" actId="164"/>
          <ac:spMkLst>
            <pc:docMk/>
            <pc:sldMk cId="537402023" sldId="1314"/>
            <ac:spMk id="4" creationId="{A3A2A943-3678-4D12-88F3-8DC39E93696B}"/>
          </ac:spMkLst>
        </pc:spChg>
        <pc:spChg chg="add mod">
          <ac:chgData name="Mitra, Aritra" userId="c0528902-d414-4a78-8a62-a5dcc8d4eb67" providerId="ADAL" clId="{3BE90702-827A-49D9-813B-C84CA64780A0}" dt="2022-03-17T02:49:19.506" v="2207" actId="1037"/>
          <ac:spMkLst>
            <pc:docMk/>
            <pc:sldMk cId="537402023" sldId="1314"/>
            <ac:spMk id="5" creationId="{0E7C61A5-0A62-4048-9600-66916BE158C2}"/>
          </ac:spMkLst>
        </pc:spChg>
        <pc:spChg chg="add del mod">
          <ac:chgData name="Mitra, Aritra" userId="c0528902-d414-4a78-8a62-a5dcc8d4eb67" providerId="ADAL" clId="{3BE90702-827A-49D9-813B-C84CA64780A0}" dt="2022-03-15T17:33:01.242" v="656" actId="478"/>
          <ac:spMkLst>
            <pc:docMk/>
            <pc:sldMk cId="537402023" sldId="1314"/>
            <ac:spMk id="5" creationId="{786DA580-F3B5-4D3E-AF97-5F85A8FEFC7E}"/>
          </ac:spMkLst>
        </pc:spChg>
        <pc:spChg chg="add mod">
          <ac:chgData name="Mitra, Aritra" userId="c0528902-d414-4a78-8a62-a5dcc8d4eb67" providerId="ADAL" clId="{3BE90702-827A-49D9-813B-C84CA64780A0}" dt="2022-03-15T17:39:14.476" v="821" actId="164"/>
          <ac:spMkLst>
            <pc:docMk/>
            <pc:sldMk cId="537402023" sldId="1314"/>
            <ac:spMk id="6" creationId="{08982E4B-275B-4645-ADC6-58CBBD76F2AB}"/>
          </ac:spMkLst>
        </pc:spChg>
        <pc:spChg chg="add del mod">
          <ac:chgData name="Mitra, Aritra" userId="c0528902-d414-4a78-8a62-a5dcc8d4eb67" providerId="ADAL" clId="{3BE90702-827A-49D9-813B-C84CA64780A0}" dt="2022-03-15T17:36:36.635" v="798" actId="478"/>
          <ac:spMkLst>
            <pc:docMk/>
            <pc:sldMk cId="537402023" sldId="1314"/>
            <ac:spMk id="7" creationId="{F6100B21-238F-472B-9132-0A35A65066F5}"/>
          </ac:spMkLst>
        </pc:spChg>
        <pc:spChg chg="add mod">
          <ac:chgData name="Mitra, Aritra" userId="c0528902-d414-4a78-8a62-a5dcc8d4eb67" providerId="ADAL" clId="{3BE90702-827A-49D9-813B-C84CA64780A0}" dt="2022-03-15T17:39:14.476" v="821" actId="164"/>
          <ac:spMkLst>
            <pc:docMk/>
            <pc:sldMk cId="537402023" sldId="1314"/>
            <ac:spMk id="8" creationId="{631C171B-304F-41B2-A0F4-E01A23C51423}"/>
          </ac:spMkLst>
        </pc:spChg>
        <pc:spChg chg="add mod">
          <ac:chgData name="Mitra, Aritra" userId="c0528902-d414-4a78-8a62-a5dcc8d4eb67" providerId="ADAL" clId="{3BE90702-827A-49D9-813B-C84CA64780A0}" dt="2022-03-15T17:39:14.476" v="821" actId="164"/>
          <ac:spMkLst>
            <pc:docMk/>
            <pc:sldMk cId="537402023" sldId="1314"/>
            <ac:spMk id="9" creationId="{43D08684-203A-4738-AC4F-21CB9ACCA0E3}"/>
          </ac:spMkLst>
        </pc:spChg>
        <pc:spChg chg="add mod">
          <ac:chgData name="Mitra, Aritra" userId="c0528902-d414-4a78-8a62-a5dcc8d4eb67" providerId="ADAL" clId="{3BE90702-827A-49D9-813B-C84CA64780A0}" dt="2022-03-17T02:49:13.846" v="2200" actId="1076"/>
          <ac:spMkLst>
            <pc:docMk/>
            <pc:sldMk cId="537402023" sldId="1314"/>
            <ac:spMk id="14" creationId="{7AF8EA6F-D985-427C-A391-C36884E9CE27}"/>
          </ac:spMkLst>
        </pc:spChg>
        <pc:grpChg chg="add mod">
          <ac:chgData name="Mitra, Aritra" userId="c0528902-d414-4a78-8a62-a5dcc8d4eb67" providerId="ADAL" clId="{3BE90702-827A-49D9-813B-C84CA64780A0}" dt="2022-03-15T17:39:46.715" v="880" actId="1037"/>
          <ac:grpSpMkLst>
            <pc:docMk/>
            <pc:sldMk cId="537402023" sldId="1314"/>
            <ac:grpSpMk id="10" creationId="{6E30E1F0-4B04-471E-A7D6-3768FA18B339}"/>
          </ac:grpSpMkLst>
        </pc:grpChg>
        <pc:picChg chg="add del mod">
          <ac:chgData name="Mitra, Aritra" userId="c0528902-d414-4a78-8a62-a5dcc8d4eb67" providerId="ADAL" clId="{3BE90702-827A-49D9-813B-C84CA64780A0}" dt="2022-03-17T02:44:44.833" v="2112" actId="478"/>
          <ac:picMkLst>
            <pc:docMk/>
            <pc:sldMk cId="537402023" sldId="1314"/>
            <ac:picMk id="11" creationId="{75EB79C6-CC77-469C-8F42-554909E384BC}"/>
          </ac:picMkLst>
        </pc:picChg>
        <pc:picChg chg="add mod">
          <ac:chgData name="Mitra, Aritra" userId="c0528902-d414-4a78-8a62-a5dcc8d4eb67" providerId="ADAL" clId="{3BE90702-827A-49D9-813B-C84CA64780A0}" dt="2022-03-17T02:47:21.711" v="2122" actId="1076"/>
          <ac:picMkLst>
            <pc:docMk/>
            <pc:sldMk cId="537402023" sldId="1314"/>
            <ac:picMk id="12" creationId="{36039634-74DF-42C3-AD2D-0E1BEDF85FAE}"/>
          </ac:picMkLst>
        </pc:picChg>
        <pc:picChg chg="add mod">
          <ac:chgData name="Mitra, Aritra" userId="c0528902-d414-4a78-8a62-a5dcc8d4eb67" providerId="ADAL" clId="{3BE90702-827A-49D9-813B-C84CA64780A0}" dt="2022-03-17T02:47:56.738" v="2131" actId="1038"/>
          <ac:picMkLst>
            <pc:docMk/>
            <pc:sldMk cId="537402023" sldId="1314"/>
            <ac:picMk id="13" creationId="{2F668C44-E5DD-4817-A0F8-004600C8834B}"/>
          </ac:picMkLst>
        </pc:picChg>
      </pc:sldChg>
    </pc:docChg>
  </pc:docChgLst>
  <pc:docChgLst>
    <pc:chgData name="Aritra Mitra" userId="ed282abb-f77d-4912-ae2d-92fef056a80d" providerId="ADAL" clId="{AD33029D-E00C-4EF8-BEF5-A7644D7AF568}"/>
    <pc:docChg chg="undo custSel addSld delSld modSld sldOrd modSection">
      <pc:chgData name="Aritra Mitra" userId="ed282abb-f77d-4912-ae2d-92fef056a80d" providerId="ADAL" clId="{AD33029D-E00C-4EF8-BEF5-A7644D7AF568}" dt="2021-10-14T05:00:49.385" v="7956" actId="1076"/>
      <pc:docMkLst>
        <pc:docMk/>
      </pc:docMkLst>
      <pc:sldChg chg="addSp delSp modSp mod">
        <pc:chgData name="Aritra Mitra" userId="ed282abb-f77d-4912-ae2d-92fef056a80d" providerId="ADAL" clId="{AD33029D-E00C-4EF8-BEF5-A7644D7AF568}" dt="2021-09-13T04:35:42.112" v="6149" actId="478"/>
        <pc:sldMkLst>
          <pc:docMk/>
          <pc:sldMk cId="3695319144" sldId="301"/>
        </pc:sldMkLst>
        <pc:spChg chg="mod">
          <ac:chgData name="Aritra Mitra" userId="ed282abb-f77d-4912-ae2d-92fef056a80d" providerId="ADAL" clId="{AD33029D-E00C-4EF8-BEF5-A7644D7AF568}" dt="2021-09-10T20:06:59.048" v="2683" actId="1076"/>
          <ac:spMkLst>
            <pc:docMk/>
            <pc:sldMk cId="3695319144" sldId="301"/>
            <ac:spMk id="2" creationId="{00000000-0000-0000-0000-000000000000}"/>
          </ac:spMkLst>
        </pc:spChg>
        <pc:spChg chg="mod">
          <ac:chgData name="Aritra Mitra" userId="ed282abb-f77d-4912-ae2d-92fef056a80d" providerId="ADAL" clId="{AD33029D-E00C-4EF8-BEF5-A7644D7AF568}" dt="2021-09-10T20:07:04.044" v="2687" actId="20577"/>
          <ac:spMkLst>
            <pc:docMk/>
            <pc:sldMk cId="3695319144" sldId="301"/>
            <ac:spMk id="3" creationId="{00000000-0000-0000-0000-000000000000}"/>
          </ac:spMkLst>
        </pc:spChg>
        <pc:spChg chg="mod">
          <ac:chgData name="Aritra Mitra" userId="ed282abb-f77d-4912-ae2d-92fef056a80d" providerId="ADAL" clId="{AD33029D-E00C-4EF8-BEF5-A7644D7AF568}" dt="2021-09-10T13:40:44.130" v="99"/>
          <ac:spMkLst>
            <pc:docMk/>
            <pc:sldMk cId="3695319144" sldId="301"/>
            <ac:spMk id="6" creationId="{D57E22E9-6B63-4FEB-B363-A068AAFCDC2A}"/>
          </ac:spMkLst>
        </pc:spChg>
        <pc:picChg chg="add del mod">
          <ac:chgData name="Aritra Mitra" userId="ed282abb-f77d-4912-ae2d-92fef056a80d" providerId="ADAL" clId="{AD33029D-E00C-4EF8-BEF5-A7644D7AF568}" dt="2021-09-13T04:35:42.112" v="6149" actId="478"/>
          <ac:picMkLst>
            <pc:docMk/>
            <pc:sldMk cId="3695319144" sldId="301"/>
            <ac:picMk id="8" creationId="{9F1368D7-6675-47AC-997C-D337EBB010D2}"/>
          </ac:picMkLst>
        </pc:picChg>
      </pc:sldChg>
      <pc:sldChg chg="modSp mod ord modAnim">
        <pc:chgData name="Aritra Mitra" userId="ed282abb-f77d-4912-ae2d-92fef056a80d" providerId="ADAL" clId="{AD33029D-E00C-4EF8-BEF5-A7644D7AF568}" dt="2021-09-12T00:26:34.453" v="6058" actId="207"/>
        <pc:sldMkLst>
          <pc:docMk/>
          <pc:sldMk cId="646558840" sldId="302"/>
        </pc:sldMkLst>
        <pc:spChg chg="mod">
          <ac:chgData name="Aritra Mitra" userId="ed282abb-f77d-4912-ae2d-92fef056a80d" providerId="ADAL" clId="{AD33029D-E00C-4EF8-BEF5-A7644D7AF568}" dt="2021-09-12T00:26:34.453" v="6058" actId="207"/>
          <ac:spMkLst>
            <pc:docMk/>
            <pc:sldMk cId="646558840" sldId="302"/>
            <ac:spMk id="3" creationId="{CA2B2E88-FE78-4818-BA9C-13DC724EEC7D}"/>
          </ac:spMkLst>
        </pc:spChg>
        <pc:spChg chg="mod">
          <ac:chgData name="Aritra Mitra" userId="ed282abb-f77d-4912-ae2d-92fef056a80d" providerId="ADAL" clId="{AD33029D-E00C-4EF8-BEF5-A7644D7AF568}" dt="2021-09-10T14:46:47.014" v="353" actId="1076"/>
          <ac:spMkLst>
            <pc:docMk/>
            <pc:sldMk cId="646558840" sldId="302"/>
            <ac:spMk id="4" creationId="{FAD6056A-BAC3-4670-96A4-278A6C186D23}"/>
          </ac:spMkLst>
        </pc:spChg>
        <pc:spChg chg="mod">
          <ac:chgData name="Aritra Mitra" userId="ed282abb-f77d-4912-ae2d-92fef056a80d" providerId="ADAL" clId="{AD33029D-E00C-4EF8-BEF5-A7644D7AF568}" dt="2021-09-10T17:08:15.407" v="1677" actId="1036"/>
          <ac:spMkLst>
            <pc:docMk/>
            <pc:sldMk cId="646558840" sldId="302"/>
            <ac:spMk id="6" creationId="{A73A71A3-695B-443C-8B68-87CC707BD535}"/>
          </ac:spMkLst>
        </pc:spChg>
        <pc:spChg chg="mod">
          <ac:chgData name="Aritra Mitra" userId="ed282abb-f77d-4912-ae2d-92fef056a80d" providerId="ADAL" clId="{AD33029D-E00C-4EF8-BEF5-A7644D7AF568}" dt="2021-09-10T17:08:10.116" v="1670" actId="1036"/>
          <ac:spMkLst>
            <pc:docMk/>
            <pc:sldMk cId="646558840" sldId="302"/>
            <ac:spMk id="7" creationId="{2E326AD8-D265-4D0A-9FFF-31E2C8A21A38}"/>
          </ac:spMkLst>
        </pc:spChg>
        <pc:spChg chg="mod">
          <ac:chgData name="Aritra Mitra" userId="ed282abb-f77d-4912-ae2d-92fef056a80d" providerId="ADAL" clId="{AD33029D-E00C-4EF8-BEF5-A7644D7AF568}" dt="2021-09-10T17:09:37.441" v="1694" actId="1038"/>
          <ac:spMkLst>
            <pc:docMk/>
            <pc:sldMk cId="646558840" sldId="302"/>
            <ac:spMk id="8" creationId="{31F86E3A-E55F-49AD-9293-895EABB9C62C}"/>
          </ac:spMkLst>
        </pc:spChg>
      </pc:sldChg>
      <pc:sldChg chg="addSp delSp modSp mod ord">
        <pc:chgData name="Aritra Mitra" userId="ed282abb-f77d-4912-ae2d-92fef056a80d" providerId="ADAL" clId="{AD33029D-E00C-4EF8-BEF5-A7644D7AF568}" dt="2021-09-10T14:42:19.927" v="329" actId="20577"/>
        <pc:sldMkLst>
          <pc:docMk/>
          <pc:sldMk cId="2458513484" sldId="318"/>
        </pc:sldMkLst>
        <pc:spChg chg="mod">
          <ac:chgData name="Aritra Mitra" userId="ed282abb-f77d-4912-ae2d-92fef056a80d" providerId="ADAL" clId="{AD33029D-E00C-4EF8-BEF5-A7644D7AF568}" dt="2021-09-10T14:42:19.927" v="329" actId="20577"/>
          <ac:spMkLst>
            <pc:docMk/>
            <pc:sldMk cId="2458513484" sldId="318"/>
            <ac:spMk id="2" creationId="{8BD71FF6-A30B-4B6A-BF1A-C2DBC4AB0F3A}"/>
          </ac:spMkLst>
        </pc:spChg>
        <pc:spChg chg="mod">
          <ac:chgData name="Aritra Mitra" userId="ed282abb-f77d-4912-ae2d-92fef056a80d" providerId="ADAL" clId="{AD33029D-E00C-4EF8-BEF5-A7644D7AF568}" dt="2021-09-10T14:41:03.691" v="310" actId="1582"/>
          <ac:spMkLst>
            <pc:docMk/>
            <pc:sldMk cId="2458513484" sldId="318"/>
            <ac:spMk id="3" creationId="{34F95FBD-7B9B-41B3-B45E-439CCCA14F6A}"/>
          </ac:spMkLst>
        </pc:spChg>
        <pc:spChg chg="del mod">
          <ac:chgData name="Aritra Mitra" userId="ed282abb-f77d-4912-ae2d-92fef056a80d" providerId="ADAL" clId="{AD33029D-E00C-4EF8-BEF5-A7644D7AF568}" dt="2021-09-10T14:30:42.033" v="122" actId="478"/>
          <ac:spMkLst>
            <pc:docMk/>
            <pc:sldMk cId="2458513484" sldId="318"/>
            <ac:spMk id="4" creationId="{E03C5B02-C8C2-4F0E-A10D-B3FFE6F50E18}"/>
          </ac:spMkLst>
        </pc:spChg>
        <pc:spChg chg="add del mod">
          <ac:chgData name="Aritra Mitra" userId="ed282abb-f77d-4912-ae2d-92fef056a80d" providerId="ADAL" clId="{AD33029D-E00C-4EF8-BEF5-A7644D7AF568}" dt="2021-09-10T14:36:29.109" v="186" actId="478"/>
          <ac:spMkLst>
            <pc:docMk/>
            <pc:sldMk cId="2458513484" sldId="318"/>
            <ac:spMk id="7" creationId="{EDE4BA40-5E88-4A9E-A33E-423D475BB05F}"/>
          </ac:spMkLst>
        </pc:spChg>
        <pc:spChg chg="add mod">
          <ac:chgData name="Aritra Mitra" userId="ed282abb-f77d-4912-ae2d-92fef056a80d" providerId="ADAL" clId="{AD33029D-E00C-4EF8-BEF5-A7644D7AF568}" dt="2021-09-10T14:40:44.697" v="309" actId="1037"/>
          <ac:spMkLst>
            <pc:docMk/>
            <pc:sldMk cId="2458513484" sldId="318"/>
            <ac:spMk id="8" creationId="{2C78DF70-8CE1-44D0-B21D-26A0E85751F8}"/>
          </ac:spMkLst>
        </pc:spChg>
        <pc:spChg chg="mod">
          <ac:chgData name="Aritra Mitra" userId="ed282abb-f77d-4912-ae2d-92fef056a80d" providerId="ADAL" clId="{AD33029D-E00C-4EF8-BEF5-A7644D7AF568}" dt="2021-09-10T14:20:16.141" v="110" actId="164"/>
          <ac:spMkLst>
            <pc:docMk/>
            <pc:sldMk cId="2458513484" sldId="318"/>
            <ac:spMk id="9" creationId="{AA9CB992-FFB3-48BF-A5EE-7A776AE12C13}"/>
          </ac:spMkLst>
        </pc:spChg>
        <pc:spChg chg="mod">
          <ac:chgData name="Aritra Mitra" userId="ed282abb-f77d-4912-ae2d-92fef056a80d" providerId="ADAL" clId="{AD33029D-E00C-4EF8-BEF5-A7644D7AF568}" dt="2021-09-10T14:20:16.141" v="110" actId="164"/>
          <ac:spMkLst>
            <pc:docMk/>
            <pc:sldMk cId="2458513484" sldId="318"/>
            <ac:spMk id="10" creationId="{7E0ED9A4-6BDF-4132-B3B8-7B3DA57D1F0D}"/>
          </ac:spMkLst>
        </pc:spChg>
        <pc:spChg chg="mod">
          <ac:chgData name="Aritra Mitra" userId="ed282abb-f77d-4912-ae2d-92fef056a80d" providerId="ADAL" clId="{AD33029D-E00C-4EF8-BEF5-A7644D7AF568}" dt="2021-09-10T14:34:15.076" v="177" actId="1076"/>
          <ac:spMkLst>
            <pc:docMk/>
            <pc:sldMk cId="2458513484" sldId="318"/>
            <ac:spMk id="11" creationId="{2A8FA99D-DBCD-4210-B6A6-B879846AB20B}"/>
          </ac:spMkLst>
        </pc:spChg>
        <pc:spChg chg="mod">
          <ac:chgData name="Aritra Mitra" userId="ed282abb-f77d-4912-ae2d-92fef056a80d" providerId="ADAL" clId="{AD33029D-E00C-4EF8-BEF5-A7644D7AF568}" dt="2021-09-10T14:20:16.141" v="110" actId="164"/>
          <ac:spMkLst>
            <pc:docMk/>
            <pc:sldMk cId="2458513484" sldId="318"/>
            <ac:spMk id="12" creationId="{8EFAA983-9B9B-4F8B-B1A5-BB091FA995D0}"/>
          </ac:spMkLst>
        </pc:spChg>
        <pc:spChg chg="mod">
          <ac:chgData name="Aritra Mitra" userId="ed282abb-f77d-4912-ae2d-92fef056a80d" providerId="ADAL" clId="{AD33029D-E00C-4EF8-BEF5-A7644D7AF568}" dt="2021-09-10T14:20:16.141" v="110" actId="164"/>
          <ac:spMkLst>
            <pc:docMk/>
            <pc:sldMk cId="2458513484" sldId="318"/>
            <ac:spMk id="13" creationId="{DEFB5235-0BA7-4087-AE5B-C8A7BC2050A0}"/>
          </ac:spMkLst>
        </pc:spChg>
        <pc:spChg chg="add mod">
          <ac:chgData name="Aritra Mitra" userId="ed282abb-f77d-4912-ae2d-92fef056a80d" providerId="ADAL" clId="{AD33029D-E00C-4EF8-BEF5-A7644D7AF568}" dt="2021-09-10T14:40:44.697" v="309" actId="1037"/>
          <ac:spMkLst>
            <pc:docMk/>
            <pc:sldMk cId="2458513484" sldId="318"/>
            <ac:spMk id="14" creationId="{A79C556B-1BC7-4E78-92BA-E3E4E7819C9F}"/>
          </ac:spMkLst>
        </pc:spChg>
        <pc:spChg chg="mod">
          <ac:chgData name="Aritra Mitra" userId="ed282abb-f77d-4912-ae2d-92fef056a80d" providerId="ADAL" clId="{AD33029D-E00C-4EF8-BEF5-A7644D7AF568}" dt="2021-09-10T14:32:36.933" v="175" actId="113"/>
          <ac:spMkLst>
            <pc:docMk/>
            <pc:sldMk cId="2458513484" sldId="318"/>
            <ac:spMk id="22" creationId="{CD5CDFF6-7604-4D72-B164-808A96B5C43A}"/>
          </ac:spMkLst>
        </pc:spChg>
        <pc:grpChg chg="add mod">
          <ac:chgData name="Aritra Mitra" userId="ed282abb-f77d-4912-ae2d-92fef056a80d" providerId="ADAL" clId="{AD33029D-E00C-4EF8-BEF5-A7644D7AF568}" dt="2021-09-10T14:34:00.784" v="176" actId="1076"/>
          <ac:grpSpMkLst>
            <pc:docMk/>
            <pc:sldMk cId="2458513484" sldId="318"/>
            <ac:grpSpMk id="6" creationId="{77D3D181-D619-46D3-B86F-94C0FDCE07B0}"/>
          </ac:grpSpMkLst>
        </pc:grpChg>
        <pc:picChg chg="mod">
          <ac:chgData name="Aritra Mitra" userId="ed282abb-f77d-4912-ae2d-92fef056a80d" providerId="ADAL" clId="{AD33029D-E00C-4EF8-BEF5-A7644D7AF568}" dt="2021-09-10T14:20:16.141" v="110" actId="164"/>
          <ac:picMkLst>
            <pc:docMk/>
            <pc:sldMk cId="2458513484" sldId="318"/>
            <ac:picMk id="5" creationId="{0FF356CE-55E6-4278-BB4C-DCFF773DCB73}"/>
          </ac:picMkLst>
        </pc:picChg>
        <pc:picChg chg="mod">
          <ac:chgData name="Aritra Mitra" userId="ed282abb-f77d-4912-ae2d-92fef056a80d" providerId="ADAL" clId="{AD33029D-E00C-4EF8-BEF5-A7644D7AF568}" dt="2021-09-10T14:20:16.141" v="110" actId="164"/>
          <ac:picMkLst>
            <pc:docMk/>
            <pc:sldMk cId="2458513484" sldId="318"/>
            <ac:picMk id="17" creationId="{D71C1D60-439E-40F7-B99F-20AAC9FA2F65}"/>
          </ac:picMkLst>
        </pc:picChg>
        <pc:picChg chg="mod">
          <ac:chgData name="Aritra Mitra" userId="ed282abb-f77d-4912-ae2d-92fef056a80d" providerId="ADAL" clId="{AD33029D-E00C-4EF8-BEF5-A7644D7AF568}" dt="2021-09-10T14:20:16.141" v="110" actId="164"/>
          <ac:picMkLst>
            <pc:docMk/>
            <pc:sldMk cId="2458513484" sldId="318"/>
            <ac:picMk id="18" creationId="{CF5694F0-9BED-4953-8785-DE75F4995AFE}"/>
          </ac:picMkLst>
        </pc:picChg>
        <pc:picChg chg="add del mod">
          <ac:chgData name="Aritra Mitra" userId="ed282abb-f77d-4912-ae2d-92fef056a80d" providerId="ADAL" clId="{AD33029D-E00C-4EF8-BEF5-A7644D7AF568}" dt="2021-09-10T14:35:17.586" v="182" actId="478"/>
          <ac:picMkLst>
            <pc:docMk/>
            <pc:sldMk cId="2458513484" sldId="318"/>
            <ac:picMk id="19" creationId="{EEA11CF9-E3DD-42DA-AB71-D10D3F471C48}"/>
          </ac:picMkLst>
        </pc:picChg>
        <pc:cxnChg chg="mod">
          <ac:chgData name="Aritra Mitra" userId="ed282abb-f77d-4912-ae2d-92fef056a80d" providerId="ADAL" clId="{AD33029D-E00C-4EF8-BEF5-A7644D7AF568}" dt="2021-09-10T14:20:16.141" v="110" actId="164"/>
          <ac:cxnSpMkLst>
            <pc:docMk/>
            <pc:sldMk cId="2458513484" sldId="318"/>
            <ac:cxnSpMk id="15" creationId="{B172AB60-5EA8-4EB3-8FD5-5759AF7B42D6}"/>
          </ac:cxnSpMkLst>
        </pc:cxnChg>
        <pc:cxnChg chg="mod">
          <ac:chgData name="Aritra Mitra" userId="ed282abb-f77d-4912-ae2d-92fef056a80d" providerId="ADAL" clId="{AD33029D-E00C-4EF8-BEF5-A7644D7AF568}" dt="2021-09-10T14:20:16.141" v="110" actId="164"/>
          <ac:cxnSpMkLst>
            <pc:docMk/>
            <pc:sldMk cId="2458513484" sldId="318"/>
            <ac:cxnSpMk id="16" creationId="{3218EA14-2F0B-455F-84E3-4D0E622FE1A2}"/>
          </ac:cxnSpMkLst>
        </pc:cxnChg>
        <pc:cxnChg chg="mod">
          <ac:chgData name="Aritra Mitra" userId="ed282abb-f77d-4912-ae2d-92fef056a80d" providerId="ADAL" clId="{AD33029D-E00C-4EF8-BEF5-A7644D7AF568}" dt="2021-09-10T14:20:16.141" v="110" actId="164"/>
          <ac:cxnSpMkLst>
            <pc:docMk/>
            <pc:sldMk cId="2458513484" sldId="318"/>
            <ac:cxnSpMk id="20" creationId="{3A01D5BE-1B8F-466B-B718-68816BC06184}"/>
          </ac:cxnSpMkLst>
        </pc:cxnChg>
      </pc:sldChg>
      <pc:sldChg chg="del">
        <pc:chgData name="Aritra Mitra" userId="ed282abb-f77d-4912-ae2d-92fef056a80d" providerId="ADAL" clId="{AD33029D-E00C-4EF8-BEF5-A7644D7AF568}" dt="2021-09-10T22:48:34.059" v="6030" actId="47"/>
        <pc:sldMkLst>
          <pc:docMk/>
          <pc:sldMk cId="2329812678" sldId="319"/>
        </pc:sldMkLst>
      </pc:sldChg>
      <pc:sldChg chg="modSp mod">
        <pc:chgData name="Aritra Mitra" userId="ed282abb-f77d-4912-ae2d-92fef056a80d" providerId="ADAL" clId="{AD33029D-E00C-4EF8-BEF5-A7644D7AF568}" dt="2021-09-10T15:52:25.583" v="1628" actId="1582"/>
        <pc:sldMkLst>
          <pc:docMk/>
          <pc:sldMk cId="1963313966" sldId="323"/>
        </pc:sldMkLst>
        <pc:cxnChg chg="mod">
          <ac:chgData name="Aritra Mitra" userId="ed282abb-f77d-4912-ae2d-92fef056a80d" providerId="ADAL" clId="{AD33029D-E00C-4EF8-BEF5-A7644D7AF568}" dt="2021-09-10T15:52:25.583" v="1628" actId="1582"/>
          <ac:cxnSpMkLst>
            <pc:docMk/>
            <pc:sldMk cId="1963313966" sldId="323"/>
            <ac:cxnSpMk id="10" creationId="{97939240-30A7-4151-8F42-57073ACC2780}"/>
          </ac:cxnSpMkLst>
        </pc:cxnChg>
        <pc:cxnChg chg="mod">
          <ac:chgData name="Aritra Mitra" userId="ed282abb-f77d-4912-ae2d-92fef056a80d" providerId="ADAL" clId="{AD33029D-E00C-4EF8-BEF5-A7644D7AF568}" dt="2021-09-10T15:52:25.583" v="1628" actId="1582"/>
          <ac:cxnSpMkLst>
            <pc:docMk/>
            <pc:sldMk cId="1963313966" sldId="323"/>
            <ac:cxnSpMk id="12" creationId="{8B359A2C-EFB1-481C-8A68-948596E1F267}"/>
          </ac:cxnSpMkLst>
        </pc:cxnChg>
        <pc:cxnChg chg="mod">
          <ac:chgData name="Aritra Mitra" userId="ed282abb-f77d-4912-ae2d-92fef056a80d" providerId="ADAL" clId="{AD33029D-E00C-4EF8-BEF5-A7644D7AF568}" dt="2021-09-10T15:52:25.583" v="1628" actId="1582"/>
          <ac:cxnSpMkLst>
            <pc:docMk/>
            <pc:sldMk cId="1963313966" sldId="323"/>
            <ac:cxnSpMk id="15" creationId="{D6F24001-6FF1-4DBD-BEA1-2F6EEA71E6ED}"/>
          </ac:cxnSpMkLst>
        </pc:cxnChg>
      </pc:sldChg>
      <pc:sldChg chg="del">
        <pc:chgData name="Aritra Mitra" userId="ed282abb-f77d-4912-ae2d-92fef056a80d" providerId="ADAL" clId="{AD33029D-E00C-4EF8-BEF5-A7644D7AF568}" dt="2021-09-10T15:24:42.672" v="1623" actId="47"/>
        <pc:sldMkLst>
          <pc:docMk/>
          <pc:sldMk cId="2119769301" sldId="347"/>
        </pc:sldMkLst>
      </pc:sldChg>
      <pc:sldChg chg="del">
        <pc:chgData name="Aritra Mitra" userId="ed282abb-f77d-4912-ae2d-92fef056a80d" providerId="ADAL" clId="{AD33029D-E00C-4EF8-BEF5-A7644D7AF568}" dt="2021-09-10T15:25:46.841" v="1624" actId="47"/>
        <pc:sldMkLst>
          <pc:docMk/>
          <pc:sldMk cId="4233787963" sldId="349"/>
        </pc:sldMkLst>
      </pc:sldChg>
      <pc:sldChg chg="del">
        <pc:chgData name="Aritra Mitra" userId="ed282abb-f77d-4912-ae2d-92fef056a80d" providerId="ADAL" clId="{AD33029D-E00C-4EF8-BEF5-A7644D7AF568}" dt="2021-09-10T15:25:52.518" v="1626" actId="47"/>
        <pc:sldMkLst>
          <pc:docMk/>
          <pc:sldMk cId="3394656246" sldId="350"/>
        </pc:sldMkLst>
      </pc:sldChg>
      <pc:sldChg chg="del">
        <pc:chgData name="Aritra Mitra" userId="ed282abb-f77d-4912-ae2d-92fef056a80d" providerId="ADAL" clId="{AD33029D-E00C-4EF8-BEF5-A7644D7AF568}" dt="2021-09-10T17:47:51.806" v="2408" actId="47"/>
        <pc:sldMkLst>
          <pc:docMk/>
          <pc:sldMk cId="1605787153" sldId="356"/>
        </pc:sldMkLst>
      </pc:sldChg>
      <pc:sldChg chg="modSp mod">
        <pc:chgData name="Aritra Mitra" userId="ed282abb-f77d-4912-ae2d-92fef056a80d" providerId="ADAL" clId="{AD33029D-E00C-4EF8-BEF5-A7644D7AF568}" dt="2021-09-10T15:53:28.543" v="1660" actId="20577"/>
        <pc:sldMkLst>
          <pc:docMk/>
          <pc:sldMk cId="2678409989" sldId="357"/>
        </pc:sldMkLst>
        <pc:spChg chg="mod">
          <ac:chgData name="Aritra Mitra" userId="ed282abb-f77d-4912-ae2d-92fef056a80d" providerId="ADAL" clId="{AD33029D-E00C-4EF8-BEF5-A7644D7AF568}" dt="2021-09-10T15:53:28.543" v="1660" actId="20577"/>
          <ac:spMkLst>
            <pc:docMk/>
            <pc:sldMk cId="2678409989" sldId="357"/>
            <ac:spMk id="2" creationId="{C2D081FD-68B8-443E-95C3-1EC5F021CEA1}"/>
          </ac:spMkLst>
        </pc:spChg>
      </pc:sldChg>
      <pc:sldChg chg="modSp mod ord">
        <pc:chgData name="Aritra Mitra" userId="ed282abb-f77d-4912-ae2d-92fef056a80d" providerId="ADAL" clId="{AD33029D-E00C-4EF8-BEF5-A7644D7AF568}" dt="2021-09-10T17:29:50.889" v="2406" actId="1076"/>
        <pc:sldMkLst>
          <pc:docMk/>
          <pc:sldMk cId="3824063033" sldId="358"/>
        </pc:sldMkLst>
        <pc:spChg chg="mod">
          <ac:chgData name="Aritra Mitra" userId="ed282abb-f77d-4912-ae2d-92fef056a80d" providerId="ADAL" clId="{AD33029D-E00C-4EF8-BEF5-A7644D7AF568}" dt="2021-09-10T17:29:50.889" v="2406" actId="1076"/>
          <ac:spMkLst>
            <pc:docMk/>
            <pc:sldMk cId="3824063033" sldId="358"/>
            <ac:spMk id="2" creationId="{C2D081FD-68B8-443E-95C3-1EC5F021CEA1}"/>
          </ac:spMkLst>
        </pc:spChg>
      </pc:sldChg>
      <pc:sldChg chg="modSp">
        <pc:chgData name="Aritra Mitra" userId="ed282abb-f77d-4912-ae2d-92fef056a80d" providerId="ADAL" clId="{AD33029D-E00C-4EF8-BEF5-A7644D7AF568}" dt="2021-09-10T20:08:34.252" v="2688" actId="207"/>
        <pc:sldMkLst>
          <pc:docMk/>
          <pc:sldMk cId="4178130251" sldId="359"/>
        </pc:sldMkLst>
        <pc:spChg chg="mod">
          <ac:chgData name="Aritra Mitra" userId="ed282abb-f77d-4912-ae2d-92fef056a80d" providerId="ADAL" clId="{AD33029D-E00C-4EF8-BEF5-A7644D7AF568}" dt="2021-09-10T20:08:34.252" v="2688" actId="207"/>
          <ac:spMkLst>
            <pc:docMk/>
            <pc:sldMk cId="4178130251" sldId="359"/>
            <ac:spMk id="3" creationId="{47C15600-0095-44EA-91A7-FCDEE4B37486}"/>
          </ac:spMkLst>
        </pc:spChg>
      </pc:sldChg>
      <pc:sldChg chg="modAnim">
        <pc:chgData name="Aritra Mitra" userId="ed282abb-f77d-4912-ae2d-92fef056a80d" providerId="ADAL" clId="{AD33029D-E00C-4EF8-BEF5-A7644D7AF568}" dt="2021-09-13T22:41:31.883" v="7799"/>
        <pc:sldMkLst>
          <pc:docMk/>
          <pc:sldMk cId="1081189332" sldId="361"/>
        </pc:sldMkLst>
      </pc:sldChg>
      <pc:sldChg chg="del">
        <pc:chgData name="Aritra Mitra" userId="ed282abb-f77d-4912-ae2d-92fef056a80d" providerId="ADAL" clId="{AD33029D-E00C-4EF8-BEF5-A7644D7AF568}" dt="2021-09-10T20:36:02.597" v="3032" actId="47"/>
        <pc:sldMkLst>
          <pc:docMk/>
          <pc:sldMk cId="3738188175" sldId="362"/>
        </pc:sldMkLst>
      </pc:sldChg>
      <pc:sldChg chg="addSp modSp mod modAnim">
        <pc:chgData name="Aritra Mitra" userId="ed282abb-f77d-4912-ae2d-92fef056a80d" providerId="ADAL" clId="{AD33029D-E00C-4EF8-BEF5-A7644D7AF568}" dt="2021-09-10T20:36:46.323" v="3034" actId="20577"/>
        <pc:sldMkLst>
          <pc:docMk/>
          <pc:sldMk cId="191067506" sldId="363"/>
        </pc:sldMkLst>
        <pc:spChg chg="mod">
          <ac:chgData name="Aritra Mitra" userId="ed282abb-f77d-4912-ae2d-92fef056a80d" providerId="ADAL" clId="{AD33029D-E00C-4EF8-BEF5-A7644D7AF568}" dt="2021-09-10T20:34:00.239" v="3018" actId="5793"/>
          <ac:spMkLst>
            <pc:docMk/>
            <pc:sldMk cId="191067506" sldId="363"/>
            <ac:spMk id="3" creationId="{45626FD4-64B4-4A70-AA51-6ACCB13FABCE}"/>
          </ac:spMkLst>
        </pc:spChg>
        <pc:spChg chg="add mod">
          <ac:chgData name="Aritra Mitra" userId="ed282abb-f77d-4912-ae2d-92fef056a80d" providerId="ADAL" clId="{AD33029D-E00C-4EF8-BEF5-A7644D7AF568}" dt="2021-09-10T20:36:46.323" v="3034" actId="20577"/>
          <ac:spMkLst>
            <pc:docMk/>
            <pc:sldMk cId="191067506" sldId="363"/>
            <ac:spMk id="4" creationId="{4B35717D-F287-42CD-9C54-991103B3909C}"/>
          </ac:spMkLst>
        </pc:spChg>
      </pc:sldChg>
      <pc:sldChg chg="addSp delSp modSp mod">
        <pc:chgData name="Aritra Mitra" userId="ed282abb-f77d-4912-ae2d-92fef056a80d" providerId="ADAL" clId="{AD33029D-E00C-4EF8-BEF5-A7644D7AF568}" dt="2021-09-10T20:38:33.512" v="3088" actId="478"/>
        <pc:sldMkLst>
          <pc:docMk/>
          <pc:sldMk cId="2115417223" sldId="364"/>
        </pc:sldMkLst>
        <pc:spChg chg="mod">
          <ac:chgData name="Aritra Mitra" userId="ed282abb-f77d-4912-ae2d-92fef056a80d" providerId="ADAL" clId="{AD33029D-E00C-4EF8-BEF5-A7644D7AF568}" dt="2021-09-10T20:38:22.303" v="3086" actId="113"/>
          <ac:spMkLst>
            <pc:docMk/>
            <pc:sldMk cId="2115417223" sldId="364"/>
            <ac:spMk id="13" creationId="{CD87C194-0EDD-4F1B-AC52-4419AFC33727}"/>
          </ac:spMkLst>
        </pc:spChg>
        <pc:cxnChg chg="add del mod">
          <ac:chgData name="Aritra Mitra" userId="ed282abb-f77d-4912-ae2d-92fef056a80d" providerId="ADAL" clId="{AD33029D-E00C-4EF8-BEF5-A7644D7AF568}" dt="2021-09-10T20:38:33.512" v="3088" actId="478"/>
          <ac:cxnSpMkLst>
            <pc:docMk/>
            <pc:sldMk cId="2115417223" sldId="364"/>
            <ac:cxnSpMk id="9" creationId="{5068FE57-D9BC-450C-8383-FC8C9B7523B6}"/>
          </ac:cxnSpMkLst>
        </pc:cxnChg>
      </pc:sldChg>
      <pc:sldChg chg="modSp del mod">
        <pc:chgData name="Aritra Mitra" userId="ed282abb-f77d-4912-ae2d-92fef056a80d" providerId="ADAL" clId="{AD33029D-E00C-4EF8-BEF5-A7644D7AF568}" dt="2021-09-10T20:50:04.286" v="3276" actId="47"/>
        <pc:sldMkLst>
          <pc:docMk/>
          <pc:sldMk cId="496558506" sldId="366"/>
        </pc:sldMkLst>
        <pc:spChg chg="mod">
          <ac:chgData name="Aritra Mitra" userId="ed282abb-f77d-4912-ae2d-92fef056a80d" providerId="ADAL" clId="{AD33029D-E00C-4EF8-BEF5-A7644D7AF568}" dt="2021-09-10T20:47:15.123" v="3110" actId="21"/>
          <ac:spMkLst>
            <pc:docMk/>
            <pc:sldMk cId="496558506" sldId="366"/>
            <ac:spMk id="3" creationId="{7749F718-296F-427C-85BB-34C326E522AE}"/>
          </ac:spMkLst>
        </pc:spChg>
      </pc:sldChg>
      <pc:sldChg chg="modSp mod ord modAnim">
        <pc:chgData name="Aritra Mitra" userId="ed282abb-f77d-4912-ae2d-92fef056a80d" providerId="ADAL" clId="{AD33029D-E00C-4EF8-BEF5-A7644D7AF568}" dt="2021-09-10T22:45:01.557" v="6022"/>
        <pc:sldMkLst>
          <pc:docMk/>
          <pc:sldMk cId="3264230813" sldId="367"/>
        </pc:sldMkLst>
        <pc:spChg chg="mod">
          <ac:chgData name="Aritra Mitra" userId="ed282abb-f77d-4912-ae2d-92fef056a80d" providerId="ADAL" clId="{AD33029D-E00C-4EF8-BEF5-A7644D7AF568}" dt="2021-09-10T22:34:08.153" v="5456" actId="20577"/>
          <ac:spMkLst>
            <pc:docMk/>
            <pc:sldMk cId="3264230813" sldId="367"/>
            <ac:spMk id="2" creationId="{AD63075D-9FCC-4AB4-9903-130BB1B4A282}"/>
          </ac:spMkLst>
        </pc:spChg>
        <pc:spChg chg="mod">
          <ac:chgData name="Aritra Mitra" userId="ed282abb-f77d-4912-ae2d-92fef056a80d" providerId="ADAL" clId="{AD33029D-E00C-4EF8-BEF5-A7644D7AF568}" dt="2021-09-10T22:34:29.238" v="5501" actId="20577"/>
          <ac:spMkLst>
            <pc:docMk/>
            <pc:sldMk cId="3264230813" sldId="367"/>
            <ac:spMk id="3" creationId="{7E175891-284E-4488-A503-3637E3BCE520}"/>
          </ac:spMkLst>
        </pc:spChg>
        <pc:spChg chg="mod">
          <ac:chgData name="Aritra Mitra" userId="ed282abb-f77d-4912-ae2d-92fef056a80d" providerId="ADAL" clId="{AD33029D-E00C-4EF8-BEF5-A7644D7AF568}" dt="2021-09-10T22:38:36.825" v="5623" actId="207"/>
          <ac:spMkLst>
            <pc:docMk/>
            <pc:sldMk cId="3264230813" sldId="367"/>
            <ac:spMk id="4" creationId="{938B86F7-A7B1-49BE-B2BD-15A5B184BF9E}"/>
          </ac:spMkLst>
        </pc:spChg>
        <pc:spChg chg="mod">
          <ac:chgData name="Aritra Mitra" userId="ed282abb-f77d-4912-ae2d-92fef056a80d" providerId="ADAL" clId="{AD33029D-E00C-4EF8-BEF5-A7644D7AF568}" dt="2021-09-10T22:38:18.566" v="5597" actId="14100"/>
          <ac:spMkLst>
            <pc:docMk/>
            <pc:sldMk cId="3264230813" sldId="367"/>
            <ac:spMk id="5" creationId="{FF780C19-28D5-4C08-A062-F3C15E8A60AE}"/>
          </ac:spMkLst>
        </pc:spChg>
        <pc:spChg chg="mod">
          <ac:chgData name="Aritra Mitra" userId="ed282abb-f77d-4912-ae2d-92fef056a80d" providerId="ADAL" clId="{AD33029D-E00C-4EF8-BEF5-A7644D7AF568}" dt="2021-09-10T22:38:03.944" v="5594" actId="1076"/>
          <ac:spMkLst>
            <pc:docMk/>
            <pc:sldMk cId="3264230813" sldId="367"/>
            <ac:spMk id="7" creationId="{E7FDB58E-52F7-4173-B722-775D6EB42678}"/>
          </ac:spMkLst>
        </pc:spChg>
      </pc:sldChg>
      <pc:sldChg chg="delSp modSp mod delAnim modAnim">
        <pc:chgData name="Aritra Mitra" userId="ed282abb-f77d-4912-ae2d-92fef056a80d" providerId="ADAL" clId="{AD33029D-E00C-4EF8-BEF5-A7644D7AF568}" dt="2021-09-10T22:25:31.912" v="5198" actId="207"/>
        <pc:sldMkLst>
          <pc:docMk/>
          <pc:sldMk cId="3504645916" sldId="368"/>
        </pc:sldMkLst>
        <pc:spChg chg="mod">
          <ac:chgData name="Aritra Mitra" userId="ed282abb-f77d-4912-ae2d-92fef056a80d" providerId="ADAL" clId="{AD33029D-E00C-4EF8-BEF5-A7644D7AF568}" dt="2021-09-10T20:47:55.037" v="3198" actId="20577"/>
          <ac:spMkLst>
            <pc:docMk/>
            <pc:sldMk cId="3504645916" sldId="368"/>
            <ac:spMk id="2" creationId="{4A2903B9-C86C-4FA7-8216-3A5ECE057550}"/>
          </ac:spMkLst>
        </pc:spChg>
        <pc:spChg chg="mod">
          <ac:chgData name="Aritra Mitra" userId="ed282abb-f77d-4912-ae2d-92fef056a80d" providerId="ADAL" clId="{AD33029D-E00C-4EF8-BEF5-A7644D7AF568}" dt="2021-09-10T20:48:00.674" v="3199"/>
          <ac:spMkLst>
            <pc:docMk/>
            <pc:sldMk cId="3504645916" sldId="368"/>
            <ac:spMk id="3" creationId="{C386CA9A-C7D6-45D4-9C6C-BCF40AAB6ECC}"/>
          </ac:spMkLst>
        </pc:spChg>
        <pc:spChg chg="mod">
          <ac:chgData name="Aritra Mitra" userId="ed282abb-f77d-4912-ae2d-92fef056a80d" providerId="ADAL" clId="{AD33029D-E00C-4EF8-BEF5-A7644D7AF568}" dt="2021-09-10T20:56:27.142" v="3564" actId="20577"/>
          <ac:spMkLst>
            <pc:docMk/>
            <pc:sldMk cId="3504645916" sldId="368"/>
            <ac:spMk id="4" creationId="{A3FCD39B-2962-4727-A711-18F3CD339816}"/>
          </ac:spMkLst>
        </pc:spChg>
        <pc:spChg chg="mod">
          <ac:chgData name="Aritra Mitra" userId="ed282abb-f77d-4912-ae2d-92fef056a80d" providerId="ADAL" clId="{AD33029D-E00C-4EF8-BEF5-A7644D7AF568}" dt="2021-09-10T20:48:26.070" v="3200" actId="207"/>
          <ac:spMkLst>
            <pc:docMk/>
            <pc:sldMk cId="3504645916" sldId="368"/>
            <ac:spMk id="5" creationId="{1237FCA6-B7B6-4D93-A492-52C2A28558A1}"/>
          </ac:spMkLst>
        </pc:spChg>
        <pc:spChg chg="mod">
          <ac:chgData name="Aritra Mitra" userId="ed282abb-f77d-4912-ae2d-92fef056a80d" providerId="ADAL" clId="{AD33029D-E00C-4EF8-BEF5-A7644D7AF568}" dt="2021-09-10T22:25:31.912" v="5198" actId="207"/>
          <ac:spMkLst>
            <pc:docMk/>
            <pc:sldMk cId="3504645916" sldId="368"/>
            <ac:spMk id="7" creationId="{9404A813-0333-4BDF-B6DF-68F014E8848C}"/>
          </ac:spMkLst>
        </pc:spChg>
        <pc:spChg chg="del">
          <ac:chgData name="Aritra Mitra" userId="ed282abb-f77d-4912-ae2d-92fef056a80d" providerId="ADAL" clId="{AD33029D-E00C-4EF8-BEF5-A7644D7AF568}" dt="2021-09-10T20:48:37.397" v="3202" actId="478"/>
          <ac:spMkLst>
            <pc:docMk/>
            <pc:sldMk cId="3504645916" sldId="368"/>
            <ac:spMk id="8" creationId="{4BEEA2C0-0A4D-4C66-B271-9732C31ABD58}"/>
          </ac:spMkLst>
        </pc:spChg>
      </pc:sldChg>
      <pc:sldChg chg="del">
        <pc:chgData name="Aritra Mitra" userId="ed282abb-f77d-4912-ae2d-92fef056a80d" providerId="ADAL" clId="{AD33029D-E00C-4EF8-BEF5-A7644D7AF568}" dt="2021-09-10T22:39:31.197" v="5624" actId="47"/>
        <pc:sldMkLst>
          <pc:docMk/>
          <pc:sldMk cId="2913564770" sldId="369"/>
        </pc:sldMkLst>
      </pc:sldChg>
      <pc:sldChg chg="del">
        <pc:chgData name="Aritra Mitra" userId="ed282abb-f77d-4912-ae2d-92fef056a80d" providerId="ADAL" clId="{AD33029D-E00C-4EF8-BEF5-A7644D7AF568}" dt="2021-09-10T22:39:32.582" v="5625" actId="47"/>
        <pc:sldMkLst>
          <pc:docMk/>
          <pc:sldMk cId="3920868290" sldId="370"/>
        </pc:sldMkLst>
      </pc:sldChg>
      <pc:sldChg chg="del">
        <pc:chgData name="Aritra Mitra" userId="ed282abb-f77d-4912-ae2d-92fef056a80d" providerId="ADAL" clId="{AD33029D-E00C-4EF8-BEF5-A7644D7AF568}" dt="2021-09-10T22:39:33.516" v="5626" actId="47"/>
        <pc:sldMkLst>
          <pc:docMk/>
          <pc:sldMk cId="1754065141" sldId="371"/>
        </pc:sldMkLst>
      </pc:sldChg>
      <pc:sldChg chg="del">
        <pc:chgData name="Aritra Mitra" userId="ed282abb-f77d-4912-ae2d-92fef056a80d" providerId="ADAL" clId="{AD33029D-E00C-4EF8-BEF5-A7644D7AF568}" dt="2021-09-10T22:48:32.737" v="6029" actId="47"/>
        <pc:sldMkLst>
          <pc:docMk/>
          <pc:sldMk cId="3961497009" sldId="374"/>
        </pc:sldMkLst>
      </pc:sldChg>
      <pc:sldChg chg="del">
        <pc:chgData name="Aritra Mitra" userId="ed282abb-f77d-4912-ae2d-92fef056a80d" providerId="ADAL" clId="{AD33029D-E00C-4EF8-BEF5-A7644D7AF568}" dt="2021-09-10T15:25:51.180" v="1625" actId="47"/>
        <pc:sldMkLst>
          <pc:docMk/>
          <pc:sldMk cId="761823415" sldId="376"/>
        </pc:sldMkLst>
      </pc:sldChg>
      <pc:sldChg chg="del">
        <pc:chgData name="Aritra Mitra" userId="ed282abb-f77d-4912-ae2d-92fef056a80d" providerId="ADAL" clId="{AD33029D-E00C-4EF8-BEF5-A7644D7AF568}" dt="2021-09-10T17:29:14.802" v="2401" actId="47"/>
        <pc:sldMkLst>
          <pc:docMk/>
          <pc:sldMk cId="3919981426" sldId="377"/>
        </pc:sldMkLst>
      </pc:sldChg>
      <pc:sldChg chg="ord">
        <pc:chgData name="Aritra Mitra" userId="ed282abb-f77d-4912-ae2d-92fef056a80d" providerId="ADAL" clId="{AD33029D-E00C-4EF8-BEF5-A7644D7AF568}" dt="2021-09-10T15:54:51.495" v="1662"/>
        <pc:sldMkLst>
          <pc:docMk/>
          <pc:sldMk cId="1180624800" sldId="378"/>
        </pc:sldMkLst>
      </pc:sldChg>
      <pc:sldChg chg="del">
        <pc:chgData name="Aritra Mitra" userId="ed282abb-f77d-4912-ae2d-92fef056a80d" providerId="ADAL" clId="{AD33029D-E00C-4EF8-BEF5-A7644D7AF568}" dt="2021-09-10T17:29:16.415" v="2402" actId="47"/>
        <pc:sldMkLst>
          <pc:docMk/>
          <pc:sldMk cId="2833554666" sldId="379"/>
        </pc:sldMkLst>
      </pc:sldChg>
      <pc:sldChg chg="del">
        <pc:chgData name="Aritra Mitra" userId="ed282abb-f77d-4912-ae2d-92fef056a80d" providerId="ADAL" clId="{AD33029D-E00C-4EF8-BEF5-A7644D7AF568}" dt="2021-09-10T17:29:21.728" v="2403" actId="47"/>
        <pc:sldMkLst>
          <pc:docMk/>
          <pc:sldMk cId="956970762" sldId="380"/>
        </pc:sldMkLst>
      </pc:sldChg>
      <pc:sldChg chg="addSp delSp modSp add del mod delAnim">
        <pc:chgData name="Aritra Mitra" userId="ed282abb-f77d-4912-ae2d-92fef056a80d" providerId="ADAL" clId="{AD33029D-E00C-4EF8-BEF5-A7644D7AF568}" dt="2021-09-12T03:29:31.251" v="6128" actId="1076"/>
        <pc:sldMkLst>
          <pc:docMk/>
          <pc:sldMk cId="2232337142" sldId="381"/>
        </pc:sldMkLst>
        <pc:spChg chg="mod">
          <ac:chgData name="Aritra Mitra" userId="ed282abb-f77d-4912-ae2d-92fef056a80d" providerId="ADAL" clId="{AD33029D-E00C-4EF8-BEF5-A7644D7AF568}" dt="2021-09-12T03:28:11.428" v="6096" actId="1076"/>
          <ac:spMkLst>
            <pc:docMk/>
            <pc:sldMk cId="2232337142" sldId="381"/>
            <ac:spMk id="2" creationId="{8639B2C4-D4CC-4FBF-A833-F4E22B31AA61}"/>
          </ac:spMkLst>
        </pc:spChg>
        <pc:spChg chg="del mod">
          <ac:chgData name="Aritra Mitra" userId="ed282abb-f77d-4912-ae2d-92fef056a80d" providerId="ADAL" clId="{AD33029D-E00C-4EF8-BEF5-A7644D7AF568}" dt="2021-09-12T03:28:16.504" v="6098" actId="478"/>
          <ac:spMkLst>
            <pc:docMk/>
            <pc:sldMk cId="2232337142" sldId="381"/>
            <ac:spMk id="3" creationId="{D94F5454-1DB4-4EC0-90ED-A9D78A20D1BE}"/>
          </ac:spMkLst>
        </pc:spChg>
        <pc:spChg chg="del">
          <ac:chgData name="Aritra Mitra" userId="ed282abb-f77d-4912-ae2d-92fef056a80d" providerId="ADAL" clId="{AD33029D-E00C-4EF8-BEF5-A7644D7AF568}" dt="2021-09-12T03:27:29.939" v="6060" actId="478"/>
          <ac:spMkLst>
            <pc:docMk/>
            <pc:sldMk cId="2232337142" sldId="381"/>
            <ac:spMk id="4" creationId="{170744FC-7A07-4B6A-9AE3-3D07D1ABE6D2}"/>
          </ac:spMkLst>
        </pc:spChg>
        <pc:spChg chg="add del mod">
          <ac:chgData name="Aritra Mitra" userId="ed282abb-f77d-4912-ae2d-92fef056a80d" providerId="ADAL" clId="{AD33029D-E00C-4EF8-BEF5-A7644D7AF568}" dt="2021-09-12T03:29:15.018" v="6126" actId="478"/>
          <ac:spMkLst>
            <pc:docMk/>
            <pc:sldMk cId="2232337142" sldId="381"/>
            <ac:spMk id="5" creationId="{B897C08E-AFC5-4F4E-90BC-E5B42B471C81}"/>
          </ac:spMkLst>
        </pc:spChg>
        <pc:picChg chg="mod">
          <ac:chgData name="Aritra Mitra" userId="ed282abb-f77d-4912-ae2d-92fef056a80d" providerId="ADAL" clId="{AD33029D-E00C-4EF8-BEF5-A7644D7AF568}" dt="2021-09-12T03:29:31.251" v="6128" actId="1076"/>
          <ac:picMkLst>
            <pc:docMk/>
            <pc:sldMk cId="2232337142" sldId="381"/>
            <ac:picMk id="8" creationId="{5EBBEB4E-A187-428B-B6D2-33EC1DF580BB}"/>
          </ac:picMkLst>
        </pc:picChg>
      </pc:sldChg>
      <pc:sldChg chg="addSp modSp mod modAnim">
        <pc:chgData name="Aritra Mitra" userId="ed282abb-f77d-4912-ae2d-92fef056a80d" providerId="ADAL" clId="{AD33029D-E00C-4EF8-BEF5-A7644D7AF568}" dt="2021-09-10T22:55:12.350" v="6032" actId="113"/>
        <pc:sldMkLst>
          <pc:docMk/>
          <pc:sldMk cId="102615468" sldId="382"/>
        </pc:sldMkLst>
        <pc:spChg chg="mod">
          <ac:chgData name="Aritra Mitra" userId="ed282abb-f77d-4912-ae2d-92fef056a80d" providerId="ADAL" clId="{AD33029D-E00C-4EF8-BEF5-A7644D7AF568}" dt="2021-09-10T20:37:17.378" v="3084" actId="20577"/>
          <ac:spMkLst>
            <pc:docMk/>
            <pc:sldMk cId="102615468" sldId="382"/>
            <ac:spMk id="2" creationId="{7AE2A8DF-033A-4C64-802E-B96DB6B876C1}"/>
          </ac:spMkLst>
        </pc:spChg>
        <pc:spChg chg="mod">
          <ac:chgData name="Aritra Mitra" userId="ed282abb-f77d-4912-ae2d-92fef056a80d" providerId="ADAL" clId="{AD33029D-E00C-4EF8-BEF5-A7644D7AF568}" dt="2021-09-10T17:52:22.874" v="2681" actId="1076"/>
          <ac:spMkLst>
            <pc:docMk/>
            <pc:sldMk cId="102615468" sldId="382"/>
            <ac:spMk id="7" creationId="{6788E0BB-A0ED-4A42-8D87-62B68ACECE23}"/>
          </ac:spMkLst>
        </pc:spChg>
        <pc:spChg chg="add mod">
          <ac:chgData name="Aritra Mitra" userId="ed282abb-f77d-4912-ae2d-92fef056a80d" providerId="ADAL" clId="{AD33029D-E00C-4EF8-BEF5-A7644D7AF568}" dt="2021-09-10T22:55:12.350" v="6032" actId="113"/>
          <ac:spMkLst>
            <pc:docMk/>
            <pc:sldMk cId="102615468" sldId="382"/>
            <ac:spMk id="8" creationId="{46E0B754-47B1-48A6-B98B-6988CC04EC64}"/>
          </ac:spMkLst>
        </pc:spChg>
      </pc:sldChg>
      <pc:sldChg chg="del">
        <pc:chgData name="Aritra Mitra" userId="ed282abb-f77d-4912-ae2d-92fef056a80d" providerId="ADAL" clId="{AD33029D-E00C-4EF8-BEF5-A7644D7AF568}" dt="2021-09-10T20:50:06.036" v="3277" actId="47"/>
        <pc:sldMkLst>
          <pc:docMk/>
          <pc:sldMk cId="1909710010" sldId="383"/>
        </pc:sldMkLst>
      </pc:sldChg>
      <pc:sldChg chg="addSp delSp modSp mod ord delAnim">
        <pc:chgData name="Aritra Mitra" userId="ed282abb-f77d-4912-ae2d-92fef056a80d" providerId="ADAL" clId="{AD33029D-E00C-4EF8-BEF5-A7644D7AF568}" dt="2021-10-14T04:15:35.038" v="7853" actId="20577"/>
        <pc:sldMkLst>
          <pc:docMk/>
          <pc:sldMk cId="1256579614" sldId="384"/>
        </pc:sldMkLst>
        <pc:spChg chg="add mod">
          <ac:chgData name="Aritra Mitra" userId="ed282abb-f77d-4912-ae2d-92fef056a80d" providerId="ADAL" clId="{AD33029D-E00C-4EF8-BEF5-A7644D7AF568}" dt="2021-09-10T22:44:26.799" v="6020" actId="1038"/>
          <ac:spMkLst>
            <pc:docMk/>
            <pc:sldMk cId="1256579614" sldId="384"/>
            <ac:spMk id="3" creationId="{FFD4EB42-66ED-48F1-A34A-83E57F8469AA}"/>
          </ac:spMkLst>
        </pc:spChg>
        <pc:spChg chg="add mod">
          <ac:chgData name="Aritra Mitra" userId="ed282abb-f77d-4912-ae2d-92fef056a80d" providerId="ADAL" clId="{AD33029D-E00C-4EF8-BEF5-A7644D7AF568}" dt="2021-10-14T04:15:35.038" v="7853" actId="20577"/>
          <ac:spMkLst>
            <pc:docMk/>
            <pc:sldMk cId="1256579614" sldId="384"/>
            <ac:spMk id="5" creationId="{16415C46-CF04-46DE-B604-5247BF90EA36}"/>
          </ac:spMkLst>
        </pc:spChg>
        <pc:spChg chg="del">
          <ac:chgData name="Aritra Mitra" userId="ed282abb-f77d-4912-ae2d-92fef056a80d" providerId="ADAL" clId="{AD33029D-E00C-4EF8-BEF5-A7644D7AF568}" dt="2021-09-10T22:40:01.726" v="5632" actId="478"/>
          <ac:spMkLst>
            <pc:docMk/>
            <pc:sldMk cId="1256579614" sldId="384"/>
            <ac:spMk id="7" creationId="{20A254E9-70B3-4397-A9E9-A146C693BA5F}"/>
          </ac:spMkLst>
        </pc:spChg>
        <pc:graphicFrameChg chg="mod">
          <ac:chgData name="Aritra Mitra" userId="ed282abb-f77d-4912-ae2d-92fef056a80d" providerId="ADAL" clId="{AD33029D-E00C-4EF8-BEF5-A7644D7AF568}" dt="2021-09-10T22:42:23.264" v="5991" actId="1076"/>
          <ac:graphicFrameMkLst>
            <pc:docMk/>
            <pc:sldMk cId="1256579614" sldId="384"/>
            <ac:graphicFrameMk id="6" creationId="{B7908FF2-3141-41E7-BAF4-D0B4AE6EA92D}"/>
          </ac:graphicFrameMkLst>
        </pc:graphicFrameChg>
      </pc:sldChg>
      <pc:sldChg chg="del">
        <pc:chgData name="Aritra Mitra" userId="ed282abb-f77d-4912-ae2d-92fef056a80d" providerId="ADAL" clId="{AD33029D-E00C-4EF8-BEF5-A7644D7AF568}" dt="2021-09-12T03:31:20.599" v="6129" actId="47"/>
        <pc:sldMkLst>
          <pc:docMk/>
          <pc:sldMk cId="3671304307" sldId="385"/>
        </pc:sldMkLst>
      </pc:sldChg>
      <pc:sldChg chg="del">
        <pc:chgData name="Aritra Mitra" userId="ed282abb-f77d-4912-ae2d-92fef056a80d" providerId="ADAL" clId="{AD33029D-E00C-4EF8-BEF5-A7644D7AF568}" dt="2021-09-10T22:48:28.220" v="6025" actId="47"/>
        <pc:sldMkLst>
          <pc:docMk/>
          <pc:sldMk cId="831353992" sldId="386"/>
        </pc:sldMkLst>
      </pc:sldChg>
      <pc:sldChg chg="del">
        <pc:chgData name="Aritra Mitra" userId="ed282abb-f77d-4912-ae2d-92fef056a80d" providerId="ADAL" clId="{AD33029D-E00C-4EF8-BEF5-A7644D7AF568}" dt="2021-09-10T22:39:35.802" v="5627" actId="47"/>
        <pc:sldMkLst>
          <pc:docMk/>
          <pc:sldMk cId="2074760328" sldId="387"/>
        </pc:sldMkLst>
      </pc:sldChg>
      <pc:sldChg chg="del">
        <pc:chgData name="Aritra Mitra" userId="ed282abb-f77d-4912-ae2d-92fef056a80d" providerId="ADAL" clId="{AD33029D-E00C-4EF8-BEF5-A7644D7AF568}" dt="2021-09-10T14:14:52.671" v="107" actId="47"/>
        <pc:sldMkLst>
          <pc:docMk/>
          <pc:sldMk cId="215059634" sldId="390"/>
        </pc:sldMkLst>
      </pc:sldChg>
      <pc:sldChg chg="del">
        <pc:chgData name="Aritra Mitra" userId="ed282abb-f77d-4912-ae2d-92fef056a80d" providerId="ADAL" clId="{AD33029D-E00C-4EF8-BEF5-A7644D7AF568}" dt="2021-09-10T14:14:54.181" v="108" actId="47"/>
        <pc:sldMkLst>
          <pc:docMk/>
          <pc:sldMk cId="1813290867" sldId="391"/>
        </pc:sldMkLst>
      </pc:sldChg>
      <pc:sldChg chg="del">
        <pc:chgData name="Aritra Mitra" userId="ed282abb-f77d-4912-ae2d-92fef056a80d" providerId="ADAL" clId="{AD33029D-E00C-4EF8-BEF5-A7644D7AF568}" dt="2021-09-10T15:24:04.221" v="1608" actId="47"/>
        <pc:sldMkLst>
          <pc:docMk/>
          <pc:sldMk cId="432660969" sldId="392"/>
        </pc:sldMkLst>
      </pc:sldChg>
      <pc:sldChg chg="del">
        <pc:chgData name="Aritra Mitra" userId="ed282abb-f77d-4912-ae2d-92fef056a80d" providerId="ADAL" clId="{AD33029D-E00C-4EF8-BEF5-A7644D7AF568}" dt="2021-09-10T14:11:59.936" v="105" actId="47"/>
        <pc:sldMkLst>
          <pc:docMk/>
          <pc:sldMk cId="1329040859" sldId="393"/>
        </pc:sldMkLst>
      </pc:sldChg>
      <pc:sldChg chg="delSp modSp mod">
        <pc:chgData name="Aritra Mitra" userId="ed282abb-f77d-4912-ae2d-92fef056a80d" providerId="ADAL" clId="{AD33029D-E00C-4EF8-BEF5-A7644D7AF568}" dt="2021-09-10T14:49:57.337" v="356" actId="1076"/>
        <pc:sldMkLst>
          <pc:docMk/>
          <pc:sldMk cId="139517923" sldId="394"/>
        </pc:sldMkLst>
        <pc:spChg chg="mod">
          <ac:chgData name="Aritra Mitra" userId="ed282abb-f77d-4912-ae2d-92fef056a80d" providerId="ADAL" clId="{AD33029D-E00C-4EF8-BEF5-A7644D7AF568}" dt="2021-09-10T14:49:57.337" v="356" actId="1076"/>
          <ac:spMkLst>
            <pc:docMk/>
            <pc:sldMk cId="139517923" sldId="394"/>
            <ac:spMk id="10" creationId="{17FF9442-6594-451B-8FBF-351830F2F985}"/>
          </ac:spMkLst>
        </pc:spChg>
        <pc:picChg chg="mod">
          <ac:chgData name="Aritra Mitra" userId="ed282abb-f77d-4912-ae2d-92fef056a80d" providerId="ADAL" clId="{AD33029D-E00C-4EF8-BEF5-A7644D7AF568}" dt="2021-09-10T14:49:44.046" v="355" actId="1076"/>
          <ac:picMkLst>
            <pc:docMk/>
            <pc:sldMk cId="139517923" sldId="394"/>
            <ac:picMk id="7" creationId="{DBE50901-D659-4F22-BA15-53D783E0F7DD}"/>
          </ac:picMkLst>
        </pc:picChg>
        <pc:picChg chg="del">
          <ac:chgData name="Aritra Mitra" userId="ed282abb-f77d-4912-ae2d-92fef056a80d" providerId="ADAL" clId="{AD33029D-E00C-4EF8-BEF5-A7644D7AF568}" dt="2021-09-10T14:49:28.707" v="354" actId="478"/>
          <ac:picMkLst>
            <pc:docMk/>
            <pc:sldMk cId="139517923" sldId="394"/>
            <ac:picMk id="9" creationId="{45C3E118-F18E-4A9B-B6B4-C61280A3D29A}"/>
          </ac:picMkLst>
        </pc:picChg>
      </pc:sldChg>
      <pc:sldChg chg="del">
        <pc:chgData name="Aritra Mitra" userId="ed282abb-f77d-4912-ae2d-92fef056a80d" providerId="ADAL" clId="{AD33029D-E00C-4EF8-BEF5-A7644D7AF568}" dt="2021-09-10T15:23:35.927" v="1603" actId="47"/>
        <pc:sldMkLst>
          <pc:docMk/>
          <pc:sldMk cId="3428857014" sldId="395"/>
        </pc:sldMkLst>
      </pc:sldChg>
      <pc:sldChg chg="del">
        <pc:chgData name="Aritra Mitra" userId="ed282abb-f77d-4912-ae2d-92fef056a80d" providerId="ADAL" clId="{AD33029D-E00C-4EF8-BEF5-A7644D7AF568}" dt="2021-09-10T15:23:36.807" v="1604" actId="47"/>
        <pc:sldMkLst>
          <pc:docMk/>
          <pc:sldMk cId="1790486990" sldId="396"/>
        </pc:sldMkLst>
      </pc:sldChg>
      <pc:sldChg chg="del">
        <pc:chgData name="Aritra Mitra" userId="ed282abb-f77d-4912-ae2d-92fef056a80d" providerId="ADAL" clId="{AD33029D-E00C-4EF8-BEF5-A7644D7AF568}" dt="2021-09-10T15:23:50.216" v="1605" actId="47"/>
        <pc:sldMkLst>
          <pc:docMk/>
          <pc:sldMk cId="3897195678" sldId="397"/>
        </pc:sldMkLst>
      </pc:sldChg>
      <pc:sldChg chg="del">
        <pc:chgData name="Aritra Mitra" userId="ed282abb-f77d-4912-ae2d-92fef056a80d" providerId="ADAL" clId="{AD33029D-E00C-4EF8-BEF5-A7644D7AF568}" dt="2021-09-10T15:23:53.225" v="1606" actId="47"/>
        <pc:sldMkLst>
          <pc:docMk/>
          <pc:sldMk cId="719457577" sldId="398"/>
        </pc:sldMkLst>
      </pc:sldChg>
      <pc:sldChg chg="del">
        <pc:chgData name="Aritra Mitra" userId="ed282abb-f77d-4912-ae2d-92fef056a80d" providerId="ADAL" clId="{AD33029D-E00C-4EF8-BEF5-A7644D7AF568}" dt="2021-09-10T15:23:55.606" v="1607" actId="47"/>
        <pc:sldMkLst>
          <pc:docMk/>
          <pc:sldMk cId="3050862074" sldId="399"/>
        </pc:sldMkLst>
      </pc:sldChg>
      <pc:sldChg chg="del">
        <pc:chgData name="Aritra Mitra" userId="ed282abb-f77d-4912-ae2d-92fef056a80d" providerId="ADAL" clId="{AD33029D-E00C-4EF8-BEF5-A7644D7AF568}" dt="2021-09-10T14:14:51.695" v="106" actId="47"/>
        <pc:sldMkLst>
          <pc:docMk/>
          <pc:sldMk cId="3383918606" sldId="400"/>
        </pc:sldMkLst>
      </pc:sldChg>
      <pc:sldChg chg="del">
        <pc:chgData name="Aritra Mitra" userId="ed282abb-f77d-4912-ae2d-92fef056a80d" providerId="ADAL" clId="{AD33029D-E00C-4EF8-BEF5-A7644D7AF568}" dt="2021-09-10T13:41:06.556" v="100" actId="47"/>
        <pc:sldMkLst>
          <pc:docMk/>
          <pc:sldMk cId="1286337717" sldId="401"/>
        </pc:sldMkLst>
      </pc:sldChg>
      <pc:sldChg chg="del">
        <pc:chgData name="Aritra Mitra" userId="ed282abb-f77d-4912-ae2d-92fef056a80d" providerId="ADAL" clId="{AD33029D-E00C-4EF8-BEF5-A7644D7AF568}" dt="2021-09-10T22:48:29.103" v="6026" actId="47"/>
        <pc:sldMkLst>
          <pc:docMk/>
          <pc:sldMk cId="2017743569" sldId="402"/>
        </pc:sldMkLst>
      </pc:sldChg>
      <pc:sldChg chg="del">
        <pc:chgData name="Aritra Mitra" userId="ed282abb-f77d-4912-ae2d-92fef056a80d" providerId="ADAL" clId="{AD33029D-E00C-4EF8-BEF5-A7644D7AF568}" dt="2021-09-10T22:48:29.806" v="6027" actId="47"/>
        <pc:sldMkLst>
          <pc:docMk/>
          <pc:sldMk cId="1759173065" sldId="403"/>
        </pc:sldMkLst>
      </pc:sldChg>
      <pc:sldChg chg="del">
        <pc:chgData name="Aritra Mitra" userId="ed282abb-f77d-4912-ae2d-92fef056a80d" providerId="ADAL" clId="{AD33029D-E00C-4EF8-BEF5-A7644D7AF568}" dt="2021-09-10T22:48:31.581" v="6028" actId="47"/>
        <pc:sldMkLst>
          <pc:docMk/>
          <pc:sldMk cId="242474966" sldId="404"/>
        </pc:sldMkLst>
      </pc:sldChg>
      <pc:sldChg chg="modSp new mod">
        <pc:chgData name="Aritra Mitra" userId="ed282abb-f77d-4912-ae2d-92fef056a80d" providerId="ADAL" clId="{AD33029D-E00C-4EF8-BEF5-A7644D7AF568}" dt="2021-09-10T15:13:58.122" v="1602" actId="207"/>
        <pc:sldMkLst>
          <pc:docMk/>
          <pc:sldMk cId="753345692" sldId="405"/>
        </pc:sldMkLst>
        <pc:spChg chg="mod">
          <ac:chgData name="Aritra Mitra" userId="ed282abb-f77d-4912-ae2d-92fef056a80d" providerId="ADAL" clId="{AD33029D-E00C-4EF8-BEF5-A7644D7AF568}" dt="2021-09-10T14:55:35.767" v="372" actId="20577"/>
          <ac:spMkLst>
            <pc:docMk/>
            <pc:sldMk cId="753345692" sldId="405"/>
            <ac:spMk id="2" creationId="{831A2C2F-0171-4294-9A68-1E131A7133D5}"/>
          </ac:spMkLst>
        </pc:spChg>
        <pc:spChg chg="mod">
          <ac:chgData name="Aritra Mitra" userId="ed282abb-f77d-4912-ae2d-92fef056a80d" providerId="ADAL" clId="{AD33029D-E00C-4EF8-BEF5-A7644D7AF568}" dt="2021-09-10T15:13:58.122" v="1602" actId="207"/>
          <ac:spMkLst>
            <pc:docMk/>
            <pc:sldMk cId="753345692" sldId="405"/>
            <ac:spMk id="3" creationId="{48F96F0E-13F8-4805-B599-2C11B58ADFBE}"/>
          </ac:spMkLst>
        </pc:spChg>
      </pc:sldChg>
      <pc:sldChg chg="modSp new mod">
        <pc:chgData name="Aritra Mitra" userId="ed282abb-f77d-4912-ae2d-92fef056a80d" providerId="ADAL" clId="{AD33029D-E00C-4EF8-BEF5-A7644D7AF568}" dt="2021-09-10T17:28:17.280" v="2400" actId="20577"/>
        <pc:sldMkLst>
          <pc:docMk/>
          <pc:sldMk cId="2425079126" sldId="406"/>
        </pc:sldMkLst>
        <pc:spChg chg="mod">
          <ac:chgData name="Aritra Mitra" userId="ed282abb-f77d-4912-ae2d-92fef056a80d" providerId="ADAL" clId="{AD33029D-E00C-4EF8-BEF5-A7644D7AF568}" dt="2021-09-10T17:14:01.112" v="1716" actId="20577"/>
          <ac:spMkLst>
            <pc:docMk/>
            <pc:sldMk cId="2425079126" sldId="406"/>
            <ac:spMk id="2" creationId="{A5DD50EA-C5BC-4039-A777-93F71CD797AA}"/>
          </ac:spMkLst>
        </pc:spChg>
        <pc:spChg chg="mod">
          <ac:chgData name="Aritra Mitra" userId="ed282abb-f77d-4912-ae2d-92fef056a80d" providerId="ADAL" clId="{AD33029D-E00C-4EF8-BEF5-A7644D7AF568}" dt="2021-09-10T17:28:17.280" v="2400" actId="20577"/>
          <ac:spMkLst>
            <pc:docMk/>
            <pc:sldMk cId="2425079126" sldId="406"/>
            <ac:spMk id="3" creationId="{338B8A4C-0E3B-4520-BC0B-36AB0C6DE51A}"/>
          </ac:spMkLst>
        </pc:spChg>
      </pc:sldChg>
      <pc:sldChg chg="modSp new mod">
        <pc:chgData name="Aritra Mitra" userId="ed282abb-f77d-4912-ae2d-92fef056a80d" providerId="ADAL" clId="{AD33029D-E00C-4EF8-BEF5-A7644D7AF568}" dt="2021-09-10T17:51:04.074" v="2680" actId="113"/>
        <pc:sldMkLst>
          <pc:docMk/>
          <pc:sldMk cId="2034900899" sldId="407"/>
        </pc:sldMkLst>
        <pc:spChg chg="mod">
          <ac:chgData name="Aritra Mitra" userId="ed282abb-f77d-4912-ae2d-92fef056a80d" providerId="ADAL" clId="{AD33029D-E00C-4EF8-BEF5-A7644D7AF568}" dt="2021-09-10T17:48:27.622" v="2469" actId="20577"/>
          <ac:spMkLst>
            <pc:docMk/>
            <pc:sldMk cId="2034900899" sldId="407"/>
            <ac:spMk id="2" creationId="{1CE27629-BD1C-47E4-91AC-9DD3806EB8EA}"/>
          </ac:spMkLst>
        </pc:spChg>
        <pc:spChg chg="mod">
          <ac:chgData name="Aritra Mitra" userId="ed282abb-f77d-4912-ae2d-92fef056a80d" providerId="ADAL" clId="{AD33029D-E00C-4EF8-BEF5-A7644D7AF568}" dt="2021-09-10T17:51:04.074" v="2680" actId="113"/>
          <ac:spMkLst>
            <pc:docMk/>
            <pc:sldMk cId="2034900899" sldId="407"/>
            <ac:spMk id="3" creationId="{DFDE6948-7043-4619-A360-6C509729CCB7}"/>
          </ac:spMkLst>
        </pc:spChg>
      </pc:sldChg>
      <pc:sldChg chg="addSp delSp modSp new mod modAnim">
        <pc:chgData name="Aritra Mitra" userId="ed282abb-f77d-4912-ae2d-92fef056a80d" providerId="ADAL" clId="{AD33029D-E00C-4EF8-BEF5-A7644D7AF568}" dt="2021-09-10T22:25:38.762" v="5199" actId="207"/>
        <pc:sldMkLst>
          <pc:docMk/>
          <pc:sldMk cId="1224849219" sldId="408"/>
        </pc:sldMkLst>
        <pc:spChg chg="mod">
          <ac:chgData name="Aritra Mitra" userId="ed282abb-f77d-4912-ae2d-92fef056a80d" providerId="ADAL" clId="{AD33029D-E00C-4EF8-BEF5-A7644D7AF568}" dt="2021-09-10T20:51:04.256" v="3292" actId="20577"/>
          <ac:spMkLst>
            <pc:docMk/>
            <pc:sldMk cId="1224849219" sldId="408"/>
            <ac:spMk id="2" creationId="{19994758-898D-489C-9D99-E90C42D8236D}"/>
          </ac:spMkLst>
        </pc:spChg>
        <pc:spChg chg="mod">
          <ac:chgData name="Aritra Mitra" userId="ed282abb-f77d-4912-ae2d-92fef056a80d" providerId="ADAL" clId="{AD33029D-E00C-4EF8-BEF5-A7644D7AF568}" dt="2021-09-10T20:54:27.860" v="3465" actId="20577"/>
          <ac:spMkLst>
            <pc:docMk/>
            <pc:sldMk cId="1224849219" sldId="408"/>
            <ac:spMk id="3" creationId="{8FF86C91-8B24-4F68-A6F4-D5DC5C05CC8B}"/>
          </ac:spMkLst>
        </pc:spChg>
        <pc:spChg chg="add mod">
          <ac:chgData name="Aritra Mitra" userId="ed282abb-f77d-4912-ae2d-92fef056a80d" providerId="ADAL" clId="{AD33029D-E00C-4EF8-BEF5-A7644D7AF568}" dt="2021-09-10T21:18:13.288" v="4096" actId="1037"/>
          <ac:spMkLst>
            <pc:docMk/>
            <pc:sldMk cId="1224849219" sldId="408"/>
            <ac:spMk id="4" creationId="{F3FE0866-F423-47F7-9F5C-24B155C40F38}"/>
          </ac:spMkLst>
        </pc:spChg>
        <pc:spChg chg="add mod">
          <ac:chgData name="Aritra Mitra" userId="ed282abb-f77d-4912-ae2d-92fef056a80d" providerId="ADAL" clId="{AD33029D-E00C-4EF8-BEF5-A7644D7AF568}" dt="2021-09-10T21:18:13.288" v="4096" actId="1037"/>
          <ac:spMkLst>
            <pc:docMk/>
            <pc:sldMk cId="1224849219" sldId="408"/>
            <ac:spMk id="5" creationId="{C35AA6D6-EF48-410D-BB7E-F62929886401}"/>
          </ac:spMkLst>
        </pc:spChg>
        <pc:spChg chg="add mod">
          <ac:chgData name="Aritra Mitra" userId="ed282abb-f77d-4912-ae2d-92fef056a80d" providerId="ADAL" clId="{AD33029D-E00C-4EF8-BEF5-A7644D7AF568}" dt="2021-09-10T22:25:38.762" v="5199" actId="207"/>
          <ac:spMkLst>
            <pc:docMk/>
            <pc:sldMk cId="1224849219" sldId="408"/>
            <ac:spMk id="10" creationId="{6BBD83FA-5FA0-4910-AC10-FFE8C1A4CE83}"/>
          </ac:spMkLst>
        </pc:spChg>
        <pc:picChg chg="del mod replST">
          <ac:chgData name="Aritra Mitra" userId="ed282abb-f77d-4912-ae2d-92fef056a80d" providerId="ADAL" clId="{AD33029D-E00C-4EF8-BEF5-A7644D7AF568}" dt="2021-09-10T21:06:19.101" v="3857" actId="478"/>
          <ac:picMkLst>
            <pc:docMk/>
            <pc:sldMk cId="1224849219" sldId="408"/>
            <ac:picMk id="7" creationId="{D865C7BE-6A17-4BB4-AE79-380038FE9FBB}"/>
          </ac:picMkLst>
        </pc:picChg>
        <pc:picChg chg="mod ord replST">
          <ac:chgData name="Aritra Mitra" userId="ed282abb-f77d-4912-ae2d-92fef056a80d" providerId="ADAL" clId="{AD33029D-E00C-4EF8-BEF5-A7644D7AF568}" dt="2021-09-10T21:18:19.929" v="4102" actId="1038"/>
          <ac:picMkLst>
            <pc:docMk/>
            <pc:sldMk cId="1224849219" sldId="408"/>
            <ac:picMk id="9" creationId="{8DA20F3E-C993-4500-A9A1-6692C195522B}"/>
          </ac:picMkLst>
        </pc:picChg>
      </pc:sldChg>
      <pc:sldChg chg="addSp delSp modSp new mod">
        <pc:chgData name="Aritra Mitra" userId="ed282abb-f77d-4912-ae2d-92fef056a80d" providerId="ADAL" clId="{AD33029D-E00C-4EF8-BEF5-A7644D7AF568}" dt="2021-09-10T22:56:10.140" v="6034" actId="21"/>
        <pc:sldMkLst>
          <pc:docMk/>
          <pc:sldMk cId="1385941479" sldId="409"/>
        </pc:sldMkLst>
        <pc:spChg chg="mod">
          <ac:chgData name="Aritra Mitra" userId="ed282abb-f77d-4912-ae2d-92fef056a80d" providerId="ADAL" clId="{AD33029D-E00C-4EF8-BEF5-A7644D7AF568}" dt="2021-09-10T21:28:38.973" v="4129" actId="1076"/>
          <ac:spMkLst>
            <pc:docMk/>
            <pc:sldMk cId="1385941479" sldId="409"/>
            <ac:spMk id="2" creationId="{B55A4102-3FC3-481A-BCC5-15B83841CF47}"/>
          </ac:spMkLst>
        </pc:spChg>
        <pc:spChg chg="del mod">
          <ac:chgData name="Aritra Mitra" userId="ed282abb-f77d-4912-ae2d-92fef056a80d" providerId="ADAL" clId="{AD33029D-E00C-4EF8-BEF5-A7644D7AF568}" dt="2021-09-10T21:28:48.211" v="4130" actId="478"/>
          <ac:spMkLst>
            <pc:docMk/>
            <pc:sldMk cId="1385941479" sldId="409"/>
            <ac:spMk id="3" creationId="{A8DE668E-99C6-4755-A44B-EEA65BCAFD59}"/>
          </ac:spMkLst>
        </pc:spChg>
        <pc:spChg chg="add mod">
          <ac:chgData name="Aritra Mitra" userId="ed282abb-f77d-4912-ae2d-92fef056a80d" providerId="ADAL" clId="{AD33029D-E00C-4EF8-BEF5-A7644D7AF568}" dt="2021-09-10T22:09:34.220" v="5163" actId="1076"/>
          <ac:spMkLst>
            <pc:docMk/>
            <pc:sldMk cId="1385941479" sldId="409"/>
            <ac:spMk id="4" creationId="{1A655649-7505-422A-931C-49B4E6AD2616}"/>
          </ac:spMkLst>
        </pc:spChg>
        <pc:spChg chg="add mod">
          <ac:chgData name="Aritra Mitra" userId="ed282abb-f77d-4912-ae2d-92fef056a80d" providerId="ADAL" clId="{AD33029D-E00C-4EF8-BEF5-A7644D7AF568}" dt="2021-09-10T21:33:51.847" v="4247" actId="1037"/>
          <ac:spMkLst>
            <pc:docMk/>
            <pc:sldMk cId="1385941479" sldId="409"/>
            <ac:spMk id="12" creationId="{92F46AA5-9FB0-4FB4-9F9E-8F94C18AB018}"/>
          </ac:spMkLst>
        </pc:spChg>
        <pc:spChg chg="add mod">
          <ac:chgData name="Aritra Mitra" userId="ed282abb-f77d-4912-ae2d-92fef056a80d" providerId="ADAL" clId="{AD33029D-E00C-4EF8-BEF5-A7644D7AF568}" dt="2021-09-10T21:33:45.048" v="4245" actId="1035"/>
          <ac:spMkLst>
            <pc:docMk/>
            <pc:sldMk cId="1385941479" sldId="409"/>
            <ac:spMk id="13" creationId="{8B0B6D74-ECE5-44FD-A428-7737494EA366}"/>
          </ac:spMkLst>
        </pc:spChg>
        <pc:spChg chg="add mod">
          <ac:chgData name="Aritra Mitra" userId="ed282abb-f77d-4912-ae2d-92fef056a80d" providerId="ADAL" clId="{AD33029D-E00C-4EF8-BEF5-A7644D7AF568}" dt="2021-09-10T22:09:55.985" v="5166" actId="1076"/>
          <ac:spMkLst>
            <pc:docMk/>
            <pc:sldMk cId="1385941479" sldId="409"/>
            <ac:spMk id="14" creationId="{40143D39-BC6B-4A3D-B901-A1BB21376734}"/>
          </ac:spMkLst>
        </pc:spChg>
        <pc:spChg chg="add mod">
          <ac:chgData name="Aritra Mitra" userId="ed282abb-f77d-4912-ae2d-92fef056a80d" providerId="ADAL" clId="{AD33029D-E00C-4EF8-BEF5-A7644D7AF568}" dt="2021-09-10T21:39:27.707" v="4378" actId="1036"/>
          <ac:spMkLst>
            <pc:docMk/>
            <pc:sldMk cId="1385941479" sldId="409"/>
            <ac:spMk id="15" creationId="{2FACB7C4-2B07-41F1-BAF3-5DFBAA0ED125}"/>
          </ac:spMkLst>
        </pc:spChg>
        <pc:spChg chg="add del mod">
          <ac:chgData name="Aritra Mitra" userId="ed282abb-f77d-4912-ae2d-92fef056a80d" providerId="ADAL" clId="{AD33029D-E00C-4EF8-BEF5-A7644D7AF568}" dt="2021-09-10T21:35:06.407" v="4284" actId="478"/>
          <ac:spMkLst>
            <pc:docMk/>
            <pc:sldMk cId="1385941479" sldId="409"/>
            <ac:spMk id="16" creationId="{16DA5073-66BD-48D7-ADCD-1CD387A18DA6}"/>
          </ac:spMkLst>
        </pc:spChg>
        <pc:spChg chg="add mod">
          <ac:chgData name="Aritra Mitra" userId="ed282abb-f77d-4912-ae2d-92fef056a80d" providerId="ADAL" clId="{AD33029D-E00C-4EF8-BEF5-A7644D7AF568}" dt="2021-09-10T22:01:38.906" v="4819" actId="1038"/>
          <ac:spMkLst>
            <pc:docMk/>
            <pc:sldMk cId="1385941479" sldId="409"/>
            <ac:spMk id="21" creationId="{28017F7C-44E6-4A45-A171-3A2151DD9DAB}"/>
          </ac:spMkLst>
        </pc:spChg>
        <pc:spChg chg="add mod">
          <ac:chgData name="Aritra Mitra" userId="ed282abb-f77d-4912-ae2d-92fef056a80d" providerId="ADAL" clId="{AD33029D-E00C-4EF8-BEF5-A7644D7AF568}" dt="2021-09-10T22:02:28.866" v="4856" actId="1036"/>
          <ac:spMkLst>
            <pc:docMk/>
            <pc:sldMk cId="1385941479" sldId="409"/>
            <ac:spMk id="26" creationId="{6760E2D4-5D1A-41E8-BD49-6F3E69194283}"/>
          </ac:spMkLst>
        </pc:spChg>
        <pc:spChg chg="add del mod">
          <ac:chgData name="Aritra Mitra" userId="ed282abb-f77d-4912-ae2d-92fef056a80d" providerId="ADAL" clId="{AD33029D-E00C-4EF8-BEF5-A7644D7AF568}" dt="2021-09-10T21:59:09.239" v="4764"/>
          <ac:spMkLst>
            <pc:docMk/>
            <pc:sldMk cId="1385941479" sldId="409"/>
            <ac:spMk id="59" creationId="{7938F3B8-55AD-441F-A295-9C00A0596A41}"/>
          </ac:spMkLst>
        </pc:spChg>
        <pc:spChg chg="add del mod">
          <ac:chgData name="Aritra Mitra" userId="ed282abb-f77d-4912-ae2d-92fef056a80d" providerId="ADAL" clId="{AD33029D-E00C-4EF8-BEF5-A7644D7AF568}" dt="2021-09-10T21:59:39.697" v="4768" actId="478"/>
          <ac:spMkLst>
            <pc:docMk/>
            <pc:sldMk cId="1385941479" sldId="409"/>
            <ac:spMk id="60" creationId="{302AFF6E-E5E8-4199-8913-143D1C321585}"/>
          </ac:spMkLst>
        </pc:spChg>
        <pc:spChg chg="add mod">
          <ac:chgData name="Aritra Mitra" userId="ed282abb-f77d-4912-ae2d-92fef056a80d" providerId="ADAL" clId="{AD33029D-E00C-4EF8-BEF5-A7644D7AF568}" dt="2021-09-10T22:01:11.616" v="4810" actId="255"/>
          <ac:spMkLst>
            <pc:docMk/>
            <pc:sldMk cId="1385941479" sldId="409"/>
            <ac:spMk id="61" creationId="{2AFDF5C8-9D09-4361-8EB6-6757E70AF519}"/>
          </ac:spMkLst>
        </pc:spChg>
        <pc:spChg chg="add mod">
          <ac:chgData name="Aritra Mitra" userId="ed282abb-f77d-4912-ae2d-92fef056a80d" providerId="ADAL" clId="{AD33029D-E00C-4EF8-BEF5-A7644D7AF568}" dt="2021-09-10T22:01:46.774" v="4828" actId="1035"/>
          <ac:spMkLst>
            <pc:docMk/>
            <pc:sldMk cId="1385941479" sldId="409"/>
            <ac:spMk id="62" creationId="{EF2A31F8-6EF4-4BD1-8301-626D9F022D75}"/>
          </ac:spMkLst>
        </pc:spChg>
        <pc:spChg chg="add mod">
          <ac:chgData name="Aritra Mitra" userId="ed282abb-f77d-4912-ae2d-92fef056a80d" providerId="ADAL" clId="{AD33029D-E00C-4EF8-BEF5-A7644D7AF568}" dt="2021-09-10T22:01:55.044" v="4841" actId="1035"/>
          <ac:spMkLst>
            <pc:docMk/>
            <pc:sldMk cId="1385941479" sldId="409"/>
            <ac:spMk id="63" creationId="{6E77B96C-51F5-4B79-8CCA-665E0C12475E}"/>
          </ac:spMkLst>
        </pc:spChg>
        <pc:spChg chg="add mod">
          <ac:chgData name="Aritra Mitra" userId="ed282abb-f77d-4912-ae2d-92fef056a80d" providerId="ADAL" clId="{AD33029D-E00C-4EF8-BEF5-A7644D7AF568}" dt="2021-09-10T22:10:20.395" v="5186" actId="207"/>
          <ac:spMkLst>
            <pc:docMk/>
            <pc:sldMk cId="1385941479" sldId="409"/>
            <ac:spMk id="64" creationId="{69407D38-F65C-4408-A4EA-476D38838CF6}"/>
          </ac:spMkLst>
        </pc:spChg>
        <pc:spChg chg="add del mod">
          <ac:chgData name="Aritra Mitra" userId="ed282abb-f77d-4912-ae2d-92fef056a80d" providerId="ADAL" clId="{AD33029D-E00C-4EF8-BEF5-A7644D7AF568}" dt="2021-09-10T22:29:55.968" v="5402" actId="478"/>
          <ac:spMkLst>
            <pc:docMk/>
            <pc:sldMk cId="1385941479" sldId="409"/>
            <ac:spMk id="65" creationId="{9B86E852-ED86-422F-983E-891BAAABBB02}"/>
          </ac:spMkLst>
        </pc:spChg>
        <pc:spChg chg="add mod">
          <ac:chgData name="Aritra Mitra" userId="ed282abb-f77d-4912-ae2d-92fef056a80d" providerId="ADAL" clId="{AD33029D-E00C-4EF8-BEF5-A7644D7AF568}" dt="2021-09-10T22:47:54.565" v="6024" actId="113"/>
          <ac:spMkLst>
            <pc:docMk/>
            <pc:sldMk cId="1385941479" sldId="409"/>
            <ac:spMk id="66" creationId="{B7479B82-1026-4DE3-9778-596D134ACB24}"/>
          </ac:spMkLst>
        </pc:spChg>
        <pc:picChg chg="del mod replST">
          <ac:chgData name="Aritra Mitra" userId="ed282abb-f77d-4912-ae2d-92fef056a80d" providerId="ADAL" clId="{AD33029D-E00C-4EF8-BEF5-A7644D7AF568}" dt="2021-09-10T21:36:53.409" v="4331" actId="478"/>
          <ac:picMkLst>
            <pc:docMk/>
            <pc:sldMk cId="1385941479" sldId="409"/>
            <ac:picMk id="18" creationId="{E22ED2B2-6571-4FBA-9C75-3DE1ECB3570B}"/>
          </ac:picMkLst>
        </pc:picChg>
        <pc:picChg chg="del mod ord replST">
          <ac:chgData name="Aritra Mitra" userId="ed282abb-f77d-4912-ae2d-92fef056a80d" providerId="ADAL" clId="{AD33029D-E00C-4EF8-BEF5-A7644D7AF568}" dt="2021-09-10T21:46:09.526" v="4513" actId="478"/>
          <ac:picMkLst>
            <pc:docMk/>
            <pc:sldMk cId="1385941479" sldId="409"/>
            <ac:picMk id="20" creationId="{180E9E15-0EF7-4036-8429-BC0C828614CF}"/>
          </ac:picMkLst>
        </pc:picChg>
        <pc:picChg chg="del mod replST">
          <ac:chgData name="Aritra Mitra" userId="ed282abb-f77d-4912-ae2d-92fef056a80d" providerId="ADAL" clId="{AD33029D-E00C-4EF8-BEF5-A7644D7AF568}" dt="2021-09-10T21:47:59.824" v="4607" actId="478"/>
          <ac:picMkLst>
            <pc:docMk/>
            <pc:sldMk cId="1385941479" sldId="409"/>
            <ac:picMk id="23" creationId="{C91D11EA-9892-4D90-BC85-B0BB32D8756C}"/>
          </ac:picMkLst>
        </pc:picChg>
        <pc:picChg chg="del mod replST">
          <ac:chgData name="Aritra Mitra" userId="ed282abb-f77d-4912-ae2d-92fef056a80d" providerId="ADAL" clId="{AD33029D-E00C-4EF8-BEF5-A7644D7AF568}" dt="2021-09-10T21:43:47.427" v="4469" actId="478"/>
          <ac:picMkLst>
            <pc:docMk/>
            <pc:sldMk cId="1385941479" sldId="409"/>
            <ac:picMk id="28" creationId="{9689C5EB-0FF2-40E0-B9AA-0FA18585B468}"/>
          </ac:picMkLst>
        </pc:picChg>
        <pc:picChg chg="del mod ord replST">
          <ac:chgData name="Aritra Mitra" userId="ed282abb-f77d-4912-ae2d-92fef056a80d" providerId="ADAL" clId="{AD33029D-E00C-4EF8-BEF5-A7644D7AF568}" dt="2021-09-10T21:48:38.656" v="4635" actId="478"/>
          <ac:picMkLst>
            <pc:docMk/>
            <pc:sldMk cId="1385941479" sldId="409"/>
            <ac:picMk id="30" creationId="{1ED04A5E-DDF6-410F-80AD-E8D0751B7748}"/>
          </ac:picMkLst>
        </pc:picChg>
        <pc:picChg chg="del mod ord replST">
          <ac:chgData name="Aritra Mitra" userId="ed282abb-f77d-4912-ae2d-92fef056a80d" providerId="ADAL" clId="{AD33029D-E00C-4EF8-BEF5-A7644D7AF568}" dt="2021-09-10T21:46:27.057" v="4545" actId="478"/>
          <ac:picMkLst>
            <pc:docMk/>
            <pc:sldMk cId="1385941479" sldId="409"/>
            <ac:picMk id="37" creationId="{156B8F56-130C-4AA1-9B17-35D9E0826A74}"/>
          </ac:picMkLst>
        </pc:picChg>
        <pc:picChg chg="del mod ord replST">
          <ac:chgData name="Aritra Mitra" userId="ed282abb-f77d-4912-ae2d-92fef056a80d" providerId="ADAL" clId="{AD33029D-E00C-4EF8-BEF5-A7644D7AF568}" dt="2021-09-10T21:46:54.029" v="4577" actId="478"/>
          <ac:picMkLst>
            <pc:docMk/>
            <pc:sldMk cId="1385941479" sldId="409"/>
            <ac:picMk id="39" creationId="{2AA6D02C-C77C-4842-9C21-12F898F00A45}"/>
          </ac:picMkLst>
        </pc:picChg>
        <pc:picChg chg="mod ord replST">
          <ac:chgData name="Aritra Mitra" userId="ed282abb-f77d-4912-ae2d-92fef056a80d" providerId="ADAL" clId="{AD33029D-E00C-4EF8-BEF5-A7644D7AF568}" dt="2021-09-10T21:54:34.664" v="4755" actId="1076"/>
          <ac:picMkLst>
            <pc:docMk/>
            <pc:sldMk cId="1385941479" sldId="409"/>
            <ac:picMk id="41" creationId="{3B1D9B0E-7A07-4058-AF33-BE882E463256}"/>
          </ac:picMkLst>
        </pc:picChg>
        <pc:picChg chg="mod ord replST">
          <ac:chgData name="Aritra Mitra" userId="ed282abb-f77d-4912-ae2d-92fef056a80d" providerId="ADAL" clId="{AD33029D-E00C-4EF8-BEF5-A7644D7AF568}" dt="2021-09-10T21:54:42.365" v="4756" actId="1076"/>
          <ac:picMkLst>
            <pc:docMk/>
            <pc:sldMk cId="1385941479" sldId="409"/>
            <ac:picMk id="43" creationId="{AA637D86-E528-4325-A965-903C60B4927F}"/>
          </ac:picMkLst>
        </pc:picChg>
        <pc:picChg chg="del mod ord replST">
          <ac:chgData name="Aritra Mitra" userId="ed282abb-f77d-4912-ae2d-92fef056a80d" providerId="ADAL" clId="{AD33029D-E00C-4EF8-BEF5-A7644D7AF568}" dt="2021-09-10T21:51:36.381" v="4663" actId="478"/>
          <ac:picMkLst>
            <pc:docMk/>
            <pc:sldMk cId="1385941479" sldId="409"/>
            <ac:picMk id="45" creationId="{B147EEA4-3EA0-496E-A066-CC0A9B76B84B}"/>
          </ac:picMkLst>
        </pc:picChg>
        <pc:picChg chg="del mod ord replST">
          <ac:chgData name="Aritra Mitra" userId="ed282abb-f77d-4912-ae2d-92fef056a80d" providerId="ADAL" clId="{AD33029D-E00C-4EF8-BEF5-A7644D7AF568}" dt="2021-09-10T21:51:46.486" v="4691" actId="478"/>
          <ac:picMkLst>
            <pc:docMk/>
            <pc:sldMk cId="1385941479" sldId="409"/>
            <ac:picMk id="47" creationId="{9E2F1402-FA3F-4D49-A294-74035EBF0746}"/>
          </ac:picMkLst>
        </pc:picChg>
        <pc:picChg chg="del mod ord replST">
          <ac:chgData name="Aritra Mitra" userId="ed282abb-f77d-4912-ae2d-92fef056a80d" providerId="ADAL" clId="{AD33029D-E00C-4EF8-BEF5-A7644D7AF568}" dt="2021-09-10T21:53:11.381" v="4744" actId="478"/>
          <ac:picMkLst>
            <pc:docMk/>
            <pc:sldMk cId="1385941479" sldId="409"/>
            <ac:picMk id="49" creationId="{CF82E2C5-FD3D-49ED-9945-DE839F8BBC65}"/>
          </ac:picMkLst>
        </pc:picChg>
        <pc:picChg chg="mod ord replST">
          <ac:chgData name="Aritra Mitra" userId="ed282abb-f77d-4912-ae2d-92fef056a80d" providerId="ADAL" clId="{AD33029D-E00C-4EF8-BEF5-A7644D7AF568}" dt="2021-09-10T21:54:47.562" v="4757" actId="1076"/>
          <ac:picMkLst>
            <pc:docMk/>
            <pc:sldMk cId="1385941479" sldId="409"/>
            <ac:picMk id="51" creationId="{7D96B945-C3F4-4DBC-9C39-03A6E5F01269}"/>
          </ac:picMkLst>
        </pc:picChg>
        <pc:picChg chg="add del mod">
          <ac:chgData name="Aritra Mitra" userId="ed282abb-f77d-4912-ae2d-92fef056a80d" providerId="ADAL" clId="{AD33029D-E00C-4EF8-BEF5-A7644D7AF568}" dt="2021-09-10T22:56:10.140" v="6034" actId="21"/>
          <ac:picMkLst>
            <pc:docMk/>
            <pc:sldMk cId="1385941479" sldId="409"/>
            <ac:picMk id="67" creationId="{DB7D612E-4671-4F5F-BDBC-918412F7F038}"/>
          </ac:picMkLst>
        </pc:picChg>
        <pc:cxnChg chg="add mod">
          <ac:chgData name="Aritra Mitra" userId="ed282abb-f77d-4912-ae2d-92fef056a80d" providerId="ADAL" clId="{AD33029D-E00C-4EF8-BEF5-A7644D7AF568}" dt="2021-09-10T21:54:16.012" v="4752" actId="14100"/>
          <ac:cxnSpMkLst>
            <pc:docMk/>
            <pc:sldMk cId="1385941479" sldId="409"/>
            <ac:cxnSpMk id="6" creationId="{DBDA96FB-E3EC-464E-AF0F-86532EB3C4D5}"/>
          </ac:cxnSpMkLst>
        </pc:cxnChg>
        <pc:cxnChg chg="add mod">
          <ac:chgData name="Aritra Mitra" userId="ed282abb-f77d-4912-ae2d-92fef056a80d" providerId="ADAL" clId="{AD33029D-E00C-4EF8-BEF5-A7644D7AF568}" dt="2021-09-10T21:54:27.960" v="4754" actId="1076"/>
          <ac:cxnSpMkLst>
            <pc:docMk/>
            <pc:sldMk cId="1385941479" sldId="409"/>
            <ac:cxnSpMk id="7" creationId="{BC04E3CD-292C-45F4-97CD-7ABE2DDB3854}"/>
          </ac:cxnSpMkLst>
        </pc:cxnChg>
        <pc:cxnChg chg="add mod">
          <ac:chgData name="Aritra Mitra" userId="ed282abb-f77d-4912-ae2d-92fef056a80d" providerId="ADAL" clId="{AD33029D-E00C-4EF8-BEF5-A7644D7AF568}" dt="2021-09-10T21:55:10.876" v="4761" actId="14100"/>
          <ac:cxnSpMkLst>
            <pc:docMk/>
            <pc:sldMk cId="1385941479" sldId="409"/>
            <ac:cxnSpMk id="9" creationId="{1B04F35B-8440-4160-A3FB-68D7BB1AA9AE}"/>
          </ac:cxnSpMkLst>
        </pc:cxnChg>
      </pc:sldChg>
      <pc:sldChg chg="addSp delSp modSp new del mod">
        <pc:chgData name="Aritra Mitra" userId="ed282abb-f77d-4912-ae2d-92fef056a80d" providerId="ADAL" clId="{AD33029D-E00C-4EF8-BEF5-A7644D7AF568}" dt="2021-09-10T22:44:44.237" v="6021" actId="47"/>
        <pc:sldMkLst>
          <pc:docMk/>
          <pc:sldMk cId="2461254138" sldId="410"/>
        </pc:sldMkLst>
        <pc:spChg chg="del">
          <ac:chgData name="Aritra Mitra" userId="ed282abb-f77d-4912-ae2d-92fef056a80d" providerId="ADAL" clId="{AD33029D-E00C-4EF8-BEF5-A7644D7AF568}" dt="2021-09-10T22:41:48.874" v="5984" actId="478"/>
          <ac:spMkLst>
            <pc:docMk/>
            <pc:sldMk cId="2461254138" sldId="410"/>
            <ac:spMk id="2" creationId="{779751DE-46F1-4C75-A0B3-54654BB10542}"/>
          </ac:spMkLst>
        </pc:spChg>
        <pc:spChg chg="del mod">
          <ac:chgData name="Aritra Mitra" userId="ed282abb-f77d-4912-ae2d-92fef056a80d" providerId="ADAL" clId="{AD33029D-E00C-4EF8-BEF5-A7644D7AF568}" dt="2021-09-10T22:42:03.595" v="5988" actId="21"/>
          <ac:spMkLst>
            <pc:docMk/>
            <pc:sldMk cId="2461254138" sldId="410"/>
            <ac:spMk id="3" creationId="{E98CD73A-4903-4B58-AB20-2694AD2D9CCC}"/>
          </ac:spMkLst>
        </pc:spChg>
        <pc:spChg chg="add mod">
          <ac:chgData name="Aritra Mitra" userId="ed282abb-f77d-4912-ae2d-92fef056a80d" providerId="ADAL" clId="{AD33029D-E00C-4EF8-BEF5-A7644D7AF568}" dt="2021-09-10T22:42:03.595" v="5988" actId="21"/>
          <ac:spMkLst>
            <pc:docMk/>
            <pc:sldMk cId="2461254138" sldId="410"/>
            <ac:spMk id="5" creationId="{31122930-E33F-4DDB-96EB-036736E374D8}"/>
          </ac:spMkLst>
        </pc:spChg>
      </pc:sldChg>
      <pc:sldChg chg="modSp new mod">
        <pc:chgData name="Aritra Mitra" userId="ed282abb-f77d-4912-ae2d-92fef056a80d" providerId="ADAL" clId="{AD33029D-E00C-4EF8-BEF5-A7644D7AF568}" dt="2021-09-13T05:10:55.394" v="6752" actId="207"/>
        <pc:sldMkLst>
          <pc:docMk/>
          <pc:sldMk cId="4147636185" sldId="410"/>
        </pc:sldMkLst>
        <pc:spChg chg="mod">
          <ac:chgData name="Aritra Mitra" userId="ed282abb-f77d-4912-ae2d-92fef056a80d" providerId="ADAL" clId="{AD33029D-E00C-4EF8-BEF5-A7644D7AF568}" dt="2021-09-13T05:06:10.263" v="6161" actId="20577"/>
          <ac:spMkLst>
            <pc:docMk/>
            <pc:sldMk cId="4147636185" sldId="410"/>
            <ac:spMk id="2" creationId="{DCFC2D41-8229-43DC-97CB-90129ACF6C35}"/>
          </ac:spMkLst>
        </pc:spChg>
        <pc:spChg chg="mod">
          <ac:chgData name="Aritra Mitra" userId="ed282abb-f77d-4912-ae2d-92fef056a80d" providerId="ADAL" clId="{AD33029D-E00C-4EF8-BEF5-A7644D7AF568}" dt="2021-09-13T05:10:55.394" v="6752" actId="207"/>
          <ac:spMkLst>
            <pc:docMk/>
            <pc:sldMk cId="4147636185" sldId="410"/>
            <ac:spMk id="3" creationId="{569A7CE3-1C27-4B27-A556-B07D9AC23479}"/>
          </ac:spMkLst>
        </pc:spChg>
      </pc:sldChg>
      <pc:sldChg chg="modSp new mod">
        <pc:chgData name="Aritra Mitra" userId="ed282abb-f77d-4912-ae2d-92fef056a80d" providerId="ADAL" clId="{AD33029D-E00C-4EF8-BEF5-A7644D7AF568}" dt="2021-10-14T05:00:49.385" v="7956" actId="1076"/>
        <pc:sldMkLst>
          <pc:docMk/>
          <pc:sldMk cId="641459256" sldId="411"/>
        </pc:sldMkLst>
        <pc:spChg chg="mod">
          <ac:chgData name="Aritra Mitra" userId="ed282abb-f77d-4912-ae2d-92fef056a80d" providerId="ADAL" clId="{AD33029D-E00C-4EF8-BEF5-A7644D7AF568}" dt="2021-09-13T05:11:17.935" v="6763" actId="20577"/>
          <ac:spMkLst>
            <pc:docMk/>
            <pc:sldMk cId="641459256" sldId="411"/>
            <ac:spMk id="2" creationId="{430A59C3-8FCF-403F-909D-6C6BB8D625C8}"/>
          </ac:spMkLst>
        </pc:spChg>
        <pc:spChg chg="mod">
          <ac:chgData name="Aritra Mitra" userId="ed282abb-f77d-4912-ae2d-92fef056a80d" providerId="ADAL" clId="{AD33029D-E00C-4EF8-BEF5-A7644D7AF568}" dt="2021-10-14T05:00:49.385" v="7956" actId="1076"/>
          <ac:spMkLst>
            <pc:docMk/>
            <pc:sldMk cId="641459256" sldId="411"/>
            <ac:spMk id="3" creationId="{64A5F305-32B9-4F29-A198-24A7AD826160}"/>
          </ac:spMkLst>
        </pc:spChg>
      </pc:sldChg>
    </pc:docChg>
  </pc:docChgLst>
  <pc:docChgLst>
    <pc:chgData name="Aritra Mitra" userId="ed282abb-f77d-4912-ae2d-92fef056a80d" providerId="ADAL" clId="{C16C607F-511F-4DA6-B597-35FFAD82F2FB}"/>
    <pc:docChg chg="custSel addSld delSld modSld modSection">
      <pc:chgData name="Aritra Mitra" userId="ed282abb-f77d-4912-ae2d-92fef056a80d" providerId="ADAL" clId="{C16C607F-511F-4DA6-B597-35FFAD82F2FB}" dt="2020-03-19T14:17:06.330" v="14" actId="2696"/>
      <pc:docMkLst>
        <pc:docMk/>
      </pc:docMkLst>
      <pc:sldChg chg="add">
        <pc:chgData name="Aritra Mitra" userId="ed282abb-f77d-4912-ae2d-92fef056a80d" providerId="ADAL" clId="{C16C607F-511F-4DA6-B597-35FFAD82F2FB}" dt="2020-03-19T14:13:13.884" v="3"/>
        <pc:sldMkLst>
          <pc:docMk/>
          <pc:sldMk cId="3870610312" sldId="1079"/>
        </pc:sldMkLst>
      </pc:sldChg>
      <pc:sldChg chg="addSp delSp modSp">
        <pc:chgData name="Aritra Mitra" userId="ed282abb-f77d-4912-ae2d-92fef056a80d" providerId="ADAL" clId="{C16C607F-511F-4DA6-B597-35FFAD82F2FB}" dt="2020-03-19T14:16:24.252" v="7" actId="1076"/>
        <pc:sldMkLst>
          <pc:docMk/>
          <pc:sldMk cId="12424025" sldId="1096"/>
        </pc:sldMkLst>
        <pc:picChg chg="del">
          <ac:chgData name="Aritra Mitra" userId="ed282abb-f77d-4912-ae2d-92fef056a80d" providerId="ADAL" clId="{C16C607F-511F-4DA6-B597-35FFAD82F2FB}" dt="2020-03-19T14:15:36.083" v="4" actId="478"/>
          <ac:picMkLst>
            <pc:docMk/>
            <pc:sldMk cId="12424025" sldId="1096"/>
            <ac:picMk id="9" creationId="{E4C389AC-FA27-42C8-BFDD-8A157629A82B}"/>
          </ac:picMkLst>
        </pc:picChg>
        <pc:picChg chg="add mod">
          <ac:chgData name="Aritra Mitra" userId="ed282abb-f77d-4912-ae2d-92fef056a80d" providerId="ADAL" clId="{C16C607F-511F-4DA6-B597-35FFAD82F2FB}" dt="2020-03-19T14:16:24.252" v="7" actId="1076"/>
          <ac:picMkLst>
            <pc:docMk/>
            <pc:sldMk cId="12424025" sldId="1096"/>
            <ac:picMk id="16" creationId="{A57896EC-10F2-434E-9831-0E915321A89F}"/>
          </ac:picMkLst>
        </pc:picChg>
      </pc:sldChg>
      <pc:sldChg chg="add del">
        <pc:chgData name="Aritra Mitra" userId="ed282abb-f77d-4912-ae2d-92fef056a80d" providerId="ADAL" clId="{C16C607F-511F-4DA6-B597-35FFAD82F2FB}" dt="2020-03-12T16:05:31.991" v="2"/>
        <pc:sldMkLst>
          <pc:docMk/>
          <pc:sldMk cId="4061077140" sldId="1173"/>
        </pc:sldMkLst>
      </pc:sldChg>
      <pc:sldChg chg="addSp delSp modSp del">
        <pc:chgData name="Aritra Mitra" userId="ed282abb-f77d-4912-ae2d-92fef056a80d" providerId="ADAL" clId="{C16C607F-511F-4DA6-B597-35FFAD82F2FB}" dt="2020-03-19T14:17:06.330" v="14" actId="2696"/>
        <pc:sldMkLst>
          <pc:docMk/>
          <pc:sldMk cId="2542646117" sldId="1212"/>
        </pc:sldMkLst>
        <pc:graphicFrameChg chg="add del modGraphic">
          <ac:chgData name="Aritra Mitra" userId="ed282abb-f77d-4912-ae2d-92fef056a80d" providerId="ADAL" clId="{C16C607F-511F-4DA6-B597-35FFAD82F2FB}" dt="2020-03-19T14:16:37.034" v="10" actId="478"/>
          <ac:graphicFrameMkLst>
            <pc:docMk/>
            <pc:sldMk cId="2542646117" sldId="1212"/>
            <ac:graphicFrameMk id="6" creationId="{57E73EA6-A1E2-4811-B01F-6ED5ABB8CA78}"/>
          </ac:graphicFrameMkLst>
        </pc:graphicFrameChg>
        <pc:picChg chg="del">
          <ac:chgData name="Aritra Mitra" userId="ed282abb-f77d-4912-ae2d-92fef056a80d" providerId="ADAL" clId="{C16C607F-511F-4DA6-B597-35FFAD82F2FB}" dt="2020-03-19T14:15:42.644" v="5" actId="478"/>
          <ac:picMkLst>
            <pc:docMk/>
            <pc:sldMk cId="2542646117" sldId="1212"/>
            <ac:picMk id="9" creationId="{E4C389AC-FA27-42C8-BFDD-8A157629A82B}"/>
          </ac:picMkLst>
        </pc:picChg>
        <pc:picChg chg="add">
          <ac:chgData name="Aritra Mitra" userId="ed282abb-f77d-4912-ae2d-92fef056a80d" providerId="ADAL" clId="{C16C607F-511F-4DA6-B597-35FFAD82F2FB}" dt="2020-03-19T14:16:45.417" v="11"/>
          <ac:picMkLst>
            <pc:docMk/>
            <pc:sldMk cId="2542646117" sldId="1212"/>
            <ac:picMk id="18" creationId="{760FA5C8-D7C4-4286-AC9A-C925021ABE39}"/>
          </ac:picMkLst>
        </pc:picChg>
      </pc:sldChg>
      <pc:sldChg chg="addSp add">
        <pc:chgData name="Aritra Mitra" userId="ed282abb-f77d-4912-ae2d-92fef056a80d" providerId="ADAL" clId="{C16C607F-511F-4DA6-B597-35FFAD82F2FB}" dt="2020-03-19T14:17:02.953" v="13"/>
        <pc:sldMkLst>
          <pc:docMk/>
          <pc:sldMk cId="215443967" sldId="1223"/>
        </pc:sldMkLst>
        <pc:spChg chg="add">
          <ac:chgData name="Aritra Mitra" userId="ed282abb-f77d-4912-ae2d-92fef056a80d" providerId="ADAL" clId="{C16C607F-511F-4DA6-B597-35FFAD82F2FB}" dt="2020-03-19T14:17:02.953" v="13"/>
          <ac:spMkLst>
            <pc:docMk/>
            <pc:sldMk cId="215443967" sldId="1223"/>
            <ac:spMk id="18" creationId="{D3C811FA-7B3C-4CF0-A8BF-8CC3CB492AE7}"/>
          </ac:spMkLst>
        </pc:spChg>
      </pc:sldChg>
    </pc:docChg>
  </pc:docChgLst>
  <pc:docChgLst>
    <pc:chgData name="Aritra Mitra" userId="ed282abb-f77d-4912-ae2d-92fef056a80d" providerId="ADAL" clId="{63083D85-EF25-4484-A12B-BD69E5A0BB0F}"/>
    <pc:docChg chg="undo custSel addSld delSld modSld sldOrd modSection">
      <pc:chgData name="Aritra Mitra" userId="ed282abb-f77d-4912-ae2d-92fef056a80d" providerId="ADAL" clId="{63083D85-EF25-4484-A12B-BD69E5A0BB0F}" dt="2021-03-05T15:49:56.309" v="12262" actId="1076"/>
      <pc:docMkLst>
        <pc:docMk/>
      </pc:docMkLst>
      <pc:sldChg chg="addSp modSp add mod">
        <pc:chgData name="Aritra Mitra" userId="ed282abb-f77d-4912-ae2d-92fef056a80d" providerId="ADAL" clId="{63083D85-EF25-4484-A12B-BD69E5A0BB0F}" dt="2021-03-05T00:41:38.111" v="6846" actId="20577"/>
        <pc:sldMkLst>
          <pc:docMk/>
          <pc:sldMk cId="3695319144" sldId="301"/>
        </pc:sldMkLst>
        <pc:spChg chg="mod">
          <ac:chgData name="Aritra Mitra" userId="ed282abb-f77d-4912-ae2d-92fef056a80d" providerId="ADAL" clId="{63083D85-EF25-4484-A12B-BD69E5A0BB0F}" dt="2021-03-04T04:04:47.587" v="97" actId="20577"/>
          <ac:spMkLst>
            <pc:docMk/>
            <pc:sldMk cId="3695319144" sldId="301"/>
            <ac:spMk id="2" creationId="{00000000-0000-0000-0000-000000000000}"/>
          </ac:spMkLst>
        </pc:spChg>
        <pc:spChg chg="mod">
          <ac:chgData name="Aritra Mitra" userId="ed282abb-f77d-4912-ae2d-92fef056a80d" providerId="ADAL" clId="{63083D85-EF25-4484-A12B-BD69E5A0BB0F}" dt="2021-03-04T04:05:15.914" v="99" actId="1076"/>
          <ac:spMkLst>
            <pc:docMk/>
            <pc:sldMk cId="3695319144" sldId="301"/>
            <ac:spMk id="3" creationId="{00000000-0000-0000-0000-000000000000}"/>
          </ac:spMkLst>
        </pc:spChg>
        <pc:spChg chg="add mod">
          <ac:chgData name="Aritra Mitra" userId="ed282abb-f77d-4912-ae2d-92fef056a80d" providerId="ADAL" clId="{63083D85-EF25-4484-A12B-BD69E5A0BB0F}" dt="2021-03-04T04:06:02.479" v="123" actId="1076"/>
          <ac:spMkLst>
            <pc:docMk/>
            <pc:sldMk cId="3695319144" sldId="301"/>
            <ac:spMk id="4" creationId="{256825C6-10F2-45BC-AA5A-470383906571}"/>
          </ac:spMkLst>
        </pc:spChg>
        <pc:spChg chg="add mod">
          <ac:chgData name="Aritra Mitra" userId="ed282abb-f77d-4912-ae2d-92fef056a80d" providerId="ADAL" clId="{63083D85-EF25-4484-A12B-BD69E5A0BB0F}" dt="2021-03-04T04:07:11.345" v="197" actId="1076"/>
          <ac:spMkLst>
            <pc:docMk/>
            <pc:sldMk cId="3695319144" sldId="301"/>
            <ac:spMk id="5" creationId="{BF4A3F77-BCD0-4437-A31D-C1EC025E0F38}"/>
          </ac:spMkLst>
        </pc:spChg>
        <pc:spChg chg="add mod">
          <ac:chgData name="Aritra Mitra" userId="ed282abb-f77d-4912-ae2d-92fef056a80d" providerId="ADAL" clId="{63083D85-EF25-4484-A12B-BD69E5A0BB0F}" dt="2021-03-05T00:41:38.111" v="6846" actId="20577"/>
          <ac:spMkLst>
            <pc:docMk/>
            <pc:sldMk cId="3695319144" sldId="301"/>
            <ac:spMk id="6" creationId="{D57E22E9-6B63-4FEB-B363-A068AAFCDC2A}"/>
          </ac:spMkLst>
        </pc:spChg>
      </pc:sldChg>
      <pc:sldChg chg="addSp delSp modSp add mod delAnim modAnim">
        <pc:chgData name="Aritra Mitra" userId="ed282abb-f77d-4912-ae2d-92fef056a80d" providerId="ADAL" clId="{63083D85-EF25-4484-A12B-BD69E5A0BB0F}" dt="2021-03-05T05:45:21.735" v="8672" actId="207"/>
        <pc:sldMkLst>
          <pc:docMk/>
          <pc:sldMk cId="646558840" sldId="302"/>
        </pc:sldMkLst>
        <pc:spChg chg="mod">
          <ac:chgData name="Aritra Mitra" userId="ed282abb-f77d-4912-ae2d-92fef056a80d" providerId="ADAL" clId="{63083D85-EF25-4484-A12B-BD69E5A0BB0F}" dt="2021-03-05T05:22:29.922" v="7514" actId="20577"/>
          <ac:spMkLst>
            <pc:docMk/>
            <pc:sldMk cId="646558840" sldId="302"/>
            <ac:spMk id="2" creationId="{F9BF8408-4A8E-411E-AFAB-9BE22F478435}"/>
          </ac:spMkLst>
        </pc:spChg>
        <pc:spChg chg="mod">
          <ac:chgData name="Aritra Mitra" userId="ed282abb-f77d-4912-ae2d-92fef056a80d" providerId="ADAL" clId="{63083D85-EF25-4484-A12B-BD69E5A0BB0F}" dt="2021-03-05T05:43:16.924" v="8663" actId="207"/>
          <ac:spMkLst>
            <pc:docMk/>
            <pc:sldMk cId="646558840" sldId="302"/>
            <ac:spMk id="3" creationId="{CA2B2E88-FE78-4818-BA9C-13DC724EEC7D}"/>
          </ac:spMkLst>
        </pc:spChg>
        <pc:spChg chg="mod">
          <ac:chgData name="Aritra Mitra" userId="ed282abb-f77d-4912-ae2d-92fef056a80d" providerId="ADAL" clId="{63083D85-EF25-4484-A12B-BD69E5A0BB0F}" dt="2021-03-05T05:45:21.735" v="8672" actId="207"/>
          <ac:spMkLst>
            <pc:docMk/>
            <pc:sldMk cId="646558840" sldId="302"/>
            <ac:spMk id="4" creationId="{FAD6056A-BAC3-4670-96A4-278A6C186D23}"/>
          </ac:spMkLst>
        </pc:spChg>
        <pc:spChg chg="del">
          <ac:chgData name="Aritra Mitra" userId="ed282abb-f77d-4912-ae2d-92fef056a80d" providerId="ADAL" clId="{63083D85-EF25-4484-A12B-BD69E5A0BB0F}" dt="2021-03-05T05:23:21.082" v="7522" actId="478"/>
          <ac:spMkLst>
            <pc:docMk/>
            <pc:sldMk cId="646558840" sldId="302"/>
            <ac:spMk id="5" creationId="{BD37BF36-96CB-42C6-A867-5881629455A1}"/>
          </ac:spMkLst>
        </pc:spChg>
        <pc:spChg chg="add mod">
          <ac:chgData name="Aritra Mitra" userId="ed282abb-f77d-4912-ae2d-92fef056a80d" providerId="ADAL" clId="{63083D85-EF25-4484-A12B-BD69E5A0BB0F}" dt="2021-03-05T05:43:01.048" v="8662" actId="207"/>
          <ac:spMkLst>
            <pc:docMk/>
            <pc:sldMk cId="646558840" sldId="302"/>
            <ac:spMk id="6" creationId="{A73A71A3-695B-443C-8B68-87CC707BD535}"/>
          </ac:spMkLst>
        </pc:spChg>
        <pc:spChg chg="add mod">
          <ac:chgData name="Aritra Mitra" userId="ed282abb-f77d-4912-ae2d-92fef056a80d" providerId="ADAL" clId="{63083D85-EF25-4484-A12B-BD69E5A0BB0F}" dt="2021-03-05T05:43:01.048" v="8662" actId="207"/>
          <ac:spMkLst>
            <pc:docMk/>
            <pc:sldMk cId="646558840" sldId="302"/>
            <ac:spMk id="7" creationId="{2E326AD8-D265-4D0A-9FFF-31E2C8A21A38}"/>
          </ac:spMkLst>
        </pc:spChg>
        <pc:spChg chg="add mod">
          <ac:chgData name="Aritra Mitra" userId="ed282abb-f77d-4912-ae2d-92fef056a80d" providerId="ADAL" clId="{63083D85-EF25-4484-A12B-BD69E5A0BB0F}" dt="2021-03-05T05:43:01.048" v="8662" actId="207"/>
          <ac:spMkLst>
            <pc:docMk/>
            <pc:sldMk cId="646558840" sldId="302"/>
            <ac:spMk id="8" creationId="{31F86E3A-E55F-49AD-9293-895EABB9C62C}"/>
          </ac:spMkLst>
        </pc:spChg>
      </pc:sldChg>
      <pc:sldChg chg="addSp delSp modSp add mod">
        <pc:chgData name="Aritra Mitra" userId="ed282abb-f77d-4912-ae2d-92fef056a80d" providerId="ADAL" clId="{63083D85-EF25-4484-A12B-BD69E5A0BB0F}" dt="2021-03-05T05:20:34.507" v="7488" actId="1076"/>
        <pc:sldMkLst>
          <pc:docMk/>
          <pc:sldMk cId="2458513484" sldId="318"/>
        </pc:sldMkLst>
        <pc:spChg chg="mod">
          <ac:chgData name="Aritra Mitra" userId="ed282abb-f77d-4912-ae2d-92fef056a80d" providerId="ADAL" clId="{63083D85-EF25-4484-A12B-BD69E5A0BB0F}" dt="2021-03-05T04:43:54.234" v="7320" actId="20577"/>
          <ac:spMkLst>
            <pc:docMk/>
            <pc:sldMk cId="2458513484" sldId="318"/>
            <ac:spMk id="2" creationId="{8BD71FF6-A30B-4B6A-BF1A-C2DBC4AB0F3A}"/>
          </ac:spMkLst>
        </pc:spChg>
        <pc:spChg chg="add mod">
          <ac:chgData name="Aritra Mitra" userId="ed282abb-f77d-4912-ae2d-92fef056a80d" providerId="ADAL" clId="{63083D85-EF25-4484-A12B-BD69E5A0BB0F}" dt="2021-03-05T04:51:23.832" v="7462" actId="14100"/>
          <ac:spMkLst>
            <pc:docMk/>
            <pc:sldMk cId="2458513484" sldId="318"/>
            <ac:spMk id="3" creationId="{34F95FBD-7B9B-41B3-B45E-439CCCA14F6A}"/>
          </ac:spMkLst>
        </pc:spChg>
        <pc:spChg chg="add mod">
          <ac:chgData name="Aritra Mitra" userId="ed282abb-f77d-4912-ae2d-92fef056a80d" providerId="ADAL" clId="{63083D85-EF25-4484-A12B-BD69E5A0BB0F}" dt="2021-03-05T04:51:07.058" v="7461" actId="1076"/>
          <ac:spMkLst>
            <pc:docMk/>
            <pc:sldMk cId="2458513484" sldId="318"/>
            <ac:spMk id="4" creationId="{E03C5B02-C8C2-4F0E-A10D-B3FFE6F50E18}"/>
          </ac:spMkLst>
        </pc:spChg>
        <pc:spChg chg="mod">
          <ac:chgData name="Aritra Mitra" userId="ed282abb-f77d-4912-ae2d-92fef056a80d" providerId="ADAL" clId="{63083D85-EF25-4484-A12B-BD69E5A0BB0F}" dt="2021-03-05T05:19:57.292" v="7481" actId="1076"/>
          <ac:spMkLst>
            <pc:docMk/>
            <pc:sldMk cId="2458513484" sldId="318"/>
            <ac:spMk id="9" creationId="{AA9CB992-FFB3-48BF-A5EE-7A776AE12C13}"/>
          </ac:spMkLst>
        </pc:spChg>
        <pc:spChg chg="mod">
          <ac:chgData name="Aritra Mitra" userId="ed282abb-f77d-4912-ae2d-92fef056a80d" providerId="ADAL" clId="{63083D85-EF25-4484-A12B-BD69E5A0BB0F}" dt="2021-03-05T04:44:56.451" v="7322" actId="1582"/>
          <ac:spMkLst>
            <pc:docMk/>
            <pc:sldMk cId="2458513484" sldId="318"/>
            <ac:spMk id="10" creationId="{7E0ED9A4-6BDF-4132-B3B8-7B3DA57D1F0D}"/>
          </ac:spMkLst>
        </pc:spChg>
        <pc:spChg chg="mod">
          <ac:chgData name="Aritra Mitra" userId="ed282abb-f77d-4912-ae2d-92fef056a80d" providerId="ADAL" clId="{63083D85-EF25-4484-A12B-BD69E5A0BB0F}" dt="2021-03-05T03:10:05.665" v="6850" actId="1076"/>
          <ac:spMkLst>
            <pc:docMk/>
            <pc:sldMk cId="2458513484" sldId="318"/>
            <ac:spMk id="11" creationId="{2A8FA99D-DBCD-4210-B6A6-B879846AB20B}"/>
          </ac:spMkLst>
        </pc:spChg>
        <pc:spChg chg="mod">
          <ac:chgData name="Aritra Mitra" userId="ed282abb-f77d-4912-ae2d-92fef056a80d" providerId="ADAL" clId="{63083D85-EF25-4484-A12B-BD69E5A0BB0F}" dt="2021-03-05T05:20:19.611" v="7485" actId="1076"/>
          <ac:spMkLst>
            <pc:docMk/>
            <pc:sldMk cId="2458513484" sldId="318"/>
            <ac:spMk id="12" creationId="{8EFAA983-9B9B-4F8B-B1A5-BB091FA995D0}"/>
          </ac:spMkLst>
        </pc:spChg>
        <pc:spChg chg="mod">
          <ac:chgData name="Aritra Mitra" userId="ed282abb-f77d-4912-ae2d-92fef056a80d" providerId="ADAL" clId="{63083D85-EF25-4484-A12B-BD69E5A0BB0F}" dt="2021-03-05T05:20:34.507" v="7488" actId="1076"/>
          <ac:spMkLst>
            <pc:docMk/>
            <pc:sldMk cId="2458513484" sldId="318"/>
            <ac:spMk id="13" creationId="{DEFB5235-0BA7-4087-AE5B-C8A7BC2050A0}"/>
          </ac:spMkLst>
        </pc:spChg>
        <pc:spChg chg="mod">
          <ac:chgData name="Aritra Mitra" userId="ed282abb-f77d-4912-ae2d-92fef056a80d" providerId="ADAL" clId="{63083D85-EF25-4484-A12B-BD69E5A0BB0F}" dt="2021-03-05T04:50:00.618" v="7405" actId="20577"/>
          <ac:spMkLst>
            <pc:docMk/>
            <pc:sldMk cId="2458513484" sldId="318"/>
            <ac:spMk id="22" creationId="{CD5CDFF6-7604-4D72-B164-808A96B5C43A}"/>
          </ac:spMkLst>
        </pc:spChg>
        <pc:picChg chg="mod">
          <ac:chgData name="Aritra Mitra" userId="ed282abb-f77d-4912-ae2d-92fef056a80d" providerId="ADAL" clId="{63083D85-EF25-4484-A12B-BD69E5A0BB0F}" dt="2021-03-05T05:18:56.783" v="7468" actId="1076"/>
          <ac:picMkLst>
            <pc:docMk/>
            <pc:sldMk cId="2458513484" sldId="318"/>
            <ac:picMk id="5" creationId="{0FF356CE-55E6-4278-BB4C-DCFF773DCB73}"/>
          </ac:picMkLst>
        </pc:picChg>
        <pc:picChg chg="del">
          <ac:chgData name="Aritra Mitra" userId="ed282abb-f77d-4912-ae2d-92fef056a80d" providerId="ADAL" clId="{63083D85-EF25-4484-A12B-BD69E5A0BB0F}" dt="2021-03-05T05:18:39.053" v="7465" actId="478"/>
          <ac:picMkLst>
            <pc:docMk/>
            <pc:sldMk cId="2458513484" sldId="318"/>
            <ac:picMk id="7" creationId="{AFC7CF49-9D1A-46D4-AEE3-0397F8ACA6F8}"/>
          </ac:picMkLst>
        </pc:picChg>
        <pc:picChg chg="del">
          <ac:chgData name="Aritra Mitra" userId="ed282abb-f77d-4912-ae2d-92fef056a80d" providerId="ADAL" clId="{63083D85-EF25-4484-A12B-BD69E5A0BB0F}" dt="2021-03-05T05:18:41.049" v="7466" actId="478"/>
          <ac:picMkLst>
            <pc:docMk/>
            <pc:sldMk cId="2458513484" sldId="318"/>
            <ac:picMk id="8" creationId="{CC9A07C3-CF71-4B29-A7DB-019472A9010C}"/>
          </ac:picMkLst>
        </pc:picChg>
        <pc:picChg chg="add mod">
          <ac:chgData name="Aritra Mitra" userId="ed282abb-f77d-4912-ae2d-92fef056a80d" providerId="ADAL" clId="{63083D85-EF25-4484-A12B-BD69E5A0BB0F}" dt="2021-03-05T05:19:23.554" v="7470" actId="1076"/>
          <ac:picMkLst>
            <pc:docMk/>
            <pc:sldMk cId="2458513484" sldId="318"/>
            <ac:picMk id="17" creationId="{D71C1D60-439E-40F7-B99F-20AAC9FA2F65}"/>
          </ac:picMkLst>
        </pc:picChg>
        <pc:picChg chg="add mod">
          <ac:chgData name="Aritra Mitra" userId="ed282abb-f77d-4912-ae2d-92fef056a80d" providerId="ADAL" clId="{63083D85-EF25-4484-A12B-BD69E5A0BB0F}" dt="2021-03-05T05:19:33.662" v="7473" actId="1076"/>
          <ac:picMkLst>
            <pc:docMk/>
            <pc:sldMk cId="2458513484" sldId="318"/>
            <ac:picMk id="18" creationId="{CF5694F0-9BED-4953-8785-DE75F4995AFE}"/>
          </ac:picMkLst>
        </pc:picChg>
        <pc:cxnChg chg="mod">
          <ac:chgData name="Aritra Mitra" userId="ed282abb-f77d-4912-ae2d-92fef056a80d" providerId="ADAL" clId="{63083D85-EF25-4484-A12B-BD69E5A0BB0F}" dt="2021-03-05T04:45:23.664" v="7324" actId="693"/>
          <ac:cxnSpMkLst>
            <pc:docMk/>
            <pc:sldMk cId="2458513484" sldId="318"/>
            <ac:cxnSpMk id="15" creationId="{B172AB60-5EA8-4EB3-8FD5-5759AF7B42D6}"/>
          </ac:cxnSpMkLst>
        </pc:cxnChg>
        <pc:cxnChg chg="mod">
          <ac:chgData name="Aritra Mitra" userId="ed282abb-f77d-4912-ae2d-92fef056a80d" providerId="ADAL" clId="{63083D85-EF25-4484-A12B-BD69E5A0BB0F}" dt="2021-03-05T04:45:23.664" v="7324" actId="693"/>
          <ac:cxnSpMkLst>
            <pc:docMk/>
            <pc:sldMk cId="2458513484" sldId="318"/>
            <ac:cxnSpMk id="16" creationId="{3218EA14-2F0B-455F-84E3-4D0E622FE1A2}"/>
          </ac:cxnSpMkLst>
        </pc:cxnChg>
        <pc:cxnChg chg="mod">
          <ac:chgData name="Aritra Mitra" userId="ed282abb-f77d-4912-ae2d-92fef056a80d" providerId="ADAL" clId="{63083D85-EF25-4484-A12B-BD69E5A0BB0F}" dt="2021-03-05T04:45:23.664" v="7324" actId="693"/>
          <ac:cxnSpMkLst>
            <pc:docMk/>
            <pc:sldMk cId="2458513484" sldId="318"/>
            <ac:cxnSpMk id="20" creationId="{3A01D5BE-1B8F-466B-B718-68816BC06184}"/>
          </ac:cxnSpMkLst>
        </pc:cxnChg>
      </pc:sldChg>
      <pc:sldChg chg="add ord">
        <pc:chgData name="Aritra Mitra" userId="ed282abb-f77d-4912-ae2d-92fef056a80d" providerId="ADAL" clId="{63083D85-EF25-4484-A12B-BD69E5A0BB0F}" dt="2021-03-05T05:45:47.732" v="8674"/>
        <pc:sldMkLst>
          <pc:docMk/>
          <pc:sldMk cId="2329812678" sldId="319"/>
        </pc:sldMkLst>
      </pc:sldChg>
      <pc:sldChg chg="add del">
        <pc:chgData name="Aritra Mitra" userId="ed282abb-f77d-4912-ae2d-92fef056a80d" providerId="ADAL" clId="{63083D85-EF25-4484-A12B-BD69E5A0BB0F}" dt="2021-03-05T05:46:17.539" v="8675" actId="47"/>
        <pc:sldMkLst>
          <pc:docMk/>
          <pc:sldMk cId="532271188" sldId="320"/>
        </pc:sldMkLst>
      </pc:sldChg>
      <pc:sldChg chg="add del">
        <pc:chgData name="Aritra Mitra" userId="ed282abb-f77d-4912-ae2d-92fef056a80d" providerId="ADAL" clId="{63083D85-EF25-4484-A12B-BD69E5A0BB0F}" dt="2021-03-05T06:08:36.027" v="9240" actId="47"/>
        <pc:sldMkLst>
          <pc:docMk/>
          <pc:sldMk cId="270087539" sldId="321"/>
        </pc:sldMkLst>
      </pc:sldChg>
      <pc:sldChg chg="add del">
        <pc:chgData name="Aritra Mitra" userId="ed282abb-f77d-4912-ae2d-92fef056a80d" providerId="ADAL" clId="{63083D85-EF25-4484-A12B-BD69E5A0BB0F}" dt="2021-03-05T06:08:39.706" v="9241" actId="47"/>
        <pc:sldMkLst>
          <pc:docMk/>
          <pc:sldMk cId="1312544755" sldId="322"/>
        </pc:sldMkLst>
      </pc:sldChg>
      <pc:sldChg chg="addSp delSp modSp add mod modAnim">
        <pc:chgData name="Aritra Mitra" userId="ed282abb-f77d-4912-ae2d-92fef056a80d" providerId="ADAL" clId="{63083D85-EF25-4484-A12B-BD69E5A0BB0F}" dt="2021-03-04T05:00:14.722" v="800" actId="1036"/>
        <pc:sldMkLst>
          <pc:docMk/>
          <pc:sldMk cId="1963313966" sldId="323"/>
        </pc:sldMkLst>
        <pc:spChg chg="mod">
          <ac:chgData name="Aritra Mitra" userId="ed282abb-f77d-4912-ae2d-92fef056a80d" providerId="ADAL" clId="{63083D85-EF25-4484-A12B-BD69E5A0BB0F}" dt="2021-03-04T04:48:47.265" v="618" actId="6549"/>
          <ac:spMkLst>
            <pc:docMk/>
            <pc:sldMk cId="1963313966" sldId="323"/>
            <ac:spMk id="6" creationId="{3C023D84-43A0-4137-868E-A6C9C032DD0A}"/>
          </ac:spMkLst>
        </pc:spChg>
        <pc:spChg chg="mod">
          <ac:chgData name="Aritra Mitra" userId="ed282abb-f77d-4912-ae2d-92fef056a80d" providerId="ADAL" clId="{63083D85-EF25-4484-A12B-BD69E5A0BB0F}" dt="2021-03-04T04:48:47.265" v="618" actId="6549"/>
          <ac:spMkLst>
            <pc:docMk/>
            <pc:sldMk cId="1963313966" sldId="323"/>
            <ac:spMk id="7" creationId="{05CDA4DC-D1D7-41D4-B546-E03EB2D43EFD}"/>
          </ac:spMkLst>
        </pc:spChg>
        <pc:spChg chg="mod">
          <ac:chgData name="Aritra Mitra" userId="ed282abb-f77d-4912-ae2d-92fef056a80d" providerId="ADAL" clId="{63083D85-EF25-4484-A12B-BD69E5A0BB0F}" dt="2021-03-04T04:48:47.265" v="618" actId="6549"/>
          <ac:spMkLst>
            <pc:docMk/>
            <pc:sldMk cId="1963313966" sldId="323"/>
            <ac:spMk id="8" creationId="{634B5B3B-28CE-4615-B079-BED5CB6905D4}"/>
          </ac:spMkLst>
        </pc:spChg>
        <pc:spChg chg="mod">
          <ac:chgData name="Aritra Mitra" userId="ed282abb-f77d-4912-ae2d-92fef056a80d" providerId="ADAL" clId="{63083D85-EF25-4484-A12B-BD69E5A0BB0F}" dt="2021-03-04T04:55:32.866" v="784" actId="1076"/>
          <ac:spMkLst>
            <pc:docMk/>
            <pc:sldMk cId="1963313966" sldId="323"/>
            <ac:spMk id="16" creationId="{2D5EE6BA-1D92-4272-B22C-C086E3B50DC0}"/>
          </ac:spMkLst>
        </pc:spChg>
        <pc:spChg chg="mod">
          <ac:chgData name="Aritra Mitra" userId="ed282abb-f77d-4912-ae2d-92fef056a80d" providerId="ADAL" clId="{63083D85-EF25-4484-A12B-BD69E5A0BB0F}" dt="2021-03-04T04:48:47.265" v="618" actId="6549"/>
          <ac:spMkLst>
            <pc:docMk/>
            <pc:sldMk cId="1963313966" sldId="323"/>
            <ac:spMk id="17" creationId="{C3BB1917-0B03-463D-B716-8F59458958BA}"/>
          </ac:spMkLst>
        </pc:spChg>
        <pc:spChg chg="del mod">
          <ac:chgData name="Aritra Mitra" userId="ed282abb-f77d-4912-ae2d-92fef056a80d" providerId="ADAL" clId="{63083D85-EF25-4484-A12B-BD69E5A0BB0F}" dt="2021-03-04T04:15:26.803" v="304" actId="478"/>
          <ac:spMkLst>
            <pc:docMk/>
            <pc:sldMk cId="1963313966" sldId="323"/>
            <ac:spMk id="20" creationId="{7DEF2F0A-0797-4404-B6EC-B5C323AA0B58}"/>
          </ac:spMkLst>
        </pc:spChg>
        <pc:spChg chg="mod">
          <ac:chgData name="Aritra Mitra" userId="ed282abb-f77d-4912-ae2d-92fef056a80d" providerId="ADAL" clId="{63083D85-EF25-4484-A12B-BD69E5A0BB0F}" dt="2021-03-04T04:51:05.543" v="670" actId="1076"/>
          <ac:spMkLst>
            <pc:docMk/>
            <pc:sldMk cId="1963313966" sldId="323"/>
            <ac:spMk id="21" creationId="{25E4B1A7-ACB7-486D-B9A0-43AEF64AA51A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24" creationId="{3557439B-2BBD-41CA-88CD-EA3E41BB9BAF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25" creationId="{F416AFF0-F3B5-422B-8989-363C90A08E66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26" creationId="{3CC05BFF-FDAA-4A3A-AF02-E39A3442DB41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27" creationId="{988C5CD7-803C-4179-9E63-4AB9DC2FED9D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29" creationId="{07BB4EA3-1C3A-4B6A-9F5B-46EEBC185297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30" creationId="{6E95C532-C82E-4FD3-8DEE-40E99B032D0F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31" creationId="{F803C9DA-32D6-46D2-89DE-0312C01370AF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32" creationId="{C09639C4-5B15-4943-92D9-6D6A6B50CAD4}"/>
          </ac:spMkLst>
        </pc:spChg>
        <pc:spChg chg="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33" creationId="{32B06746-C5F0-4414-8A5D-1F9AB9517C8B}"/>
          </ac:spMkLst>
        </pc:spChg>
        <pc:spChg chg="del">
          <ac:chgData name="Aritra Mitra" userId="ed282abb-f77d-4912-ae2d-92fef056a80d" providerId="ADAL" clId="{63083D85-EF25-4484-A12B-BD69E5A0BB0F}" dt="2021-03-04T04:25:03.216" v="356" actId="478"/>
          <ac:spMkLst>
            <pc:docMk/>
            <pc:sldMk cId="1963313966" sldId="323"/>
            <ac:spMk id="37" creationId="{CA641772-B136-45E5-BA26-8063CC103ADF}"/>
          </ac:spMkLst>
        </pc:spChg>
        <pc:spChg chg="del">
          <ac:chgData name="Aritra Mitra" userId="ed282abb-f77d-4912-ae2d-92fef056a80d" providerId="ADAL" clId="{63083D85-EF25-4484-A12B-BD69E5A0BB0F}" dt="2021-03-04T04:25:00.365" v="355" actId="478"/>
          <ac:spMkLst>
            <pc:docMk/>
            <pc:sldMk cId="1963313966" sldId="323"/>
            <ac:spMk id="38" creationId="{E611371A-AC87-4BED-BB16-B5591F1AF554}"/>
          </ac:spMkLst>
        </pc:spChg>
        <pc:spChg chg="add del">
          <ac:chgData name="Aritra Mitra" userId="ed282abb-f77d-4912-ae2d-92fef056a80d" providerId="ADAL" clId="{63083D85-EF25-4484-A12B-BD69E5A0BB0F}" dt="2021-03-04T04:32:23.217" v="390" actId="478"/>
          <ac:spMkLst>
            <pc:docMk/>
            <pc:sldMk cId="1963313966" sldId="323"/>
            <ac:spMk id="54" creationId="{084E6F4B-3DDB-4BD6-A047-1D6A7991644C}"/>
          </ac:spMkLst>
        </pc:spChg>
        <pc:spChg chg="add 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61" creationId="{82334D0E-9633-4096-B4FE-8C992D7DED75}"/>
          </ac:spMkLst>
        </pc:spChg>
        <pc:spChg chg="add 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62" creationId="{1100676B-6A09-47BF-9570-DC35301E0D80}"/>
          </ac:spMkLst>
        </pc:spChg>
        <pc:spChg chg="add del mod">
          <ac:chgData name="Aritra Mitra" userId="ed282abb-f77d-4912-ae2d-92fef056a80d" providerId="ADAL" clId="{63083D85-EF25-4484-A12B-BD69E5A0BB0F}" dt="2021-03-04T04:48:08.049" v="596" actId="21"/>
          <ac:spMkLst>
            <pc:docMk/>
            <pc:sldMk cId="1963313966" sldId="323"/>
            <ac:spMk id="66" creationId="{A2AA5E7D-FF05-41E1-B558-FBF3E1A2E4F5}"/>
          </ac:spMkLst>
        </pc:spChg>
        <pc:spChg chg="add del mod">
          <ac:chgData name="Aritra Mitra" userId="ed282abb-f77d-4912-ae2d-92fef056a80d" providerId="ADAL" clId="{63083D85-EF25-4484-A12B-BD69E5A0BB0F}" dt="2021-03-04T04:48:08.049" v="596" actId="21"/>
          <ac:spMkLst>
            <pc:docMk/>
            <pc:sldMk cId="1963313966" sldId="323"/>
            <ac:spMk id="67" creationId="{9239D005-37F2-4B06-B40C-2495BB9C9F9D}"/>
          </ac:spMkLst>
        </pc:spChg>
        <pc:spChg chg="add del mod">
          <ac:chgData name="Aritra Mitra" userId="ed282abb-f77d-4912-ae2d-92fef056a80d" providerId="ADAL" clId="{63083D85-EF25-4484-A12B-BD69E5A0BB0F}" dt="2021-03-04T04:49:18.865" v="624" actId="21"/>
          <ac:spMkLst>
            <pc:docMk/>
            <pc:sldMk cId="1963313966" sldId="323"/>
            <ac:spMk id="68" creationId="{E8F9E6AB-B889-48B3-B283-ADBB0180B8A1}"/>
          </ac:spMkLst>
        </pc:spChg>
        <pc:spChg chg="add del mod">
          <ac:chgData name="Aritra Mitra" userId="ed282abb-f77d-4912-ae2d-92fef056a80d" providerId="ADAL" clId="{63083D85-EF25-4484-A12B-BD69E5A0BB0F}" dt="2021-03-04T04:49:18.865" v="624" actId="21"/>
          <ac:spMkLst>
            <pc:docMk/>
            <pc:sldMk cId="1963313966" sldId="323"/>
            <ac:spMk id="69" creationId="{0E0E9535-28CD-44F9-8525-36B84ABE507B}"/>
          </ac:spMkLst>
        </pc:spChg>
        <pc:spChg chg="add del mod">
          <ac:chgData name="Aritra Mitra" userId="ed282abb-f77d-4912-ae2d-92fef056a80d" providerId="ADAL" clId="{63083D85-EF25-4484-A12B-BD69E5A0BB0F}" dt="2021-03-04T04:50:33.101" v="667" actId="21"/>
          <ac:spMkLst>
            <pc:docMk/>
            <pc:sldMk cId="1963313966" sldId="323"/>
            <ac:spMk id="71" creationId="{5124F1E4-B4FD-4E2E-A4B2-99E62C4645AC}"/>
          </ac:spMkLst>
        </pc:spChg>
        <pc:spChg chg="add del mod">
          <ac:chgData name="Aritra Mitra" userId="ed282abb-f77d-4912-ae2d-92fef056a80d" providerId="ADAL" clId="{63083D85-EF25-4484-A12B-BD69E5A0BB0F}" dt="2021-03-04T04:50:33.101" v="667" actId="21"/>
          <ac:spMkLst>
            <pc:docMk/>
            <pc:sldMk cId="1963313966" sldId="323"/>
            <ac:spMk id="72" creationId="{1E140C32-04D5-4788-B182-ED11C70B6F8F}"/>
          </ac:spMkLst>
        </pc:spChg>
        <pc:spChg chg="add 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73" creationId="{736220EF-DBD0-4817-912E-DE6D5865801F}"/>
          </ac:spMkLst>
        </pc:spChg>
        <pc:spChg chg="add mod">
          <ac:chgData name="Aritra Mitra" userId="ed282abb-f77d-4912-ae2d-92fef056a80d" providerId="ADAL" clId="{63083D85-EF25-4484-A12B-BD69E5A0BB0F}" dt="2021-03-04T04:54:59.857" v="780" actId="1036"/>
          <ac:spMkLst>
            <pc:docMk/>
            <pc:sldMk cId="1963313966" sldId="323"/>
            <ac:spMk id="74" creationId="{51019B98-F5B3-4996-B70A-D3A4A95FF9E7}"/>
          </ac:spMkLst>
        </pc:spChg>
        <pc:spChg chg="add del mod">
          <ac:chgData name="Aritra Mitra" userId="ed282abb-f77d-4912-ae2d-92fef056a80d" providerId="ADAL" clId="{63083D85-EF25-4484-A12B-BD69E5A0BB0F}" dt="2021-03-04T04:58:53.438" v="788"/>
          <ac:spMkLst>
            <pc:docMk/>
            <pc:sldMk cId="1963313966" sldId="323"/>
            <ac:spMk id="79" creationId="{18320D7D-0DDB-4285-9D42-C89FC845217A}"/>
          </ac:spMkLst>
        </pc:spChg>
        <pc:spChg chg="add del mod">
          <ac:chgData name="Aritra Mitra" userId="ed282abb-f77d-4912-ae2d-92fef056a80d" providerId="ADAL" clId="{63083D85-EF25-4484-A12B-BD69E5A0BB0F}" dt="2021-03-04T04:58:53.438" v="788"/>
          <ac:spMkLst>
            <pc:docMk/>
            <pc:sldMk cId="1963313966" sldId="323"/>
            <ac:spMk id="80" creationId="{40415950-4F97-48E3-A7F9-303538F9458A}"/>
          </ac:spMkLst>
        </pc:spChg>
        <pc:spChg chg="add mod">
          <ac:chgData name="Aritra Mitra" userId="ed282abb-f77d-4912-ae2d-92fef056a80d" providerId="ADAL" clId="{63083D85-EF25-4484-A12B-BD69E5A0BB0F}" dt="2021-03-04T05:00:14.722" v="800" actId="1036"/>
          <ac:spMkLst>
            <pc:docMk/>
            <pc:sldMk cId="1963313966" sldId="323"/>
            <ac:spMk id="81" creationId="{6F34F2C1-7166-4C90-BC05-153AF6A9D590}"/>
          </ac:spMkLst>
        </pc:spChg>
        <pc:grpChg chg="mod">
          <ac:chgData name="Aritra Mitra" userId="ed282abb-f77d-4912-ae2d-92fef056a80d" providerId="ADAL" clId="{63083D85-EF25-4484-A12B-BD69E5A0BB0F}" dt="2021-03-04T04:54:59.857" v="780" actId="1036"/>
          <ac:grpSpMkLst>
            <pc:docMk/>
            <pc:sldMk cId="1963313966" sldId="323"/>
            <ac:grpSpMk id="23" creationId="{99FCAB88-5FB7-4191-9C9E-DFFFC1F4B3AB}"/>
          </ac:grpSpMkLst>
        </pc:grp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4" creationId="{4C92DA6E-0A70-4411-B4ED-C38AC6594C5D}"/>
          </ac:cxnSpMkLst>
        </pc:cxnChg>
        <pc:cxnChg chg="mod">
          <ac:chgData name="Aritra Mitra" userId="ed282abb-f77d-4912-ae2d-92fef056a80d" providerId="ADAL" clId="{63083D85-EF25-4484-A12B-BD69E5A0BB0F}" dt="2021-03-04T04:48:47.265" v="618" actId="6549"/>
          <ac:cxnSpMkLst>
            <pc:docMk/>
            <pc:sldMk cId="1963313966" sldId="323"/>
            <ac:cxnSpMk id="5" creationId="{479B3BEE-94AF-4A03-8074-8BB7C6550233}"/>
          </ac:cxnSpMkLst>
        </pc:cxnChg>
        <pc:cxnChg chg="mod">
          <ac:chgData name="Aritra Mitra" userId="ed282abb-f77d-4912-ae2d-92fef056a80d" providerId="ADAL" clId="{63083D85-EF25-4484-A12B-BD69E5A0BB0F}" dt="2021-03-04T04:55:19.923" v="782" actId="14100"/>
          <ac:cxnSpMkLst>
            <pc:docMk/>
            <pc:sldMk cId="1963313966" sldId="323"/>
            <ac:cxnSpMk id="10" creationId="{97939240-30A7-4151-8F42-57073ACC2780}"/>
          </ac:cxnSpMkLst>
        </pc:cxnChg>
        <pc:cxnChg chg="mod">
          <ac:chgData name="Aritra Mitra" userId="ed282abb-f77d-4912-ae2d-92fef056a80d" providerId="ADAL" clId="{63083D85-EF25-4484-A12B-BD69E5A0BB0F}" dt="2021-03-04T04:55:10.936" v="781" actId="1076"/>
          <ac:cxnSpMkLst>
            <pc:docMk/>
            <pc:sldMk cId="1963313966" sldId="323"/>
            <ac:cxnSpMk id="12" creationId="{8B359A2C-EFB1-481C-8A68-948596E1F267}"/>
          </ac:cxnSpMkLst>
        </pc:cxnChg>
        <pc:cxnChg chg="mod">
          <ac:chgData name="Aritra Mitra" userId="ed282abb-f77d-4912-ae2d-92fef056a80d" providerId="ADAL" clId="{63083D85-EF25-4484-A12B-BD69E5A0BB0F}" dt="2021-03-04T04:55:25.976" v="783" actId="14100"/>
          <ac:cxnSpMkLst>
            <pc:docMk/>
            <pc:sldMk cId="1963313966" sldId="323"/>
            <ac:cxnSpMk id="15" creationId="{D6F24001-6FF1-4DBD-BEA1-2F6EEA71E6ED}"/>
          </ac:cxnSpMkLst>
        </pc:cxnChg>
        <pc:cxnChg chg="mod">
          <ac:chgData name="Aritra Mitra" userId="ed282abb-f77d-4912-ae2d-92fef056a80d" providerId="ADAL" clId="{63083D85-EF25-4484-A12B-BD69E5A0BB0F}" dt="2021-03-04T04:48:47.265" v="618" actId="6549"/>
          <ac:cxnSpMkLst>
            <pc:docMk/>
            <pc:sldMk cId="1963313966" sldId="323"/>
            <ac:cxnSpMk id="19" creationId="{A0B4A8CF-DCC0-484E-9FEC-6C7A441FBBEA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34" creationId="{A2D846F8-49E5-47FD-8BE7-F964CFC28FD0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35" creationId="{47079C1F-B1CD-4096-A3F5-46698F9B9D86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36" creationId="{ACCD1CA7-CB7B-47C1-B946-C4DD517646FE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39" creationId="{8F9757F1-7C8B-4525-8C26-CD24BC507E69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40" creationId="{16FB4473-F100-4FB7-A9CC-A140D86E2B11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41" creationId="{7A498F53-7153-462D-A1CB-EBF4BB7F98B8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42" creationId="{8B5CD105-DA92-4331-98A2-164195984307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43" creationId="{25FD8934-2206-4233-93F2-5F28BABB30D9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44" creationId="{D92EA850-380C-4AEA-9E64-134275449B82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45" creationId="{6F1433B9-4644-4557-B152-90BB3804C6CA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46" creationId="{472ACF32-E140-4DF2-85F5-51DCF1899942}"/>
          </ac:cxnSpMkLst>
        </pc:cxnChg>
        <pc:cxnChg chg="add mod">
          <ac:chgData name="Aritra Mitra" userId="ed282abb-f77d-4912-ae2d-92fef056a80d" providerId="ADAL" clId="{63083D85-EF25-4484-A12B-BD69E5A0BB0F}" dt="2021-03-04T04:25:18.555" v="358" actId="571"/>
          <ac:cxnSpMkLst>
            <pc:docMk/>
            <pc:sldMk cId="1963313966" sldId="323"/>
            <ac:cxnSpMk id="47" creationId="{F6DB03C7-E664-427B-BB28-BFC32D6709DC}"/>
          </ac:cxnSpMkLst>
        </pc:cxnChg>
        <pc:cxnChg chg="add mod">
          <ac:chgData name="Aritra Mitra" userId="ed282abb-f77d-4912-ae2d-92fef056a80d" providerId="ADAL" clId="{63083D85-EF25-4484-A12B-BD69E5A0BB0F}" dt="2021-03-04T04:25:18.555" v="358" actId="571"/>
          <ac:cxnSpMkLst>
            <pc:docMk/>
            <pc:sldMk cId="1963313966" sldId="323"/>
            <ac:cxnSpMk id="48" creationId="{61896DBF-6C67-43F6-B3DA-6374425E1014}"/>
          </ac:cxnSpMkLst>
        </pc:cxnChg>
        <pc:cxnChg chg="add mod">
          <ac:chgData name="Aritra Mitra" userId="ed282abb-f77d-4912-ae2d-92fef056a80d" providerId="ADAL" clId="{63083D85-EF25-4484-A12B-BD69E5A0BB0F}" dt="2021-03-04T04:25:18.555" v="358" actId="571"/>
          <ac:cxnSpMkLst>
            <pc:docMk/>
            <pc:sldMk cId="1963313966" sldId="323"/>
            <ac:cxnSpMk id="49" creationId="{D0F649AD-2B3B-483A-9E35-1EB3A1F41C5B}"/>
          </ac:cxnSpMkLst>
        </pc:cxnChg>
        <pc:cxnChg chg="add mod">
          <ac:chgData name="Aritra Mitra" userId="ed282abb-f77d-4912-ae2d-92fef056a80d" providerId="ADAL" clId="{63083D85-EF25-4484-A12B-BD69E5A0BB0F}" dt="2021-03-04T04:54:59.857" v="780" actId="1036"/>
          <ac:cxnSpMkLst>
            <pc:docMk/>
            <pc:sldMk cId="1963313966" sldId="323"/>
            <ac:cxnSpMk id="56" creationId="{D75D38B2-396A-46FB-B998-E4412B028F81}"/>
          </ac:cxnSpMkLst>
        </pc:cxnChg>
      </pc:sldChg>
      <pc:sldChg chg="modSp add mod">
        <pc:chgData name="Aritra Mitra" userId="ed282abb-f77d-4912-ae2d-92fef056a80d" providerId="ADAL" clId="{63083D85-EF25-4484-A12B-BD69E5A0BB0F}" dt="2021-03-05T06:47:32.335" v="10590" actId="1076"/>
        <pc:sldMkLst>
          <pc:docMk/>
          <pc:sldMk cId="1492268902" sldId="325"/>
        </pc:sldMkLst>
        <pc:spChg chg="mod">
          <ac:chgData name="Aritra Mitra" userId="ed282abb-f77d-4912-ae2d-92fef056a80d" providerId="ADAL" clId="{63083D85-EF25-4484-A12B-BD69E5A0BB0F}" dt="2021-03-04T04:45:33.964" v="590" actId="20577"/>
          <ac:spMkLst>
            <pc:docMk/>
            <pc:sldMk cId="1492268902" sldId="325"/>
            <ac:spMk id="9" creationId="{7A0E6869-EBBB-42DB-BCC0-4610C5A1DC47}"/>
          </ac:spMkLst>
        </pc:spChg>
        <pc:spChg chg="mod">
          <ac:chgData name="Aritra Mitra" userId="ed282abb-f77d-4912-ae2d-92fef056a80d" providerId="ADAL" clId="{63083D85-EF25-4484-A12B-BD69E5A0BB0F}" dt="2021-03-05T06:47:31.592" v="10589" actId="1076"/>
          <ac:spMkLst>
            <pc:docMk/>
            <pc:sldMk cId="1492268902" sldId="325"/>
            <ac:spMk id="10" creationId="{FF558C20-084E-4B43-997C-34FF4FE99371}"/>
          </ac:spMkLst>
        </pc:spChg>
        <pc:spChg chg="mod">
          <ac:chgData name="Aritra Mitra" userId="ed282abb-f77d-4912-ae2d-92fef056a80d" providerId="ADAL" clId="{63083D85-EF25-4484-A12B-BD69E5A0BB0F}" dt="2021-03-05T06:47:32.335" v="10590" actId="1076"/>
          <ac:spMkLst>
            <pc:docMk/>
            <pc:sldMk cId="1492268902" sldId="325"/>
            <ac:spMk id="13" creationId="{9D103F2D-EA22-4F99-923D-D7B3F1022784}"/>
          </ac:spMkLst>
        </pc:spChg>
        <pc:spChg chg="mod">
          <ac:chgData name="Aritra Mitra" userId="ed282abb-f77d-4912-ae2d-92fef056a80d" providerId="ADAL" clId="{63083D85-EF25-4484-A12B-BD69E5A0BB0F}" dt="2021-03-04T04:45:32.490" v="589" actId="20577"/>
          <ac:spMkLst>
            <pc:docMk/>
            <pc:sldMk cId="1492268902" sldId="325"/>
            <ac:spMk id="41" creationId="{834228F1-8E02-4C96-BAB1-4F54EFA05191}"/>
          </ac:spMkLst>
        </pc:spChg>
      </pc:sldChg>
      <pc:sldChg chg="modSp add del mod">
        <pc:chgData name="Aritra Mitra" userId="ed282abb-f77d-4912-ae2d-92fef056a80d" providerId="ADAL" clId="{63083D85-EF25-4484-A12B-BD69E5A0BB0F}" dt="2021-03-04T04:47:15.100" v="591" actId="47"/>
        <pc:sldMkLst>
          <pc:docMk/>
          <pc:sldMk cId="2279304303" sldId="342"/>
        </pc:sldMkLst>
        <pc:spChg chg="mod">
          <ac:chgData name="Aritra Mitra" userId="ed282abb-f77d-4912-ae2d-92fef056a80d" providerId="ADAL" clId="{63083D85-EF25-4484-A12B-BD69E5A0BB0F}" dt="2021-03-04T04:44:40.677" v="586" actId="14100"/>
          <ac:spMkLst>
            <pc:docMk/>
            <pc:sldMk cId="2279304303" sldId="342"/>
            <ac:spMk id="3" creationId="{21FEDB0F-978D-4A36-87C9-82432AA6465E}"/>
          </ac:spMkLst>
        </pc:spChg>
        <pc:spChg chg="mod">
          <ac:chgData name="Aritra Mitra" userId="ed282abb-f77d-4912-ae2d-92fef056a80d" providerId="ADAL" clId="{63083D85-EF25-4484-A12B-BD69E5A0BB0F}" dt="2021-03-04T04:41:08.224" v="495" actId="14100"/>
          <ac:spMkLst>
            <pc:docMk/>
            <pc:sldMk cId="2279304303" sldId="342"/>
            <ac:spMk id="4" creationId="{620B54EF-806A-4ED5-9816-FB05858E620B}"/>
          </ac:spMkLst>
        </pc:spChg>
      </pc:sldChg>
      <pc:sldChg chg="modSp add">
        <pc:chgData name="Aritra Mitra" userId="ed282abb-f77d-4912-ae2d-92fef056a80d" providerId="ADAL" clId="{63083D85-EF25-4484-A12B-BD69E5A0BB0F}" dt="2021-03-04T05:03:22.844" v="834" actId="20577"/>
        <pc:sldMkLst>
          <pc:docMk/>
          <pc:sldMk cId="2119769301" sldId="347"/>
        </pc:sldMkLst>
        <pc:spChg chg="mod">
          <ac:chgData name="Aritra Mitra" userId="ed282abb-f77d-4912-ae2d-92fef056a80d" providerId="ADAL" clId="{63083D85-EF25-4484-A12B-BD69E5A0BB0F}" dt="2021-03-04T05:03:22.844" v="834" actId="20577"/>
          <ac:spMkLst>
            <pc:docMk/>
            <pc:sldMk cId="2119769301" sldId="347"/>
            <ac:spMk id="3" creationId="{1852BF5B-C3B1-43D4-AB74-1471DAE5937D}"/>
          </ac:spMkLst>
        </pc:spChg>
      </pc:sldChg>
      <pc:sldChg chg="add">
        <pc:chgData name="Aritra Mitra" userId="ed282abb-f77d-4912-ae2d-92fef056a80d" providerId="ADAL" clId="{63083D85-EF25-4484-A12B-BD69E5A0BB0F}" dt="2021-03-04T04:10:30.671" v="288"/>
        <pc:sldMkLst>
          <pc:docMk/>
          <pc:sldMk cId="4233787963" sldId="349"/>
        </pc:sldMkLst>
      </pc:sldChg>
      <pc:sldChg chg="addSp delSp modSp add mod">
        <pc:chgData name="Aritra Mitra" userId="ed282abb-f77d-4912-ae2d-92fef056a80d" providerId="ADAL" clId="{63083D85-EF25-4484-A12B-BD69E5A0BB0F}" dt="2021-03-04T05:21:19.418" v="961" actId="1076"/>
        <pc:sldMkLst>
          <pc:docMk/>
          <pc:sldMk cId="3394656246" sldId="350"/>
        </pc:sldMkLst>
        <pc:spChg chg="del mod">
          <ac:chgData name="Aritra Mitra" userId="ed282abb-f77d-4912-ae2d-92fef056a80d" providerId="ADAL" clId="{63083D85-EF25-4484-A12B-BD69E5A0BB0F}" dt="2021-03-04T05:20:52.375" v="959" actId="478"/>
          <ac:spMkLst>
            <pc:docMk/>
            <pc:sldMk cId="3394656246" sldId="350"/>
            <ac:spMk id="2" creationId="{24788869-D361-4DA3-842B-C76ACDD2766E}"/>
          </ac:spMkLst>
        </pc:spChg>
        <pc:spChg chg="add del mod">
          <ac:chgData name="Aritra Mitra" userId="ed282abb-f77d-4912-ae2d-92fef056a80d" providerId="ADAL" clId="{63083D85-EF25-4484-A12B-BD69E5A0BB0F}" dt="2021-03-04T05:20:55.683" v="960" actId="478"/>
          <ac:spMkLst>
            <pc:docMk/>
            <pc:sldMk cId="3394656246" sldId="350"/>
            <ac:spMk id="7" creationId="{B7E09319-E8C5-448B-813C-B8B925C2A13F}"/>
          </ac:spMkLst>
        </pc:spChg>
        <pc:spChg chg="add del mod">
          <ac:chgData name="Aritra Mitra" userId="ed282abb-f77d-4912-ae2d-92fef056a80d" providerId="ADAL" clId="{63083D85-EF25-4484-A12B-BD69E5A0BB0F}" dt="2021-03-04T05:21:19.418" v="961" actId="1076"/>
          <ac:spMkLst>
            <pc:docMk/>
            <pc:sldMk cId="3394656246" sldId="350"/>
            <ac:spMk id="8" creationId="{51FE5B7C-FBAF-4838-B301-83F3CC4F9C61}"/>
          </ac:spMkLst>
        </pc:spChg>
      </pc:sldChg>
      <pc:sldChg chg="del">
        <pc:chgData name="Aritra Mitra" userId="ed282abb-f77d-4912-ae2d-92fef056a80d" providerId="ADAL" clId="{63083D85-EF25-4484-A12B-BD69E5A0BB0F}" dt="2021-03-04T05:23:27.085" v="964" actId="47"/>
        <pc:sldMkLst>
          <pc:docMk/>
          <pc:sldMk cId="2618516425" sldId="351"/>
        </pc:sldMkLst>
      </pc:sldChg>
      <pc:sldChg chg="del">
        <pc:chgData name="Aritra Mitra" userId="ed282abb-f77d-4912-ae2d-92fef056a80d" providerId="ADAL" clId="{63083D85-EF25-4484-A12B-BD69E5A0BB0F}" dt="2021-03-04T05:23:28.202" v="965" actId="47"/>
        <pc:sldMkLst>
          <pc:docMk/>
          <pc:sldMk cId="610019849" sldId="352"/>
        </pc:sldMkLst>
      </pc:sldChg>
      <pc:sldChg chg="del">
        <pc:chgData name="Aritra Mitra" userId="ed282abb-f77d-4912-ae2d-92fef056a80d" providerId="ADAL" clId="{63083D85-EF25-4484-A12B-BD69E5A0BB0F}" dt="2021-03-04T05:23:23.003" v="962" actId="47"/>
        <pc:sldMkLst>
          <pc:docMk/>
          <pc:sldMk cId="3655303321" sldId="353"/>
        </pc:sldMkLst>
      </pc:sldChg>
      <pc:sldChg chg="del">
        <pc:chgData name="Aritra Mitra" userId="ed282abb-f77d-4912-ae2d-92fef056a80d" providerId="ADAL" clId="{63083D85-EF25-4484-A12B-BD69E5A0BB0F}" dt="2021-03-04T05:23:26.112" v="963" actId="47"/>
        <pc:sldMkLst>
          <pc:docMk/>
          <pc:sldMk cId="1890829400" sldId="354"/>
        </pc:sldMkLst>
      </pc:sldChg>
      <pc:sldChg chg="delSp modSp mod modAnim">
        <pc:chgData name="Aritra Mitra" userId="ed282abb-f77d-4912-ae2d-92fef056a80d" providerId="ADAL" clId="{63083D85-EF25-4484-A12B-BD69E5A0BB0F}" dt="2021-03-04T15:19:41.459" v="2817" actId="20577"/>
        <pc:sldMkLst>
          <pc:docMk/>
          <pc:sldMk cId="1605787153" sldId="356"/>
        </pc:sldMkLst>
        <pc:spChg chg="mod">
          <ac:chgData name="Aritra Mitra" userId="ed282abb-f77d-4912-ae2d-92fef056a80d" providerId="ADAL" clId="{63083D85-EF25-4484-A12B-BD69E5A0BB0F}" dt="2021-03-04T15:19:41.459" v="2817" actId="20577"/>
          <ac:spMkLst>
            <pc:docMk/>
            <pc:sldMk cId="1605787153" sldId="356"/>
            <ac:spMk id="3" creationId="{6633A027-12E5-4619-A3AC-4EDBC5241A33}"/>
          </ac:spMkLst>
        </pc:spChg>
        <pc:spChg chg="del mod">
          <ac:chgData name="Aritra Mitra" userId="ed282abb-f77d-4912-ae2d-92fef056a80d" providerId="ADAL" clId="{63083D85-EF25-4484-A12B-BD69E5A0BB0F}" dt="2021-03-04T05:50:44.573" v="1331" actId="478"/>
          <ac:spMkLst>
            <pc:docMk/>
            <pc:sldMk cId="1605787153" sldId="356"/>
            <ac:spMk id="4" creationId="{F65F4353-8AD4-4C1A-8FD2-EFCAA47A1DEC}"/>
          </ac:spMkLst>
        </pc:spChg>
      </pc:sldChg>
      <pc:sldChg chg="del">
        <pc:chgData name="Aritra Mitra" userId="ed282abb-f77d-4912-ae2d-92fef056a80d" providerId="ADAL" clId="{63083D85-EF25-4484-A12B-BD69E5A0BB0F}" dt="2021-03-04T05:16:17.913" v="847" actId="2696"/>
        <pc:sldMkLst>
          <pc:docMk/>
          <pc:sldMk cId="2078487047" sldId="357"/>
        </pc:sldMkLst>
      </pc:sldChg>
      <pc:sldChg chg="add">
        <pc:chgData name="Aritra Mitra" userId="ed282abb-f77d-4912-ae2d-92fef056a80d" providerId="ADAL" clId="{63083D85-EF25-4484-A12B-BD69E5A0BB0F}" dt="2021-03-04T05:16:28.051" v="848"/>
        <pc:sldMkLst>
          <pc:docMk/>
          <pc:sldMk cId="2678409989" sldId="357"/>
        </pc:sldMkLst>
      </pc:sldChg>
      <pc:sldChg chg="modSp mod">
        <pc:chgData name="Aritra Mitra" userId="ed282abb-f77d-4912-ae2d-92fef056a80d" providerId="ADAL" clId="{63083D85-EF25-4484-A12B-BD69E5A0BB0F}" dt="2021-03-04T06:10:26.665" v="1670" actId="1076"/>
        <pc:sldMkLst>
          <pc:docMk/>
          <pc:sldMk cId="78988702" sldId="365"/>
        </pc:sldMkLst>
        <pc:spChg chg="mod">
          <ac:chgData name="Aritra Mitra" userId="ed282abb-f77d-4912-ae2d-92fef056a80d" providerId="ADAL" clId="{63083D85-EF25-4484-A12B-BD69E5A0BB0F}" dt="2021-03-04T06:10:26.665" v="1670" actId="1076"/>
          <ac:spMkLst>
            <pc:docMk/>
            <pc:sldMk cId="78988702" sldId="365"/>
            <ac:spMk id="2" creationId="{C2D081FD-68B8-443E-95C3-1EC5F021CEA1}"/>
          </ac:spMkLst>
        </pc:spChg>
      </pc:sldChg>
      <pc:sldChg chg="addSp delSp modSp mod delAnim modAnim">
        <pc:chgData name="Aritra Mitra" userId="ed282abb-f77d-4912-ae2d-92fef056a80d" providerId="ADAL" clId="{63083D85-EF25-4484-A12B-BD69E5A0BB0F}" dt="2021-03-04T16:46:18.996" v="4191" actId="20577"/>
        <pc:sldMkLst>
          <pc:docMk/>
          <pc:sldMk cId="496558506" sldId="366"/>
        </pc:sldMkLst>
        <pc:spChg chg="del mod">
          <ac:chgData name="Aritra Mitra" userId="ed282abb-f77d-4912-ae2d-92fef056a80d" providerId="ADAL" clId="{63083D85-EF25-4484-A12B-BD69E5A0BB0F}" dt="2021-03-04T06:32:53.044" v="1917" actId="478"/>
          <ac:spMkLst>
            <pc:docMk/>
            <pc:sldMk cId="496558506" sldId="366"/>
            <ac:spMk id="7" creationId="{7ACE13DC-1073-4A03-B61D-E67EA6BCBFAF}"/>
          </ac:spMkLst>
        </pc:spChg>
        <pc:spChg chg="add mod">
          <ac:chgData name="Aritra Mitra" userId="ed282abb-f77d-4912-ae2d-92fef056a80d" providerId="ADAL" clId="{63083D85-EF25-4484-A12B-BD69E5A0BB0F}" dt="2021-03-04T16:46:18.996" v="4191" actId="20577"/>
          <ac:spMkLst>
            <pc:docMk/>
            <pc:sldMk cId="496558506" sldId="366"/>
            <ac:spMk id="8" creationId="{3828FE8B-2666-4F2F-9486-5E9222EBF7FE}"/>
          </ac:spMkLst>
        </pc:spChg>
      </pc:sldChg>
      <pc:sldChg chg="modSp mod modAnim">
        <pc:chgData name="Aritra Mitra" userId="ed282abb-f77d-4912-ae2d-92fef056a80d" providerId="ADAL" clId="{63083D85-EF25-4484-A12B-BD69E5A0BB0F}" dt="2021-03-04T15:32:06.758" v="2862" actId="1076"/>
        <pc:sldMkLst>
          <pc:docMk/>
          <pc:sldMk cId="3264230813" sldId="367"/>
        </pc:sldMkLst>
        <pc:spChg chg="mod">
          <ac:chgData name="Aritra Mitra" userId="ed282abb-f77d-4912-ae2d-92fef056a80d" providerId="ADAL" clId="{63083D85-EF25-4484-A12B-BD69E5A0BB0F}" dt="2021-03-04T15:32:06.758" v="2862" actId="1076"/>
          <ac:spMkLst>
            <pc:docMk/>
            <pc:sldMk cId="3264230813" sldId="367"/>
            <ac:spMk id="7" creationId="{E7FDB58E-52F7-4173-B722-775D6EB42678}"/>
          </ac:spMkLst>
        </pc:spChg>
      </pc:sldChg>
      <pc:sldChg chg="addSp delSp modSp mod delAnim modAnim">
        <pc:chgData name="Aritra Mitra" userId="ed282abb-f77d-4912-ae2d-92fef056a80d" providerId="ADAL" clId="{63083D85-EF25-4484-A12B-BD69E5A0BB0F}" dt="2021-03-04T15:36:33.985" v="2957"/>
        <pc:sldMkLst>
          <pc:docMk/>
          <pc:sldMk cId="3504645916" sldId="368"/>
        </pc:sldMkLst>
        <pc:spChg chg="del mod">
          <ac:chgData name="Aritra Mitra" userId="ed282abb-f77d-4912-ae2d-92fef056a80d" providerId="ADAL" clId="{63083D85-EF25-4484-A12B-BD69E5A0BB0F}" dt="2021-03-04T15:36:24.969" v="2955" actId="478"/>
          <ac:spMkLst>
            <pc:docMk/>
            <pc:sldMk cId="3504645916" sldId="368"/>
            <ac:spMk id="6" creationId="{355355A4-B0AF-4C86-871E-B5989B4D1071}"/>
          </ac:spMkLst>
        </pc:spChg>
        <pc:spChg chg="add mod">
          <ac:chgData name="Aritra Mitra" userId="ed282abb-f77d-4912-ae2d-92fef056a80d" providerId="ADAL" clId="{63083D85-EF25-4484-A12B-BD69E5A0BB0F}" dt="2021-03-04T15:36:07.476" v="2954" actId="114"/>
          <ac:spMkLst>
            <pc:docMk/>
            <pc:sldMk cId="3504645916" sldId="368"/>
            <ac:spMk id="7" creationId="{9404A813-0333-4BDF-B6DF-68F014E8848C}"/>
          </ac:spMkLst>
        </pc:spChg>
        <pc:spChg chg="add mod">
          <ac:chgData name="Aritra Mitra" userId="ed282abb-f77d-4912-ae2d-92fef056a80d" providerId="ADAL" clId="{63083D85-EF25-4484-A12B-BD69E5A0BB0F}" dt="2021-03-04T15:35:36.750" v="2892" actId="14100"/>
          <ac:spMkLst>
            <pc:docMk/>
            <pc:sldMk cId="3504645916" sldId="368"/>
            <ac:spMk id="8" creationId="{4BEEA2C0-0A4D-4C66-B271-9732C31ABD58}"/>
          </ac:spMkLst>
        </pc:spChg>
      </pc:sldChg>
      <pc:sldChg chg="addSp modSp mod ord modAnim">
        <pc:chgData name="Aritra Mitra" userId="ed282abb-f77d-4912-ae2d-92fef056a80d" providerId="ADAL" clId="{63083D85-EF25-4484-A12B-BD69E5A0BB0F}" dt="2021-03-04T16:46:07.660" v="4190" actId="1076"/>
        <pc:sldMkLst>
          <pc:docMk/>
          <pc:sldMk cId="1754065141" sldId="371"/>
        </pc:sldMkLst>
        <pc:spChg chg="add mod">
          <ac:chgData name="Aritra Mitra" userId="ed282abb-f77d-4912-ae2d-92fef056a80d" providerId="ADAL" clId="{63083D85-EF25-4484-A12B-BD69E5A0BB0F}" dt="2021-03-04T16:46:07.660" v="4190" actId="1076"/>
          <ac:spMkLst>
            <pc:docMk/>
            <pc:sldMk cId="1754065141" sldId="371"/>
            <ac:spMk id="7" creationId="{609AE5C2-8846-4219-AC27-41EA16C5670D}"/>
          </ac:spMkLst>
        </pc:spChg>
      </pc:sldChg>
      <pc:sldChg chg="del">
        <pc:chgData name="Aritra Mitra" userId="ed282abb-f77d-4912-ae2d-92fef056a80d" providerId="ADAL" clId="{63083D85-EF25-4484-A12B-BD69E5A0BB0F}" dt="2021-03-04T17:39:41.218" v="4839" actId="47"/>
        <pc:sldMkLst>
          <pc:docMk/>
          <pc:sldMk cId="3694708346" sldId="372"/>
        </pc:sldMkLst>
      </pc:sldChg>
      <pc:sldChg chg="del">
        <pc:chgData name="Aritra Mitra" userId="ed282abb-f77d-4912-ae2d-92fef056a80d" providerId="ADAL" clId="{63083D85-EF25-4484-A12B-BD69E5A0BB0F}" dt="2021-03-05T00:43:57.223" v="6847" actId="47"/>
        <pc:sldMkLst>
          <pc:docMk/>
          <pc:sldMk cId="2342141498" sldId="373"/>
        </pc:sldMkLst>
      </pc:sldChg>
      <pc:sldChg chg="del">
        <pc:chgData name="Aritra Mitra" userId="ed282abb-f77d-4912-ae2d-92fef056a80d" providerId="ADAL" clId="{63083D85-EF25-4484-A12B-BD69E5A0BB0F}" dt="2021-03-04T06:03:44.269" v="1668" actId="2696"/>
        <pc:sldMkLst>
          <pc:docMk/>
          <pc:sldMk cId="1244250669" sldId="374"/>
        </pc:sldMkLst>
      </pc:sldChg>
      <pc:sldChg chg="add">
        <pc:chgData name="Aritra Mitra" userId="ed282abb-f77d-4912-ae2d-92fef056a80d" providerId="ADAL" clId="{63083D85-EF25-4484-A12B-BD69E5A0BB0F}" dt="2021-03-04T06:03:49.317" v="1669"/>
        <pc:sldMkLst>
          <pc:docMk/>
          <pc:sldMk cId="3961497009" sldId="374"/>
        </pc:sldMkLst>
      </pc:sldChg>
      <pc:sldChg chg="del">
        <pc:chgData name="Aritra Mitra" userId="ed282abb-f77d-4912-ae2d-92fef056a80d" providerId="ADAL" clId="{63083D85-EF25-4484-A12B-BD69E5A0BB0F}" dt="2021-03-04T17:39:37.624" v="4838" actId="47"/>
        <pc:sldMkLst>
          <pc:docMk/>
          <pc:sldMk cId="1768657511" sldId="375"/>
        </pc:sldMkLst>
      </pc:sldChg>
      <pc:sldChg chg="modSp add mod">
        <pc:chgData name="Aritra Mitra" userId="ed282abb-f77d-4912-ae2d-92fef056a80d" providerId="ADAL" clId="{63083D85-EF25-4484-A12B-BD69E5A0BB0F}" dt="2021-03-04T05:20:25.847" v="954" actId="20577"/>
        <pc:sldMkLst>
          <pc:docMk/>
          <pc:sldMk cId="761823415" sldId="376"/>
        </pc:sldMkLst>
        <pc:spChg chg="mod">
          <ac:chgData name="Aritra Mitra" userId="ed282abb-f77d-4912-ae2d-92fef056a80d" providerId="ADAL" clId="{63083D85-EF25-4484-A12B-BD69E5A0BB0F}" dt="2021-03-04T05:20:25.847" v="954" actId="20577"/>
          <ac:spMkLst>
            <pc:docMk/>
            <pc:sldMk cId="761823415" sldId="376"/>
            <ac:spMk id="2" creationId="{63A6F91B-ED0F-4A67-B6B9-396A72FE0D68}"/>
          </ac:spMkLst>
        </pc:spChg>
      </pc:sldChg>
      <pc:sldChg chg="modSp add mod modAnim">
        <pc:chgData name="Aritra Mitra" userId="ed282abb-f77d-4912-ae2d-92fef056a80d" providerId="ADAL" clId="{63083D85-EF25-4484-A12B-BD69E5A0BB0F}" dt="2021-03-04T05:28:54.868" v="1126" actId="114"/>
        <pc:sldMkLst>
          <pc:docMk/>
          <pc:sldMk cId="3919981426" sldId="377"/>
        </pc:sldMkLst>
        <pc:spChg chg="mod">
          <ac:chgData name="Aritra Mitra" userId="ed282abb-f77d-4912-ae2d-92fef056a80d" providerId="ADAL" clId="{63083D85-EF25-4484-A12B-BD69E5A0BB0F}" dt="2021-03-04T05:10:35.225" v="845" actId="20577"/>
          <ac:spMkLst>
            <pc:docMk/>
            <pc:sldMk cId="3919981426" sldId="377"/>
            <ac:spMk id="2" creationId="{8639B2C4-D4CC-4FBF-A833-F4E22B31AA61}"/>
          </ac:spMkLst>
        </pc:spChg>
        <pc:spChg chg="mod">
          <ac:chgData name="Aritra Mitra" userId="ed282abb-f77d-4912-ae2d-92fef056a80d" providerId="ADAL" clId="{63083D85-EF25-4484-A12B-BD69E5A0BB0F}" dt="2021-03-04T05:28:54.868" v="1126" actId="114"/>
          <ac:spMkLst>
            <pc:docMk/>
            <pc:sldMk cId="3919981426" sldId="377"/>
            <ac:spMk id="3" creationId="{D94F5454-1DB4-4EC0-90ED-A9D78A20D1BE}"/>
          </ac:spMkLst>
        </pc:spChg>
      </pc:sldChg>
      <pc:sldChg chg="add">
        <pc:chgData name="Aritra Mitra" userId="ed282abb-f77d-4912-ae2d-92fef056a80d" providerId="ADAL" clId="{63083D85-EF25-4484-A12B-BD69E5A0BB0F}" dt="2021-03-04T05:16:12.488" v="846"/>
        <pc:sldMkLst>
          <pc:docMk/>
          <pc:sldMk cId="1180624800" sldId="378"/>
        </pc:sldMkLst>
      </pc:sldChg>
      <pc:sldChg chg="add">
        <pc:chgData name="Aritra Mitra" userId="ed282abb-f77d-4912-ae2d-92fef056a80d" providerId="ADAL" clId="{63083D85-EF25-4484-A12B-BD69E5A0BB0F}" dt="2021-03-04T05:16:12.488" v="846"/>
        <pc:sldMkLst>
          <pc:docMk/>
          <pc:sldMk cId="2833554666" sldId="379"/>
        </pc:sldMkLst>
      </pc:sldChg>
      <pc:sldChg chg="modSp add mod">
        <pc:chgData name="Aritra Mitra" userId="ed282abb-f77d-4912-ae2d-92fef056a80d" providerId="ADAL" clId="{63083D85-EF25-4484-A12B-BD69E5A0BB0F}" dt="2021-03-04T05:24:44.269" v="1026" actId="20577"/>
        <pc:sldMkLst>
          <pc:docMk/>
          <pc:sldMk cId="956970762" sldId="380"/>
        </pc:sldMkLst>
        <pc:spChg chg="mod">
          <ac:chgData name="Aritra Mitra" userId="ed282abb-f77d-4912-ae2d-92fef056a80d" providerId="ADAL" clId="{63083D85-EF25-4484-A12B-BD69E5A0BB0F}" dt="2021-03-04T05:24:44.269" v="1026" actId="20577"/>
          <ac:spMkLst>
            <pc:docMk/>
            <pc:sldMk cId="956970762" sldId="380"/>
            <ac:spMk id="2" creationId="{63A6F91B-ED0F-4A67-B6B9-396A72FE0D68}"/>
          </ac:spMkLst>
        </pc:spChg>
      </pc:sldChg>
      <pc:sldChg chg="addSp delSp modSp add mod modAnim">
        <pc:chgData name="Aritra Mitra" userId="ed282abb-f77d-4912-ae2d-92fef056a80d" providerId="ADAL" clId="{63083D85-EF25-4484-A12B-BD69E5A0BB0F}" dt="2021-03-04T06:54:09.510" v="2740" actId="20577"/>
        <pc:sldMkLst>
          <pc:docMk/>
          <pc:sldMk cId="2232337142" sldId="381"/>
        </pc:sldMkLst>
        <pc:spChg chg="mod">
          <ac:chgData name="Aritra Mitra" userId="ed282abb-f77d-4912-ae2d-92fef056a80d" providerId="ADAL" clId="{63083D85-EF25-4484-A12B-BD69E5A0BB0F}" dt="2021-03-04T05:30:48.672" v="1179" actId="20577"/>
          <ac:spMkLst>
            <pc:docMk/>
            <pc:sldMk cId="2232337142" sldId="381"/>
            <ac:spMk id="2" creationId="{8639B2C4-D4CC-4FBF-A833-F4E22B31AA61}"/>
          </ac:spMkLst>
        </pc:spChg>
        <pc:spChg chg="mod">
          <ac:chgData name="Aritra Mitra" userId="ed282abb-f77d-4912-ae2d-92fef056a80d" providerId="ADAL" clId="{63083D85-EF25-4484-A12B-BD69E5A0BB0F}" dt="2021-03-04T05:47:22.067" v="1314" actId="20577"/>
          <ac:spMkLst>
            <pc:docMk/>
            <pc:sldMk cId="2232337142" sldId="381"/>
            <ac:spMk id="3" creationId="{D94F5454-1DB4-4EC0-90ED-A9D78A20D1BE}"/>
          </ac:spMkLst>
        </pc:spChg>
        <pc:spChg chg="add mod">
          <ac:chgData name="Aritra Mitra" userId="ed282abb-f77d-4912-ae2d-92fef056a80d" providerId="ADAL" clId="{63083D85-EF25-4484-A12B-BD69E5A0BB0F}" dt="2021-03-04T06:54:09.510" v="2740" actId="20577"/>
          <ac:spMkLst>
            <pc:docMk/>
            <pc:sldMk cId="2232337142" sldId="381"/>
            <ac:spMk id="4" creationId="{170744FC-7A07-4B6A-9AE3-3D07D1ABE6D2}"/>
          </ac:spMkLst>
        </pc:spChg>
        <pc:picChg chg="add del mod">
          <ac:chgData name="Aritra Mitra" userId="ed282abb-f77d-4912-ae2d-92fef056a80d" providerId="ADAL" clId="{63083D85-EF25-4484-A12B-BD69E5A0BB0F}" dt="2021-03-04T05:45:54.427" v="1305" actId="478"/>
          <ac:picMkLst>
            <pc:docMk/>
            <pc:sldMk cId="2232337142" sldId="381"/>
            <ac:picMk id="6" creationId="{0B3D0F8B-EEEE-4B1A-9441-9F5E378F813A}"/>
          </ac:picMkLst>
        </pc:picChg>
        <pc:picChg chg="add mod">
          <ac:chgData name="Aritra Mitra" userId="ed282abb-f77d-4912-ae2d-92fef056a80d" providerId="ADAL" clId="{63083D85-EF25-4484-A12B-BD69E5A0BB0F}" dt="2021-03-04T05:48:48.848" v="1329" actId="1076"/>
          <ac:picMkLst>
            <pc:docMk/>
            <pc:sldMk cId="2232337142" sldId="381"/>
            <ac:picMk id="8" creationId="{5EBBEB4E-A187-428B-B6D2-33EC1DF580BB}"/>
          </ac:picMkLst>
        </pc:picChg>
      </pc:sldChg>
      <pc:sldChg chg="addSp delSp modSp new mod modAnim">
        <pc:chgData name="Aritra Mitra" userId="ed282abb-f77d-4912-ae2d-92fef056a80d" providerId="ADAL" clId="{63083D85-EF25-4484-A12B-BD69E5A0BB0F}" dt="2021-03-04T15:25:05.448" v="2823" actId="207"/>
        <pc:sldMkLst>
          <pc:docMk/>
          <pc:sldMk cId="102615468" sldId="382"/>
        </pc:sldMkLst>
        <pc:spChg chg="mod">
          <ac:chgData name="Aritra Mitra" userId="ed282abb-f77d-4912-ae2d-92fef056a80d" providerId="ADAL" clId="{63083D85-EF25-4484-A12B-BD69E5A0BB0F}" dt="2021-03-04T05:53:19.412" v="1379" actId="20577"/>
          <ac:spMkLst>
            <pc:docMk/>
            <pc:sldMk cId="102615468" sldId="382"/>
            <ac:spMk id="2" creationId="{7AE2A8DF-033A-4C64-802E-B96DB6B876C1}"/>
          </ac:spMkLst>
        </pc:spChg>
        <pc:spChg chg="mod">
          <ac:chgData name="Aritra Mitra" userId="ed282abb-f77d-4912-ae2d-92fef056a80d" providerId="ADAL" clId="{63083D85-EF25-4484-A12B-BD69E5A0BB0F}" dt="2021-03-04T06:33:28.386" v="1921" actId="20577"/>
          <ac:spMkLst>
            <pc:docMk/>
            <pc:sldMk cId="102615468" sldId="382"/>
            <ac:spMk id="3" creationId="{5D87B88C-4F91-44E0-B464-302FE0634089}"/>
          </ac:spMkLst>
        </pc:spChg>
        <pc:spChg chg="add mod">
          <ac:chgData name="Aritra Mitra" userId="ed282abb-f77d-4912-ae2d-92fef056a80d" providerId="ADAL" clId="{63083D85-EF25-4484-A12B-BD69E5A0BB0F}" dt="2021-03-04T05:55:00.761" v="1399" actId="1076"/>
          <ac:spMkLst>
            <pc:docMk/>
            <pc:sldMk cId="102615468" sldId="382"/>
            <ac:spMk id="4" creationId="{680EC54B-7C03-4F5D-90EB-DE2D2F25AE4F}"/>
          </ac:spMkLst>
        </pc:spChg>
        <pc:spChg chg="add mod">
          <ac:chgData name="Aritra Mitra" userId="ed282abb-f77d-4912-ae2d-92fef056a80d" providerId="ADAL" clId="{63083D85-EF25-4484-A12B-BD69E5A0BB0F}" dt="2021-03-04T05:55:23.355" v="1400" actId="1076"/>
          <ac:spMkLst>
            <pc:docMk/>
            <pc:sldMk cId="102615468" sldId="382"/>
            <ac:spMk id="5" creationId="{A5586320-408E-4A08-AD4A-2CADFD22A60C}"/>
          </ac:spMkLst>
        </pc:spChg>
        <pc:spChg chg="add del mod">
          <ac:chgData name="Aritra Mitra" userId="ed282abb-f77d-4912-ae2d-92fef056a80d" providerId="ADAL" clId="{63083D85-EF25-4484-A12B-BD69E5A0BB0F}" dt="2021-03-04T05:56:24.521" v="1402" actId="478"/>
          <ac:spMkLst>
            <pc:docMk/>
            <pc:sldMk cId="102615468" sldId="382"/>
            <ac:spMk id="6" creationId="{0C0636B1-66C2-4011-90B1-E49699AD4694}"/>
          </ac:spMkLst>
        </pc:spChg>
        <pc:spChg chg="add mod">
          <ac:chgData name="Aritra Mitra" userId="ed282abb-f77d-4912-ae2d-92fef056a80d" providerId="ADAL" clId="{63083D85-EF25-4484-A12B-BD69E5A0BB0F}" dt="2021-03-04T15:25:05.448" v="2823" actId="207"/>
          <ac:spMkLst>
            <pc:docMk/>
            <pc:sldMk cId="102615468" sldId="382"/>
            <ac:spMk id="7" creationId="{6788E0BB-A0ED-4A42-8D87-62B68ACECE23}"/>
          </ac:spMkLst>
        </pc:spChg>
      </pc:sldChg>
      <pc:sldChg chg="addSp delSp modSp add mod delAnim modAnim">
        <pc:chgData name="Aritra Mitra" userId="ed282abb-f77d-4912-ae2d-92fef056a80d" providerId="ADAL" clId="{63083D85-EF25-4484-A12B-BD69E5A0BB0F}" dt="2021-03-04T15:28:56.296" v="2857" actId="1035"/>
        <pc:sldMkLst>
          <pc:docMk/>
          <pc:sldMk cId="1909710010" sldId="383"/>
        </pc:sldMkLst>
        <pc:spChg chg="mod">
          <ac:chgData name="Aritra Mitra" userId="ed282abb-f77d-4912-ae2d-92fef056a80d" providerId="ADAL" clId="{63083D85-EF25-4484-A12B-BD69E5A0BB0F}" dt="2021-03-04T06:30:12.043" v="1852" actId="20577"/>
          <ac:spMkLst>
            <pc:docMk/>
            <pc:sldMk cId="1909710010" sldId="383"/>
            <ac:spMk id="3" creationId="{1FBA37EE-CE79-418A-9D6A-7F9E79028795}"/>
          </ac:spMkLst>
        </pc:spChg>
        <pc:spChg chg="mod">
          <ac:chgData name="Aritra Mitra" userId="ed282abb-f77d-4912-ae2d-92fef056a80d" providerId="ADAL" clId="{63083D85-EF25-4484-A12B-BD69E5A0BB0F}" dt="2021-03-04T15:28:20.145" v="2824" actId="1076"/>
          <ac:spMkLst>
            <pc:docMk/>
            <pc:sldMk cId="1909710010" sldId="383"/>
            <ac:spMk id="4" creationId="{F207768D-F918-4568-8059-1DA7C3D83364}"/>
          </ac:spMkLst>
        </pc:spChg>
        <pc:spChg chg="add mod">
          <ac:chgData name="Aritra Mitra" userId="ed282abb-f77d-4912-ae2d-92fef056a80d" providerId="ADAL" clId="{63083D85-EF25-4484-A12B-BD69E5A0BB0F}" dt="2021-03-04T15:28:41.881" v="2842" actId="1076"/>
          <ac:spMkLst>
            <pc:docMk/>
            <pc:sldMk cId="1909710010" sldId="383"/>
            <ac:spMk id="5" creationId="{85CDB2C0-9765-4E81-B7EF-CFE6CC961DE2}"/>
          </ac:spMkLst>
        </pc:spChg>
        <pc:spChg chg="add mod">
          <ac:chgData name="Aritra Mitra" userId="ed282abb-f77d-4912-ae2d-92fef056a80d" providerId="ADAL" clId="{63083D85-EF25-4484-A12B-BD69E5A0BB0F}" dt="2021-03-04T15:28:31.963" v="2841" actId="1037"/>
          <ac:spMkLst>
            <pc:docMk/>
            <pc:sldMk cId="1909710010" sldId="383"/>
            <ac:spMk id="6" creationId="{EEFE789B-702D-44BE-9F39-BFBC6DA5537B}"/>
          </ac:spMkLst>
        </pc:spChg>
        <pc:spChg chg="del mod ord">
          <ac:chgData name="Aritra Mitra" userId="ed282abb-f77d-4912-ae2d-92fef056a80d" providerId="ADAL" clId="{63083D85-EF25-4484-A12B-BD69E5A0BB0F}" dt="2021-03-04T06:27:37.098" v="1835" actId="478"/>
          <ac:spMkLst>
            <pc:docMk/>
            <pc:sldMk cId="1909710010" sldId="383"/>
            <ac:spMk id="8" creationId="{E31A7389-1DFD-4E8D-A2CA-9A598AD35A73}"/>
          </ac:spMkLst>
        </pc:spChg>
        <pc:spChg chg="del">
          <ac:chgData name="Aritra Mitra" userId="ed282abb-f77d-4912-ae2d-92fef056a80d" providerId="ADAL" clId="{63083D85-EF25-4484-A12B-BD69E5A0BB0F}" dt="2021-03-04T06:27:43.842" v="1836" actId="478"/>
          <ac:spMkLst>
            <pc:docMk/>
            <pc:sldMk cId="1909710010" sldId="383"/>
            <ac:spMk id="9" creationId="{DD0D0AA4-E1C7-4396-B7B6-FF4B7FC904CB}"/>
          </ac:spMkLst>
        </pc:spChg>
        <pc:spChg chg="del">
          <ac:chgData name="Aritra Mitra" userId="ed282abb-f77d-4912-ae2d-92fef056a80d" providerId="ADAL" clId="{63083D85-EF25-4484-A12B-BD69E5A0BB0F}" dt="2021-03-04T06:27:48.126" v="1838" actId="478"/>
          <ac:spMkLst>
            <pc:docMk/>
            <pc:sldMk cId="1909710010" sldId="383"/>
            <ac:spMk id="10" creationId="{298E5FF6-0739-4AAB-A47B-29D06DA740BF}"/>
          </ac:spMkLst>
        </pc:spChg>
        <pc:spChg chg="add mod">
          <ac:chgData name="Aritra Mitra" userId="ed282abb-f77d-4912-ae2d-92fef056a80d" providerId="ADAL" clId="{63083D85-EF25-4484-A12B-BD69E5A0BB0F}" dt="2021-03-04T15:28:56.296" v="2857" actId="1035"/>
          <ac:spMkLst>
            <pc:docMk/>
            <pc:sldMk cId="1909710010" sldId="383"/>
            <ac:spMk id="11" creationId="{67188A41-2275-40E5-9583-62699C557487}"/>
          </ac:spMkLst>
        </pc:spChg>
        <pc:spChg chg="add del mod">
          <ac:chgData name="Aritra Mitra" userId="ed282abb-f77d-4912-ae2d-92fef056a80d" providerId="ADAL" clId="{63083D85-EF25-4484-A12B-BD69E5A0BB0F}" dt="2021-03-04T06:33:17.556" v="1920" actId="478"/>
          <ac:spMkLst>
            <pc:docMk/>
            <pc:sldMk cId="1909710010" sldId="383"/>
            <ac:spMk id="12" creationId="{8B8219C7-42A9-4DD7-AC53-BCDA28F90E79}"/>
          </ac:spMkLst>
        </pc:spChg>
        <pc:spChg chg="add del mod">
          <ac:chgData name="Aritra Mitra" userId="ed282abb-f77d-4912-ae2d-92fef056a80d" providerId="ADAL" clId="{63083D85-EF25-4484-A12B-BD69E5A0BB0F}" dt="2021-03-04T06:40:46.277" v="2243" actId="21"/>
          <ac:spMkLst>
            <pc:docMk/>
            <pc:sldMk cId="1909710010" sldId="383"/>
            <ac:spMk id="13" creationId="{8417EAC4-F054-423B-A2D1-F45118B2A5C6}"/>
          </ac:spMkLst>
        </pc:spChg>
        <pc:cxnChg chg="del">
          <ac:chgData name="Aritra Mitra" userId="ed282abb-f77d-4912-ae2d-92fef056a80d" providerId="ADAL" clId="{63083D85-EF25-4484-A12B-BD69E5A0BB0F}" dt="2021-03-04T06:27:46.226" v="1837" actId="478"/>
          <ac:cxnSpMkLst>
            <pc:docMk/>
            <pc:sldMk cId="1909710010" sldId="383"/>
            <ac:cxnSpMk id="7" creationId="{923F7109-5A19-4786-9473-1C9A3F069357}"/>
          </ac:cxnSpMkLst>
        </pc:cxnChg>
      </pc:sldChg>
      <pc:sldChg chg="addSp delSp modSp new mod modAnim">
        <pc:chgData name="Aritra Mitra" userId="ed282abb-f77d-4912-ae2d-92fef056a80d" providerId="ADAL" clId="{63083D85-EF25-4484-A12B-BD69E5A0BB0F}" dt="2021-03-04T06:53:21.355" v="2739" actId="1076"/>
        <pc:sldMkLst>
          <pc:docMk/>
          <pc:sldMk cId="1256579614" sldId="384"/>
        </pc:sldMkLst>
        <pc:spChg chg="mod">
          <ac:chgData name="Aritra Mitra" userId="ed282abb-f77d-4912-ae2d-92fef056a80d" providerId="ADAL" clId="{63083D85-EF25-4484-A12B-BD69E5A0BB0F}" dt="2021-03-04T06:41:31.475" v="2280" actId="20577"/>
          <ac:spMkLst>
            <pc:docMk/>
            <pc:sldMk cId="1256579614" sldId="384"/>
            <ac:spMk id="2" creationId="{6E8BA8F1-E83C-4046-A2B6-95EDEEA33185}"/>
          </ac:spMkLst>
        </pc:spChg>
        <pc:spChg chg="del mod">
          <ac:chgData name="Aritra Mitra" userId="ed282abb-f77d-4912-ae2d-92fef056a80d" providerId="ADAL" clId="{63083D85-EF25-4484-A12B-BD69E5A0BB0F}" dt="2021-03-04T06:43:57.463" v="2498" actId="478"/>
          <ac:spMkLst>
            <pc:docMk/>
            <pc:sldMk cId="1256579614" sldId="384"/>
            <ac:spMk id="3" creationId="{231C4219-36C9-4644-AD11-B54E5DC90BA5}"/>
          </ac:spMkLst>
        </pc:spChg>
        <pc:spChg chg="add mod">
          <ac:chgData name="Aritra Mitra" userId="ed282abb-f77d-4912-ae2d-92fef056a80d" providerId="ADAL" clId="{63083D85-EF25-4484-A12B-BD69E5A0BB0F}" dt="2021-03-04T06:53:21.355" v="2739" actId="1076"/>
          <ac:spMkLst>
            <pc:docMk/>
            <pc:sldMk cId="1256579614" sldId="384"/>
            <ac:spMk id="7" creationId="{20A254E9-70B3-4397-A9E9-A146C693BA5F}"/>
          </ac:spMkLst>
        </pc:spChg>
        <pc:graphicFrameChg chg="add del mod modGraphic">
          <ac:chgData name="Aritra Mitra" userId="ed282abb-f77d-4912-ae2d-92fef056a80d" providerId="ADAL" clId="{63083D85-EF25-4484-A12B-BD69E5A0BB0F}" dt="2021-03-04T06:45:54.399" v="2503" actId="478"/>
          <ac:graphicFrameMkLst>
            <pc:docMk/>
            <pc:sldMk cId="1256579614" sldId="384"/>
            <ac:graphicFrameMk id="4" creationId="{72870975-DB53-4A8F-A670-A19A8DF54B12}"/>
          </ac:graphicFrameMkLst>
        </pc:graphicFrameChg>
        <pc:graphicFrameChg chg="add del mod modGraphic">
          <ac:chgData name="Aritra Mitra" userId="ed282abb-f77d-4912-ae2d-92fef056a80d" providerId="ADAL" clId="{63083D85-EF25-4484-A12B-BD69E5A0BB0F}" dt="2021-03-04T06:47:10.318" v="2507" actId="478"/>
          <ac:graphicFrameMkLst>
            <pc:docMk/>
            <pc:sldMk cId="1256579614" sldId="384"/>
            <ac:graphicFrameMk id="5" creationId="{96FF0115-E6DE-4C81-B98E-A32AF488720D}"/>
          </ac:graphicFrameMkLst>
        </pc:graphicFrameChg>
        <pc:graphicFrameChg chg="add mod modGraphic">
          <ac:chgData name="Aritra Mitra" userId="ed282abb-f77d-4912-ae2d-92fef056a80d" providerId="ADAL" clId="{63083D85-EF25-4484-A12B-BD69E5A0BB0F}" dt="2021-03-04T06:52:34.773" v="2676" actId="255"/>
          <ac:graphicFrameMkLst>
            <pc:docMk/>
            <pc:sldMk cId="1256579614" sldId="384"/>
            <ac:graphicFrameMk id="6" creationId="{B7908FF2-3141-41E7-BAF4-D0B4AE6EA92D}"/>
          </ac:graphicFrameMkLst>
        </pc:graphicFrameChg>
      </pc:sldChg>
      <pc:sldChg chg="addSp modSp new mod modAnim">
        <pc:chgData name="Aritra Mitra" userId="ed282abb-f77d-4912-ae2d-92fef056a80d" providerId="ADAL" clId="{63083D85-EF25-4484-A12B-BD69E5A0BB0F}" dt="2021-03-04T16:52:21.101" v="4245" actId="1076"/>
        <pc:sldMkLst>
          <pc:docMk/>
          <pc:sldMk cId="3671304307" sldId="385"/>
        </pc:sldMkLst>
        <pc:spChg chg="mod">
          <ac:chgData name="Aritra Mitra" userId="ed282abb-f77d-4912-ae2d-92fef056a80d" providerId="ADAL" clId="{63083D85-EF25-4484-A12B-BD69E5A0BB0F}" dt="2021-03-04T15:43:01.794" v="2975" actId="20577"/>
          <ac:spMkLst>
            <pc:docMk/>
            <pc:sldMk cId="3671304307" sldId="385"/>
            <ac:spMk id="2" creationId="{71BC32E3-B6A9-4060-AB72-9CDA165115BF}"/>
          </ac:spMkLst>
        </pc:spChg>
        <pc:spChg chg="mod">
          <ac:chgData name="Aritra Mitra" userId="ed282abb-f77d-4912-ae2d-92fef056a80d" providerId="ADAL" clId="{63083D85-EF25-4484-A12B-BD69E5A0BB0F}" dt="2021-03-04T16:51:53.199" v="4243" actId="20577"/>
          <ac:spMkLst>
            <pc:docMk/>
            <pc:sldMk cId="3671304307" sldId="385"/>
            <ac:spMk id="3" creationId="{AE37D15F-9CAA-4859-BB1C-B740711067A4}"/>
          </ac:spMkLst>
        </pc:spChg>
        <pc:spChg chg="add mod">
          <ac:chgData name="Aritra Mitra" userId="ed282abb-f77d-4912-ae2d-92fef056a80d" providerId="ADAL" clId="{63083D85-EF25-4484-A12B-BD69E5A0BB0F}" dt="2021-03-04T16:52:21.101" v="4245" actId="1076"/>
          <ac:spMkLst>
            <pc:docMk/>
            <pc:sldMk cId="3671304307" sldId="385"/>
            <ac:spMk id="4" creationId="{A5DB8C8A-9361-48AD-99BB-7BD8C7C2DA42}"/>
          </ac:spMkLst>
        </pc:spChg>
      </pc:sldChg>
      <pc:sldChg chg="addSp delSp modSp new mod">
        <pc:chgData name="Aritra Mitra" userId="ed282abb-f77d-4912-ae2d-92fef056a80d" providerId="ADAL" clId="{63083D85-EF25-4484-A12B-BD69E5A0BB0F}" dt="2021-03-05T07:31:12.737" v="10674" actId="1076"/>
        <pc:sldMkLst>
          <pc:docMk/>
          <pc:sldMk cId="831353992" sldId="386"/>
        </pc:sldMkLst>
        <pc:spChg chg="mod">
          <ac:chgData name="Aritra Mitra" userId="ed282abb-f77d-4912-ae2d-92fef056a80d" providerId="ADAL" clId="{63083D85-EF25-4484-A12B-BD69E5A0BB0F}" dt="2021-03-04T16:11:27.654" v="3491" actId="20577"/>
          <ac:spMkLst>
            <pc:docMk/>
            <pc:sldMk cId="831353992" sldId="386"/>
            <ac:spMk id="2" creationId="{D7AB8BA6-A330-44F0-B820-8D6FD6B610F5}"/>
          </ac:spMkLst>
        </pc:spChg>
        <pc:spChg chg="mod">
          <ac:chgData name="Aritra Mitra" userId="ed282abb-f77d-4912-ae2d-92fef056a80d" providerId="ADAL" clId="{63083D85-EF25-4484-A12B-BD69E5A0BB0F}" dt="2021-03-05T07:30:37.740" v="10662" actId="20577"/>
          <ac:spMkLst>
            <pc:docMk/>
            <pc:sldMk cId="831353992" sldId="386"/>
            <ac:spMk id="3" creationId="{3462AFA6-3447-404B-A655-2CFBE4D0A288}"/>
          </ac:spMkLst>
        </pc:spChg>
        <pc:spChg chg="add mod">
          <ac:chgData name="Aritra Mitra" userId="ed282abb-f77d-4912-ae2d-92fef056a80d" providerId="ADAL" clId="{63083D85-EF25-4484-A12B-BD69E5A0BB0F}" dt="2021-03-05T07:31:12.737" v="10674" actId="1076"/>
          <ac:spMkLst>
            <pc:docMk/>
            <pc:sldMk cId="831353992" sldId="386"/>
            <ac:spMk id="11" creationId="{550B0E6B-F08D-48DC-B31D-5974FCEBA607}"/>
          </ac:spMkLst>
        </pc:spChg>
        <pc:picChg chg="add del mod">
          <ac:chgData name="Aritra Mitra" userId="ed282abb-f77d-4912-ae2d-92fef056a80d" providerId="ADAL" clId="{63083D85-EF25-4484-A12B-BD69E5A0BB0F}" dt="2021-03-05T07:15:41.752" v="10602" actId="478"/>
          <ac:picMkLst>
            <pc:docMk/>
            <pc:sldMk cId="831353992" sldId="386"/>
            <ac:picMk id="5" creationId="{E8240CB4-BBD1-4B66-A7AD-A61D030C1781}"/>
          </ac:picMkLst>
        </pc:picChg>
        <pc:picChg chg="mod ord">
          <ac:chgData name="Aritra Mitra" userId="ed282abb-f77d-4912-ae2d-92fef056a80d" providerId="ADAL" clId="{63083D85-EF25-4484-A12B-BD69E5A0BB0F}" dt="2021-03-05T07:15:47.740" v="10605" actId="1076"/>
          <ac:picMkLst>
            <pc:docMk/>
            <pc:sldMk cId="831353992" sldId="386"/>
            <ac:picMk id="6" creationId="{30DC4EA5-3E62-41C6-8C7A-D96C02DAA99A}"/>
          </ac:picMkLst>
        </pc:picChg>
        <pc:picChg chg="del mod">
          <ac:chgData name="Aritra Mitra" userId="ed282abb-f77d-4912-ae2d-92fef056a80d" providerId="ADAL" clId="{63083D85-EF25-4484-A12B-BD69E5A0BB0F}" dt="2021-03-05T07:29:41.447" v="10626" actId="478"/>
          <ac:picMkLst>
            <pc:docMk/>
            <pc:sldMk cId="831353992" sldId="386"/>
            <ac:picMk id="8" creationId="{ACB0131D-8BCF-4722-B543-631643474BAB}"/>
          </ac:picMkLst>
        </pc:picChg>
        <pc:picChg chg="mod ord">
          <ac:chgData name="Aritra Mitra" userId="ed282abb-f77d-4912-ae2d-92fef056a80d" providerId="ADAL" clId="{63083D85-EF25-4484-A12B-BD69E5A0BB0F}" dt="2021-03-05T07:29:41.457" v="10628" actId="962"/>
          <ac:picMkLst>
            <pc:docMk/>
            <pc:sldMk cId="831353992" sldId="386"/>
            <ac:picMk id="10" creationId="{BAED6D60-DC0F-40EC-AF92-EFA39E3850AD}"/>
          </ac:picMkLst>
        </pc:picChg>
      </pc:sldChg>
      <pc:sldChg chg="modSp add modAnim">
        <pc:chgData name="Aritra Mitra" userId="ed282abb-f77d-4912-ae2d-92fef056a80d" providerId="ADAL" clId="{63083D85-EF25-4484-A12B-BD69E5A0BB0F}" dt="2021-03-04T16:40:56.390" v="4057" actId="207"/>
        <pc:sldMkLst>
          <pc:docMk/>
          <pc:sldMk cId="2074760328" sldId="387"/>
        </pc:sldMkLst>
        <pc:spChg chg="mod">
          <ac:chgData name="Aritra Mitra" userId="ed282abb-f77d-4912-ae2d-92fef056a80d" providerId="ADAL" clId="{63083D85-EF25-4484-A12B-BD69E5A0BB0F}" dt="2021-03-04T16:40:56.390" v="4057" actId="207"/>
          <ac:spMkLst>
            <pc:docMk/>
            <pc:sldMk cId="2074760328" sldId="387"/>
            <ac:spMk id="3" creationId="{815FEF2E-C209-444C-B50A-D951096D236A}"/>
          </ac:spMkLst>
        </pc:spChg>
      </pc:sldChg>
      <pc:sldChg chg="addSp delSp modSp new mod">
        <pc:chgData name="Aritra Mitra" userId="ed282abb-f77d-4912-ae2d-92fef056a80d" providerId="ADAL" clId="{63083D85-EF25-4484-A12B-BD69E5A0BB0F}" dt="2021-03-04T17:28:01.339" v="4766" actId="1076"/>
        <pc:sldMkLst>
          <pc:docMk/>
          <pc:sldMk cId="2924488943" sldId="388"/>
        </pc:sldMkLst>
        <pc:spChg chg="mod">
          <ac:chgData name="Aritra Mitra" userId="ed282abb-f77d-4912-ae2d-92fef056a80d" providerId="ADAL" clId="{63083D85-EF25-4484-A12B-BD69E5A0BB0F}" dt="2021-03-04T17:09:02.774" v="4288" actId="20577"/>
          <ac:spMkLst>
            <pc:docMk/>
            <pc:sldMk cId="2924488943" sldId="388"/>
            <ac:spMk id="2" creationId="{D17E7901-86E5-488B-B7E9-F80DB2F5055D}"/>
          </ac:spMkLst>
        </pc:spChg>
        <pc:spChg chg="del mod">
          <ac:chgData name="Aritra Mitra" userId="ed282abb-f77d-4912-ae2d-92fef056a80d" providerId="ADAL" clId="{63083D85-EF25-4484-A12B-BD69E5A0BB0F}" dt="2021-03-04T17:09:33.093" v="4289" actId="931"/>
          <ac:spMkLst>
            <pc:docMk/>
            <pc:sldMk cId="2924488943" sldId="388"/>
            <ac:spMk id="3" creationId="{7F4D28D3-76C5-49D4-B371-6D1211CDA1A0}"/>
          </ac:spMkLst>
        </pc:spChg>
        <pc:spChg chg="add mod">
          <ac:chgData name="Aritra Mitra" userId="ed282abb-f77d-4912-ae2d-92fef056a80d" providerId="ADAL" clId="{63083D85-EF25-4484-A12B-BD69E5A0BB0F}" dt="2021-03-04T17:24:54.139" v="4711" actId="1076"/>
          <ac:spMkLst>
            <pc:docMk/>
            <pc:sldMk cId="2924488943" sldId="388"/>
            <ac:spMk id="6" creationId="{BBEC4934-C5C9-4726-83C9-689CD54297C0}"/>
          </ac:spMkLst>
        </pc:spChg>
        <pc:spChg chg="add mod">
          <ac:chgData name="Aritra Mitra" userId="ed282abb-f77d-4912-ae2d-92fef056a80d" providerId="ADAL" clId="{63083D85-EF25-4484-A12B-BD69E5A0BB0F}" dt="2021-03-04T17:28:01.339" v="4766" actId="1076"/>
          <ac:spMkLst>
            <pc:docMk/>
            <pc:sldMk cId="2924488943" sldId="388"/>
            <ac:spMk id="7" creationId="{8F684D7D-7D4D-4738-8785-444E2097BD68}"/>
          </ac:spMkLst>
        </pc:spChg>
        <pc:spChg chg="add mod">
          <ac:chgData name="Aritra Mitra" userId="ed282abb-f77d-4912-ae2d-92fef056a80d" providerId="ADAL" clId="{63083D85-EF25-4484-A12B-BD69E5A0BB0F}" dt="2021-03-04T17:27:21.219" v="4765" actId="1076"/>
          <ac:spMkLst>
            <pc:docMk/>
            <pc:sldMk cId="2924488943" sldId="388"/>
            <ac:spMk id="8" creationId="{6280B4BE-6368-44E8-A0B4-88601B0C20FC}"/>
          </ac:spMkLst>
        </pc:spChg>
        <pc:picChg chg="add mod">
          <ac:chgData name="Aritra Mitra" userId="ed282abb-f77d-4912-ae2d-92fef056a80d" providerId="ADAL" clId="{63083D85-EF25-4484-A12B-BD69E5A0BB0F}" dt="2021-03-04T17:24:07.807" v="4702" actId="1076"/>
          <ac:picMkLst>
            <pc:docMk/>
            <pc:sldMk cId="2924488943" sldId="388"/>
            <ac:picMk id="5" creationId="{1B4DB475-63E5-439B-A3CD-E7AFDDA2B07E}"/>
          </ac:picMkLst>
        </pc:picChg>
      </pc:sldChg>
      <pc:sldChg chg="addSp delSp modSp add mod">
        <pc:chgData name="Aritra Mitra" userId="ed282abb-f77d-4912-ae2d-92fef056a80d" providerId="ADAL" clId="{63083D85-EF25-4484-A12B-BD69E5A0BB0F}" dt="2021-03-04T17:37:25.584" v="4837" actId="1076"/>
        <pc:sldMkLst>
          <pc:docMk/>
          <pc:sldMk cId="800660027" sldId="389"/>
        </pc:sldMkLst>
        <pc:spChg chg="mod">
          <ac:chgData name="Aritra Mitra" userId="ed282abb-f77d-4912-ae2d-92fef056a80d" providerId="ADAL" clId="{63083D85-EF25-4484-A12B-BD69E5A0BB0F}" dt="2021-03-04T17:29:13.694" v="4775" actId="20577"/>
          <ac:spMkLst>
            <pc:docMk/>
            <pc:sldMk cId="800660027" sldId="389"/>
            <ac:spMk id="2" creationId="{D17E7901-86E5-488B-B7E9-F80DB2F5055D}"/>
          </ac:spMkLst>
        </pc:spChg>
        <pc:spChg chg="add del mod">
          <ac:chgData name="Aritra Mitra" userId="ed282abb-f77d-4912-ae2d-92fef056a80d" providerId="ADAL" clId="{63083D85-EF25-4484-A12B-BD69E5A0BB0F}" dt="2021-03-04T17:35:08.101" v="4777" actId="931"/>
          <ac:spMkLst>
            <pc:docMk/>
            <pc:sldMk cId="800660027" sldId="389"/>
            <ac:spMk id="4" creationId="{78C350B3-0A89-4B7E-8899-B453BB815B15}"/>
          </ac:spMkLst>
        </pc:spChg>
        <pc:spChg chg="mod">
          <ac:chgData name="Aritra Mitra" userId="ed282abb-f77d-4912-ae2d-92fef056a80d" providerId="ADAL" clId="{63083D85-EF25-4484-A12B-BD69E5A0BB0F}" dt="2021-03-04T17:37:20.985" v="4836" actId="1076"/>
          <ac:spMkLst>
            <pc:docMk/>
            <pc:sldMk cId="800660027" sldId="389"/>
            <ac:spMk id="6" creationId="{BBEC4934-C5C9-4726-83C9-689CD54297C0}"/>
          </ac:spMkLst>
        </pc:spChg>
        <pc:spChg chg="mod">
          <ac:chgData name="Aritra Mitra" userId="ed282abb-f77d-4912-ae2d-92fef056a80d" providerId="ADAL" clId="{63083D85-EF25-4484-A12B-BD69E5A0BB0F}" dt="2021-03-04T17:37:25.584" v="4837" actId="1076"/>
          <ac:spMkLst>
            <pc:docMk/>
            <pc:sldMk cId="800660027" sldId="389"/>
            <ac:spMk id="7" creationId="{8F684D7D-7D4D-4738-8785-444E2097BD68}"/>
          </ac:spMkLst>
        </pc:spChg>
        <pc:spChg chg="mod">
          <ac:chgData name="Aritra Mitra" userId="ed282abb-f77d-4912-ae2d-92fef056a80d" providerId="ADAL" clId="{63083D85-EF25-4484-A12B-BD69E5A0BB0F}" dt="2021-03-04T17:37:11.779" v="4835" actId="1076"/>
          <ac:spMkLst>
            <pc:docMk/>
            <pc:sldMk cId="800660027" sldId="389"/>
            <ac:spMk id="8" creationId="{6280B4BE-6368-44E8-A0B4-88601B0C20FC}"/>
          </ac:spMkLst>
        </pc:spChg>
        <pc:picChg chg="del">
          <ac:chgData name="Aritra Mitra" userId="ed282abb-f77d-4912-ae2d-92fef056a80d" providerId="ADAL" clId="{63083D85-EF25-4484-A12B-BD69E5A0BB0F}" dt="2021-03-04T17:29:20.691" v="4776" actId="478"/>
          <ac:picMkLst>
            <pc:docMk/>
            <pc:sldMk cId="800660027" sldId="389"/>
            <ac:picMk id="5" creationId="{1B4DB475-63E5-439B-A3CD-E7AFDDA2B07E}"/>
          </ac:picMkLst>
        </pc:picChg>
        <pc:picChg chg="add mod">
          <ac:chgData name="Aritra Mitra" userId="ed282abb-f77d-4912-ae2d-92fef056a80d" providerId="ADAL" clId="{63083D85-EF25-4484-A12B-BD69E5A0BB0F}" dt="2021-03-04T17:35:41.581" v="4782" actId="1076"/>
          <ac:picMkLst>
            <pc:docMk/>
            <pc:sldMk cId="800660027" sldId="389"/>
            <ac:picMk id="10" creationId="{F1A1A737-D149-4802-B3ED-7C024D720561}"/>
          </ac:picMkLst>
        </pc:picChg>
      </pc:sldChg>
      <pc:sldChg chg="modSp new del mod">
        <pc:chgData name="Aritra Mitra" userId="ed282abb-f77d-4912-ae2d-92fef056a80d" providerId="ADAL" clId="{63083D85-EF25-4484-A12B-BD69E5A0BB0F}" dt="2021-03-04T17:29:00.229" v="4767" actId="47"/>
        <pc:sldMkLst>
          <pc:docMk/>
          <pc:sldMk cId="960689373" sldId="389"/>
        </pc:sldMkLst>
        <pc:spChg chg="mod">
          <ac:chgData name="Aritra Mitra" userId="ed282abb-f77d-4912-ae2d-92fef056a80d" providerId="ADAL" clId="{63083D85-EF25-4484-A12B-BD69E5A0BB0F}" dt="2021-03-04T17:23:26.453" v="4692" actId="14100"/>
          <ac:spMkLst>
            <pc:docMk/>
            <pc:sldMk cId="960689373" sldId="389"/>
            <ac:spMk id="3" creationId="{4CCF5C1F-918C-43EB-9FAA-07ACE392BB50}"/>
          </ac:spMkLst>
        </pc:spChg>
      </pc:sldChg>
      <pc:sldChg chg="new del">
        <pc:chgData name="Aritra Mitra" userId="ed282abb-f77d-4912-ae2d-92fef056a80d" providerId="ADAL" clId="{63083D85-EF25-4484-A12B-BD69E5A0BB0F}" dt="2021-03-04T17:13:54.621" v="4394" actId="47"/>
        <pc:sldMkLst>
          <pc:docMk/>
          <pc:sldMk cId="2184267765" sldId="389"/>
        </pc:sldMkLst>
      </pc:sldChg>
      <pc:sldChg chg="addSp delSp modSp new mod">
        <pc:chgData name="Aritra Mitra" userId="ed282abb-f77d-4912-ae2d-92fef056a80d" providerId="ADAL" clId="{63083D85-EF25-4484-A12B-BD69E5A0BB0F}" dt="2021-03-05T00:00:21.242" v="5481" actId="1582"/>
        <pc:sldMkLst>
          <pc:docMk/>
          <pc:sldMk cId="215059634" sldId="390"/>
        </pc:sldMkLst>
        <pc:spChg chg="mod">
          <ac:chgData name="Aritra Mitra" userId="ed282abb-f77d-4912-ae2d-92fef056a80d" providerId="ADAL" clId="{63083D85-EF25-4484-A12B-BD69E5A0BB0F}" dt="2021-03-04T23:37:43.699" v="5013" actId="20577"/>
          <ac:spMkLst>
            <pc:docMk/>
            <pc:sldMk cId="215059634" sldId="390"/>
            <ac:spMk id="2" creationId="{E0BEFED1-FB33-4C70-8370-682A5F000205}"/>
          </ac:spMkLst>
        </pc:spChg>
        <pc:spChg chg="mod">
          <ac:chgData name="Aritra Mitra" userId="ed282abb-f77d-4912-ae2d-92fef056a80d" providerId="ADAL" clId="{63083D85-EF25-4484-A12B-BD69E5A0BB0F}" dt="2021-03-04T23:43:35.400" v="5379" actId="1076"/>
          <ac:spMkLst>
            <pc:docMk/>
            <pc:sldMk cId="215059634" sldId="390"/>
            <ac:spMk id="3" creationId="{694978FA-74FE-43F1-BBCA-348F0C34738C}"/>
          </ac:spMkLst>
        </pc:spChg>
        <pc:spChg chg="add del">
          <ac:chgData name="Aritra Mitra" userId="ed282abb-f77d-4912-ae2d-92fef056a80d" providerId="ADAL" clId="{63083D85-EF25-4484-A12B-BD69E5A0BB0F}" dt="2021-03-04T23:44:54.491" v="5381" actId="478"/>
          <ac:spMkLst>
            <pc:docMk/>
            <pc:sldMk cId="215059634" sldId="390"/>
            <ac:spMk id="4" creationId="{1F402B3D-1A74-431E-8A53-966A99E5328B}"/>
          </ac:spMkLst>
        </pc:spChg>
        <pc:spChg chg="add del">
          <ac:chgData name="Aritra Mitra" userId="ed282abb-f77d-4912-ae2d-92fef056a80d" providerId="ADAL" clId="{63083D85-EF25-4484-A12B-BD69E5A0BB0F}" dt="2021-03-04T23:45:07.753" v="5383" actId="478"/>
          <ac:spMkLst>
            <pc:docMk/>
            <pc:sldMk cId="215059634" sldId="390"/>
            <ac:spMk id="5" creationId="{6DC7ABCE-C167-4FF6-A9F0-3FFBD13E2A37}"/>
          </ac:spMkLst>
        </pc:spChg>
        <pc:spChg chg="add del mod">
          <ac:chgData name="Aritra Mitra" userId="ed282abb-f77d-4912-ae2d-92fef056a80d" providerId="ADAL" clId="{63083D85-EF25-4484-A12B-BD69E5A0BB0F}" dt="2021-03-04T23:51:12.341" v="5430" actId="478"/>
          <ac:spMkLst>
            <pc:docMk/>
            <pc:sldMk cId="215059634" sldId="390"/>
            <ac:spMk id="8" creationId="{17DD58D3-45B1-46D8-9577-3F0CAF502A47}"/>
          </ac:spMkLst>
        </pc:spChg>
        <pc:spChg chg="add del">
          <ac:chgData name="Aritra Mitra" userId="ed282abb-f77d-4912-ae2d-92fef056a80d" providerId="ADAL" clId="{63083D85-EF25-4484-A12B-BD69E5A0BB0F}" dt="2021-03-04T23:52:57.382" v="5432" actId="478"/>
          <ac:spMkLst>
            <pc:docMk/>
            <pc:sldMk cId="215059634" sldId="390"/>
            <ac:spMk id="32" creationId="{13547140-3CF1-4A13-8790-47860689A44F}"/>
          </ac:spMkLst>
        </pc:spChg>
        <pc:spChg chg="add mod">
          <ac:chgData name="Aritra Mitra" userId="ed282abb-f77d-4912-ae2d-92fef056a80d" providerId="ADAL" clId="{63083D85-EF25-4484-A12B-BD69E5A0BB0F}" dt="2021-03-04T23:53:48.569" v="5438" actId="14100"/>
          <ac:spMkLst>
            <pc:docMk/>
            <pc:sldMk cId="215059634" sldId="390"/>
            <ac:spMk id="33" creationId="{AD3A576D-0065-4C8E-A468-D4BF0840FA17}"/>
          </ac:spMkLst>
        </pc:spChg>
        <pc:spChg chg="add mod">
          <ac:chgData name="Aritra Mitra" userId="ed282abb-f77d-4912-ae2d-92fef056a80d" providerId="ADAL" clId="{63083D85-EF25-4484-A12B-BD69E5A0BB0F}" dt="2021-03-04T23:56:21.348" v="5456" actId="255"/>
          <ac:spMkLst>
            <pc:docMk/>
            <pc:sldMk cId="215059634" sldId="390"/>
            <ac:spMk id="39" creationId="{78A25803-5522-497A-95E6-999F43706A95}"/>
          </ac:spMkLst>
        </pc:spChg>
        <pc:spChg chg="add mod">
          <ac:chgData name="Aritra Mitra" userId="ed282abb-f77d-4912-ae2d-92fef056a80d" providerId="ADAL" clId="{63083D85-EF25-4484-A12B-BD69E5A0BB0F}" dt="2021-03-04T23:57:21.265" v="5464" actId="1038"/>
          <ac:spMkLst>
            <pc:docMk/>
            <pc:sldMk cId="215059634" sldId="390"/>
            <ac:spMk id="40" creationId="{FB602E61-DACA-40DC-A2C1-1F42B58C01FD}"/>
          </ac:spMkLst>
        </pc:spChg>
        <pc:spChg chg="add mod">
          <ac:chgData name="Aritra Mitra" userId="ed282abb-f77d-4912-ae2d-92fef056a80d" providerId="ADAL" clId="{63083D85-EF25-4484-A12B-BD69E5A0BB0F}" dt="2021-03-04T23:57:54.413" v="5467" actId="1076"/>
          <ac:spMkLst>
            <pc:docMk/>
            <pc:sldMk cId="215059634" sldId="390"/>
            <ac:spMk id="41" creationId="{827BA65F-2C6D-4FE0-8E5F-1635E4DABB50}"/>
          </ac:spMkLst>
        </pc:spChg>
        <pc:spChg chg="add mod">
          <ac:chgData name="Aritra Mitra" userId="ed282abb-f77d-4912-ae2d-92fef056a80d" providerId="ADAL" clId="{63083D85-EF25-4484-A12B-BD69E5A0BB0F}" dt="2021-03-04T23:58:46.712" v="5474" actId="20577"/>
          <ac:spMkLst>
            <pc:docMk/>
            <pc:sldMk cId="215059634" sldId="390"/>
            <ac:spMk id="42" creationId="{FB1DBC52-300C-4FAF-BC2C-FC66450CB4B4}"/>
          </ac:spMkLst>
        </pc:spChg>
        <pc:grpChg chg="del mod">
          <ac:chgData name="Aritra Mitra" userId="ed282abb-f77d-4912-ae2d-92fef056a80d" providerId="ADAL" clId="{63083D85-EF25-4484-A12B-BD69E5A0BB0F}" dt="2021-03-04T23:48:46.762" v="5414"/>
          <ac:grpSpMkLst>
            <pc:docMk/>
            <pc:sldMk cId="215059634" sldId="390"/>
            <ac:grpSpMk id="7" creationId="{CE89C695-9CDB-4862-BB78-2A2D63A958FA}"/>
          </ac:grpSpMkLst>
        </pc:grpChg>
        <pc:grpChg chg="mod">
          <ac:chgData name="Aritra Mitra" userId="ed282abb-f77d-4912-ae2d-92fef056a80d" providerId="ADAL" clId="{63083D85-EF25-4484-A12B-BD69E5A0BB0F}" dt="2021-03-04T23:47:04.314" v="5395"/>
          <ac:grpSpMkLst>
            <pc:docMk/>
            <pc:sldMk cId="215059634" sldId="390"/>
            <ac:grpSpMk id="15" creationId="{10CB373E-33BC-4EF9-A967-E6DAF4DC589C}"/>
          </ac:grpSpMkLst>
        </pc:grpChg>
        <pc:grpChg chg="mod">
          <ac:chgData name="Aritra Mitra" userId="ed282abb-f77d-4912-ae2d-92fef056a80d" providerId="ADAL" clId="{63083D85-EF25-4484-A12B-BD69E5A0BB0F}" dt="2021-03-04T23:47:10.443" v="5402"/>
          <ac:grpSpMkLst>
            <pc:docMk/>
            <pc:sldMk cId="215059634" sldId="390"/>
            <ac:grpSpMk id="22" creationId="{2BAD29B9-F04A-4C87-89A3-45B1665D389E}"/>
          </ac:grpSpMkLst>
        </pc:grpChg>
        <pc:grpChg chg="mod">
          <ac:chgData name="Aritra Mitra" userId="ed282abb-f77d-4912-ae2d-92fef056a80d" providerId="ADAL" clId="{63083D85-EF25-4484-A12B-BD69E5A0BB0F}" dt="2021-03-04T23:47:10.443" v="5402"/>
          <ac:grpSpMkLst>
            <pc:docMk/>
            <pc:sldMk cId="215059634" sldId="390"/>
            <ac:grpSpMk id="23" creationId="{1C008D5A-315E-4A6B-A0FD-B6105C79DF96}"/>
          </ac:grpSpMkLst>
        </pc:grpChg>
        <pc:grpChg chg="mod">
          <ac:chgData name="Aritra Mitra" userId="ed282abb-f77d-4912-ae2d-92fef056a80d" providerId="ADAL" clId="{63083D85-EF25-4484-A12B-BD69E5A0BB0F}" dt="2021-03-04T23:47:17.642" v="5409"/>
          <ac:grpSpMkLst>
            <pc:docMk/>
            <pc:sldMk cId="215059634" sldId="390"/>
            <ac:grpSpMk id="30" creationId="{C38A57BD-E279-4D2D-A3F3-AC4ACF29DA2B}"/>
          </ac:grpSpMkLst>
        </pc:grpChg>
        <pc:grpChg chg="mod">
          <ac:chgData name="Aritra Mitra" userId="ed282abb-f77d-4912-ae2d-92fef056a80d" providerId="ADAL" clId="{63083D85-EF25-4484-A12B-BD69E5A0BB0F}" dt="2021-03-04T23:47:17.642" v="5409"/>
          <ac:grpSpMkLst>
            <pc:docMk/>
            <pc:sldMk cId="215059634" sldId="390"/>
            <ac:grpSpMk id="31" creationId="{44724137-49D4-4248-ACCF-235A9D110DE2}"/>
          </ac:grpSpMkLst>
        </pc:grpChg>
        <pc:inkChg chg="add del mod">
          <ac:chgData name="Aritra Mitra" userId="ed282abb-f77d-4912-ae2d-92fef056a80d" providerId="ADAL" clId="{63083D85-EF25-4484-A12B-BD69E5A0BB0F}" dt="2021-03-04T23:48:46.762" v="5414"/>
          <ac:inkMkLst>
            <pc:docMk/>
            <pc:sldMk cId="215059634" sldId="390"/>
            <ac:inkMk id="4" creationId="{51C8D037-F331-435B-A132-F2D106AE6B2C}"/>
          </ac:inkMkLst>
        </pc:inkChg>
        <pc:inkChg chg="add del mod">
          <ac:chgData name="Aritra Mitra" userId="ed282abb-f77d-4912-ae2d-92fef056a80d" providerId="ADAL" clId="{63083D85-EF25-4484-A12B-BD69E5A0BB0F}" dt="2021-03-04T23:48:47.340" v="5415"/>
          <ac:inkMkLst>
            <pc:docMk/>
            <pc:sldMk cId="215059634" sldId="390"/>
            <ac:inkMk id="5" creationId="{81B3FFB2-E736-4453-B4DB-773AFF1C371A}"/>
          </ac:inkMkLst>
        </pc:inkChg>
        <pc:inkChg chg="add del">
          <ac:chgData name="Aritra Mitra" userId="ed282abb-f77d-4912-ae2d-92fef056a80d" providerId="ADAL" clId="{63083D85-EF25-4484-A12B-BD69E5A0BB0F}" dt="2021-03-04T23:48:11.741" v="5410" actId="478"/>
          <ac:inkMkLst>
            <pc:docMk/>
            <pc:sldMk cId="215059634" sldId="390"/>
            <ac:inkMk id="6" creationId="{A4621D09-AB07-478D-88B2-3B99CF634A85}"/>
          </ac:inkMkLst>
        </pc:inkChg>
        <pc:inkChg chg="add del">
          <ac:chgData name="Aritra Mitra" userId="ed282abb-f77d-4912-ae2d-92fef056a80d" providerId="ADAL" clId="{63083D85-EF25-4484-A12B-BD69E5A0BB0F}" dt="2021-03-04T23:46:51.081" v="5386" actId="9405"/>
          <ac:inkMkLst>
            <pc:docMk/>
            <pc:sldMk cId="215059634" sldId="390"/>
            <ac:inkMk id="7" creationId="{B3FB51EC-D6A1-49A3-BB4D-0D0AA0C8FBDC}"/>
          </ac:inkMkLst>
        </pc:inkChg>
        <pc:inkChg chg="add del">
          <ac:chgData name="Aritra Mitra" userId="ed282abb-f77d-4912-ae2d-92fef056a80d" providerId="ADAL" clId="{63083D85-EF25-4484-A12B-BD69E5A0BB0F}" dt="2021-03-04T23:46:53.809" v="5388" actId="9405"/>
          <ac:inkMkLst>
            <pc:docMk/>
            <pc:sldMk cId="215059634" sldId="390"/>
            <ac:inkMk id="8" creationId="{8C7ECB44-CB06-44E6-8C33-C94A0F8684E5}"/>
          </ac:inkMkLst>
        </pc:inkChg>
        <pc:inkChg chg="add del">
          <ac:chgData name="Aritra Mitra" userId="ed282abb-f77d-4912-ae2d-92fef056a80d" providerId="ADAL" clId="{63083D85-EF25-4484-A12B-BD69E5A0BB0F}" dt="2021-03-04T23:50:04.186" v="5418"/>
          <ac:inkMkLst>
            <pc:docMk/>
            <pc:sldMk cId="215059634" sldId="390"/>
            <ac:inkMk id="9" creationId="{E365D933-7209-4F73-A960-9BCF7D953C59}"/>
          </ac:inkMkLst>
        </pc:inkChg>
        <pc:inkChg chg="add">
          <ac:chgData name="Aritra Mitra" userId="ed282abb-f77d-4912-ae2d-92fef056a80d" providerId="ADAL" clId="{63083D85-EF25-4484-A12B-BD69E5A0BB0F}" dt="2021-03-04T23:46:56.283" v="5390" actId="9405"/>
          <ac:inkMkLst>
            <pc:docMk/>
            <pc:sldMk cId="215059634" sldId="390"/>
            <ac:inkMk id="10" creationId="{140FA243-AE31-47BE-A24A-92BDC29A0FB7}"/>
          </ac:inkMkLst>
        </pc:inkChg>
        <pc:inkChg chg="add">
          <ac:chgData name="Aritra Mitra" userId="ed282abb-f77d-4912-ae2d-92fef056a80d" providerId="ADAL" clId="{63083D85-EF25-4484-A12B-BD69E5A0BB0F}" dt="2021-03-04T23:46:57.181" v="5391" actId="9405"/>
          <ac:inkMkLst>
            <pc:docMk/>
            <pc:sldMk cId="215059634" sldId="390"/>
            <ac:inkMk id="11" creationId="{371350C0-7089-4B90-86A8-1DCFC6AB4CE3}"/>
          </ac:inkMkLst>
        </pc:inkChg>
        <pc:inkChg chg="add del">
          <ac:chgData name="Aritra Mitra" userId="ed282abb-f77d-4912-ae2d-92fef056a80d" providerId="ADAL" clId="{63083D85-EF25-4484-A12B-BD69E5A0BB0F}" dt="2021-03-04T23:50:03.433" v="5417"/>
          <ac:inkMkLst>
            <pc:docMk/>
            <pc:sldMk cId="215059634" sldId="390"/>
            <ac:inkMk id="12" creationId="{4B781CEC-EBC7-42C0-92BD-4F1A79FD2EE8}"/>
          </ac:inkMkLst>
        </pc:inkChg>
        <pc:inkChg chg="add mod">
          <ac:chgData name="Aritra Mitra" userId="ed282abb-f77d-4912-ae2d-92fef056a80d" providerId="ADAL" clId="{63083D85-EF25-4484-A12B-BD69E5A0BB0F}" dt="2021-03-04T23:47:04.314" v="5395"/>
          <ac:inkMkLst>
            <pc:docMk/>
            <pc:sldMk cId="215059634" sldId="390"/>
            <ac:inkMk id="13" creationId="{12EE6601-E60A-4ED0-AE1C-1BCF1BE574D6}"/>
          </ac:inkMkLst>
        </pc:inkChg>
        <pc:inkChg chg="add mod">
          <ac:chgData name="Aritra Mitra" userId="ed282abb-f77d-4912-ae2d-92fef056a80d" providerId="ADAL" clId="{63083D85-EF25-4484-A12B-BD69E5A0BB0F}" dt="2021-03-04T23:47:04.314" v="5395"/>
          <ac:inkMkLst>
            <pc:docMk/>
            <pc:sldMk cId="215059634" sldId="390"/>
            <ac:inkMk id="14" creationId="{8418AB7E-ABA7-4946-9610-98CFB3703024}"/>
          </ac:inkMkLst>
        </pc:inkChg>
        <pc:inkChg chg="add mod">
          <ac:chgData name="Aritra Mitra" userId="ed282abb-f77d-4912-ae2d-92fef056a80d" providerId="ADAL" clId="{63083D85-EF25-4484-A12B-BD69E5A0BB0F}" dt="2021-03-04T23:47:10.443" v="5402"/>
          <ac:inkMkLst>
            <pc:docMk/>
            <pc:sldMk cId="215059634" sldId="390"/>
            <ac:inkMk id="16" creationId="{B680BDFE-782C-44D2-AA1C-96D6E855C587}"/>
          </ac:inkMkLst>
        </pc:inkChg>
        <pc:inkChg chg="add mod">
          <ac:chgData name="Aritra Mitra" userId="ed282abb-f77d-4912-ae2d-92fef056a80d" providerId="ADAL" clId="{63083D85-EF25-4484-A12B-BD69E5A0BB0F}" dt="2021-03-04T23:47:10.443" v="5402"/>
          <ac:inkMkLst>
            <pc:docMk/>
            <pc:sldMk cId="215059634" sldId="390"/>
            <ac:inkMk id="17" creationId="{990CC065-4049-46AC-82FF-5E840F88F727}"/>
          </ac:inkMkLst>
        </pc:inkChg>
        <pc:inkChg chg="add mod">
          <ac:chgData name="Aritra Mitra" userId="ed282abb-f77d-4912-ae2d-92fef056a80d" providerId="ADAL" clId="{63083D85-EF25-4484-A12B-BD69E5A0BB0F}" dt="2021-03-04T23:47:10.443" v="5402"/>
          <ac:inkMkLst>
            <pc:docMk/>
            <pc:sldMk cId="215059634" sldId="390"/>
            <ac:inkMk id="18" creationId="{647A1FEB-98C2-4F4B-B8AE-B14F23B8BE31}"/>
          </ac:inkMkLst>
        </pc:inkChg>
        <pc:inkChg chg="add">
          <ac:chgData name="Aritra Mitra" userId="ed282abb-f77d-4912-ae2d-92fef056a80d" providerId="ADAL" clId="{63083D85-EF25-4484-A12B-BD69E5A0BB0F}" dt="2021-03-04T23:47:08.550" v="5399" actId="9405"/>
          <ac:inkMkLst>
            <pc:docMk/>
            <pc:sldMk cId="215059634" sldId="390"/>
            <ac:inkMk id="19" creationId="{F723DF2B-3AEA-4066-8A2F-A0D6450C6D1D}"/>
          </ac:inkMkLst>
        </pc:inkChg>
        <pc:inkChg chg="add mod">
          <ac:chgData name="Aritra Mitra" userId="ed282abb-f77d-4912-ae2d-92fef056a80d" providerId="ADAL" clId="{63083D85-EF25-4484-A12B-BD69E5A0BB0F}" dt="2021-03-04T23:47:10.443" v="5402"/>
          <ac:inkMkLst>
            <pc:docMk/>
            <pc:sldMk cId="215059634" sldId="390"/>
            <ac:inkMk id="20" creationId="{FD890809-F534-4A7A-B634-EFA216F9BF20}"/>
          </ac:inkMkLst>
        </pc:inkChg>
        <pc:inkChg chg="add mod">
          <ac:chgData name="Aritra Mitra" userId="ed282abb-f77d-4912-ae2d-92fef056a80d" providerId="ADAL" clId="{63083D85-EF25-4484-A12B-BD69E5A0BB0F}" dt="2021-03-04T23:47:10.443" v="5402"/>
          <ac:inkMkLst>
            <pc:docMk/>
            <pc:sldMk cId="215059634" sldId="390"/>
            <ac:inkMk id="21" creationId="{244BD9BE-C8EE-4EB7-BD53-FECBBCE50A39}"/>
          </ac:inkMkLst>
        </pc:inkChg>
        <pc:inkChg chg="add del">
          <ac:chgData name="Aritra Mitra" userId="ed282abb-f77d-4912-ae2d-92fef056a80d" providerId="ADAL" clId="{63083D85-EF25-4484-A12B-BD69E5A0BB0F}" dt="2021-03-04T23:50:02.985" v="5416"/>
          <ac:inkMkLst>
            <pc:docMk/>
            <pc:sldMk cId="215059634" sldId="390"/>
            <ac:inkMk id="24" creationId="{D2C9A2D6-B973-4B66-9847-12401FD3C160}"/>
          </ac:inkMkLst>
        </pc:inkChg>
        <pc:inkChg chg="add mod">
          <ac:chgData name="Aritra Mitra" userId="ed282abb-f77d-4912-ae2d-92fef056a80d" providerId="ADAL" clId="{63083D85-EF25-4484-A12B-BD69E5A0BB0F}" dt="2021-03-04T23:47:17.642" v="5409"/>
          <ac:inkMkLst>
            <pc:docMk/>
            <pc:sldMk cId="215059634" sldId="390"/>
            <ac:inkMk id="25" creationId="{84F2AA10-BB72-410E-959E-6247D852DD20}"/>
          </ac:inkMkLst>
        </pc:inkChg>
        <pc:inkChg chg="add mod">
          <ac:chgData name="Aritra Mitra" userId="ed282abb-f77d-4912-ae2d-92fef056a80d" providerId="ADAL" clId="{63083D85-EF25-4484-A12B-BD69E5A0BB0F}" dt="2021-03-04T23:47:17.642" v="5409"/>
          <ac:inkMkLst>
            <pc:docMk/>
            <pc:sldMk cId="215059634" sldId="390"/>
            <ac:inkMk id="26" creationId="{7CAC0CCD-4E70-4246-80F0-6B4C536477B5}"/>
          </ac:inkMkLst>
        </pc:inkChg>
        <pc:inkChg chg="add mod">
          <ac:chgData name="Aritra Mitra" userId="ed282abb-f77d-4912-ae2d-92fef056a80d" providerId="ADAL" clId="{63083D85-EF25-4484-A12B-BD69E5A0BB0F}" dt="2021-03-04T23:47:17.642" v="5409"/>
          <ac:inkMkLst>
            <pc:docMk/>
            <pc:sldMk cId="215059634" sldId="390"/>
            <ac:inkMk id="27" creationId="{95CE36AA-F9EE-40E9-9C6E-8033927F03CF}"/>
          </ac:inkMkLst>
        </pc:inkChg>
        <pc:inkChg chg="add mod">
          <ac:chgData name="Aritra Mitra" userId="ed282abb-f77d-4912-ae2d-92fef056a80d" providerId="ADAL" clId="{63083D85-EF25-4484-A12B-BD69E5A0BB0F}" dt="2021-03-04T23:47:17.642" v="5409"/>
          <ac:inkMkLst>
            <pc:docMk/>
            <pc:sldMk cId="215059634" sldId="390"/>
            <ac:inkMk id="28" creationId="{B4BDD7AA-E6EE-4EB2-B8EF-610B3CF68B0B}"/>
          </ac:inkMkLst>
        </pc:inkChg>
        <pc:inkChg chg="add mod">
          <ac:chgData name="Aritra Mitra" userId="ed282abb-f77d-4912-ae2d-92fef056a80d" providerId="ADAL" clId="{63083D85-EF25-4484-A12B-BD69E5A0BB0F}" dt="2021-03-04T23:47:17.642" v="5409"/>
          <ac:inkMkLst>
            <pc:docMk/>
            <pc:sldMk cId="215059634" sldId="390"/>
            <ac:inkMk id="29" creationId="{0F1A0062-500D-4A64-AD6D-F3AAB4FBF56D}"/>
          </ac:inkMkLst>
        </pc:inkChg>
        <pc:cxnChg chg="add mod">
          <ac:chgData name="Aritra Mitra" userId="ed282abb-f77d-4912-ae2d-92fef056a80d" providerId="ADAL" clId="{63083D85-EF25-4484-A12B-BD69E5A0BB0F}" dt="2021-03-05T00:00:21.242" v="5481" actId="1582"/>
          <ac:cxnSpMkLst>
            <pc:docMk/>
            <pc:sldMk cId="215059634" sldId="390"/>
            <ac:cxnSpMk id="35" creationId="{EC8CBFA1-9654-4A5D-9D5D-87BB555A7C41}"/>
          </ac:cxnSpMkLst>
        </pc:cxnChg>
        <pc:cxnChg chg="add mod">
          <ac:chgData name="Aritra Mitra" userId="ed282abb-f77d-4912-ae2d-92fef056a80d" providerId="ADAL" clId="{63083D85-EF25-4484-A12B-BD69E5A0BB0F}" dt="2021-03-04T23:59:53.322" v="5480" actId="14100"/>
          <ac:cxnSpMkLst>
            <pc:docMk/>
            <pc:sldMk cId="215059634" sldId="390"/>
            <ac:cxnSpMk id="44" creationId="{708AECC1-D191-4CF7-B6CC-EAC778C924D5}"/>
          </ac:cxnSpMkLst>
        </pc:cxnChg>
      </pc:sldChg>
      <pc:sldChg chg="new del">
        <pc:chgData name="Aritra Mitra" userId="ed282abb-f77d-4912-ae2d-92fef056a80d" providerId="ADAL" clId="{63083D85-EF25-4484-A12B-BD69E5A0BB0F}" dt="2021-03-04T23:36:12.070" v="4841" actId="47"/>
        <pc:sldMkLst>
          <pc:docMk/>
          <pc:sldMk cId="2669572254" sldId="390"/>
        </pc:sldMkLst>
      </pc:sldChg>
      <pc:sldChg chg="delSp modSp add mod modAnim">
        <pc:chgData name="Aritra Mitra" userId="ed282abb-f77d-4912-ae2d-92fef056a80d" providerId="ADAL" clId="{63083D85-EF25-4484-A12B-BD69E5A0BB0F}" dt="2021-03-05T15:49:56.309" v="12262" actId="1076"/>
        <pc:sldMkLst>
          <pc:docMk/>
          <pc:sldMk cId="1813290867" sldId="391"/>
        </pc:sldMkLst>
        <pc:spChg chg="mod">
          <ac:chgData name="Aritra Mitra" userId="ed282abb-f77d-4912-ae2d-92fef056a80d" providerId="ADAL" clId="{63083D85-EF25-4484-A12B-BD69E5A0BB0F}" dt="2021-03-05T00:02:25.068" v="5496" actId="20577"/>
          <ac:spMkLst>
            <pc:docMk/>
            <pc:sldMk cId="1813290867" sldId="391"/>
            <ac:spMk id="2" creationId="{E0BEFED1-FB33-4C70-8370-682A5F000205}"/>
          </ac:spMkLst>
        </pc:spChg>
        <pc:spChg chg="mod">
          <ac:chgData name="Aritra Mitra" userId="ed282abb-f77d-4912-ae2d-92fef056a80d" providerId="ADAL" clId="{63083D85-EF25-4484-A12B-BD69E5A0BB0F}" dt="2021-03-05T15:49:56.309" v="12262" actId="1076"/>
          <ac:spMkLst>
            <pc:docMk/>
            <pc:sldMk cId="1813290867" sldId="391"/>
            <ac:spMk id="3" creationId="{694978FA-74FE-43F1-BBCA-348F0C34738C}"/>
          </ac:spMkLst>
        </pc:spChg>
        <pc:spChg chg="del">
          <ac:chgData name="Aritra Mitra" userId="ed282abb-f77d-4912-ae2d-92fef056a80d" providerId="ADAL" clId="{63083D85-EF25-4484-A12B-BD69E5A0BB0F}" dt="2021-03-05T00:02:33.327" v="5497" actId="478"/>
          <ac:spMkLst>
            <pc:docMk/>
            <pc:sldMk cId="1813290867" sldId="391"/>
            <ac:spMk id="33" creationId="{AD3A576D-0065-4C8E-A468-D4BF0840FA17}"/>
          </ac:spMkLst>
        </pc:spChg>
        <pc:spChg chg="del">
          <ac:chgData name="Aritra Mitra" userId="ed282abb-f77d-4912-ae2d-92fef056a80d" providerId="ADAL" clId="{63083D85-EF25-4484-A12B-BD69E5A0BB0F}" dt="2021-03-05T00:02:33.327" v="5497" actId="478"/>
          <ac:spMkLst>
            <pc:docMk/>
            <pc:sldMk cId="1813290867" sldId="391"/>
            <ac:spMk id="39" creationId="{78A25803-5522-497A-95E6-999F43706A95}"/>
          </ac:spMkLst>
        </pc:spChg>
        <pc:spChg chg="del">
          <ac:chgData name="Aritra Mitra" userId="ed282abb-f77d-4912-ae2d-92fef056a80d" providerId="ADAL" clId="{63083D85-EF25-4484-A12B-BD69E5A0BB0F}" dt="2021-03-05T00:02:33.327" v="5497" actId="478"/>
          <ac:spMkLst>
            <pc:docMk/>
            <pc:sldMk cId="1813290867" sldId="391"/>
            <ac:spMk id="40" creationId="{FB602E61-DACA-40DC-A2C1-1F42B58C01FD}"/>
          </ac:spMkLst>
        </pc:spChg>
        <pc:spChg chg="del">
          <ac:chgData name="Aritra Mitra" userId="ed282abb-f77d-4912-ae2d-92fef056a80d" providerId="ADAL" clId="{63083D85-EF25-4484-A12B-BD69E5A0BB0F}" dt="2021-03-05T00:02:33.327" v="5497" actId="478"/>
          <ac:spMkLst>
            <pc:docMk/>
            <pc:sldMk cId="1813290867" sldId="391"/>
            <ac:spMk id="41" creationId="{827BA65F-2C6D-4FE0-8E5F-1635E4DABB50}"/>
          </ac:spMkLst>
        </pc:spChg>
        <pc:spChg chg="del">
          <ac:chgData name="Aritra Mitra" userId="ed282abb-f77d-4912-ae2d-92fef056a80d" providerId="ADAL" clId="{63083D85-EF25-4484-A12B-BD69E5A0BB0F}" dt="2021-03-05T00:02:33.327" v="5497" actId="478"/>
          <ac:spMkLst>
            <pc:docMk/>
            <pc:sldMk cId="1813290867" sldId="391"/>
            <ac:spMk id="42" creationId="{FB1DBC52-300C-4FAF-BC2C-FC66450CB4B4}"/>
          </ac:spMkLst>
        </pc:spChg>
        <pc:cxnChg chg="del">
          <ac:chgData name="Aritra Mitra" userId="ed282abb-f77d-4912-ae2d-92fef056a80d" providerId="ADAL" clId="{63083D85-EF25-4484-A12B-BD69E5A0BB0F}" dt="2021-03-05T00:02:33.327" v="5497" actId="478"/>
          <ac:cxnSpMkLst>
            <pc:docMk/>
            <pc:sldMk cId="1813290867" sldId="391"/>
            <ac:cxnSpMk id="35" creationId="{EC8CBFA1-9654-4A5D-9D5D-87BB555A7C41}"/>
          </ac:cxnSpMkLst>
        </pc:cxnChg>
        <pc:cxnChg chg="del">
          <ac:chgData name="Aritra Mitra" userId="ed282abb-f77d-4912-ae2d-92fef056a80d" providerId="ADAL" clId="{63083D85-EF25-4484-A12B-BD69E5A0BB0F}" dt="2021-03-05T00:02:33.327" v="5497" actId="478"/>
          <ac:cxnSpMkLst>
            <pc:docMk/>
            <pc:sldMk cId="1813290867" sldId="391"/>
            <ac:cxnSpMk id="44" creationId="{708AECC1-D191-4CF7-B6CC-EAC778C924D5}"/>
          </ac:cxnSpMkLst>
        </pc:cxnChg>
      </pc:sldChg>
      <pc:sldChg chg="addSp delSp modSp new mod modAnim">
        <pc:chgData name="Aritra Mitra" userId="ed282abb-f77d-4912-ae2d-92fef056a80d" providerId="ADAL" clId="{63083D85-EF25-4484-A12B-BD69E5A0BB0F}" dt="2021-03-05T00:41:14.804" v="6835" actId="1076"/>
        <pc:sldMkLst>
          <pc:docMk/>
          <pc:sldMk cId="432660969" sldId="392"/>
        </pc:sldMkLst>
        <pc:spChg chg="mod">
          <ac:chgData name="Aritra Mitra" userId="ed282abb-f77d-4912-ae2d-92fef056a80d" providerId="ADAL" clId="{63083D85-EF25-4484-A12B-BD69E5A0BB0F}" dt="2021-03-05T00:24:53.259" v="6034" actId="20577"/>
          <ac:spMkLst>
            <pc:docMk/>
            <pc:sldMk cId="432660969" sldId="392"/>
            <ac:spMk id="2" creationId="{3A2FCC5A-B5D5-4533-89AF-D72E93B19765}"/>
          </ac:spMkLst>
        </pc:spChg>
        <pc:spChg chg="mod">
          <ac:chgData name="Aritra Mitra" userId="ed282abb-f77d-4912-ae2d-92fef056a80d" providerId="ADAL" clId="{63083D85-EF25-4484-A12B-BD69E5A0BB0F}" dt="2021-03-05T00:38:14.820" v="6814" actId="5793"/>
          <ac:spMkLst>
            <pc:docMk/>
            <pc:sldMk cId="432660969" sldId="392"/>
            <ac:spMk id="3" creationId="{FFDCC449-F689-4559-B65F-ED0ABC06FEA5}"/>
          </ac:spMkLst>
        </pc:spChg>
        <pc:spChg chg="add mod">
          <ac:chgData name="Aritra Mitra" userId="ed282abb-f77d-4912-ae2d-92fef056a80d" providerId="ADAL" clId="{63083D85-EF25-4484-A12B-BD69E5A0BB0F}" dt="2021-03-05T00:30:32.528" v="6406" actId="1076"/>
          <ac:spMkLst>
            <pc:docMk/>
            <pc:sldMk cId="432660969" sldId="392"/>
            <ac:spMk id="4" creationId="{E3222005-B431-4DA6-9468-71F3875EA6E9}"/>
          </ac:spMkLst>
        </pc:spChg>
        <pc:spChg chg="add mod">
          <ac:chgData name="Aritra Mitra" userId="ed282abb-f77d-4912-ae2d-92fef056a80d" providerId="ADAL" clId="{63083D85-EF25-4484-A12B-BD69E5A0BB0F}" dt="2021-03-05T00:39:15.155" v="6819" actId="207"/>
          <ac:spMkLst>
            <pc:docMk/>
            <pc:sldMk cId="432660969" sldId="392"/>
            <ac:spMk id="5" creationId="{BBA316C7-5E34-45F7-9BBC-9009025A8165}"/>
          </ac:spMkLst>
        </pc:spChg>
        <pc:spChg chg="add del mod">
          <ac:chgData name="Aritra Mitra" userId="ed282abb-f77d-4912-ae2d-92fef056a80d" providerId="ADAL" clId="{63083D85-EF25-4484-A12B-BD69E5A0BB0F}" dt="2021-03-05T00:36:51.761" v="6706" actId="478"/>
          <ac:spMkLst>
            <pc:docMk/>
            <pc:sldMk cId="432660969" sldId="392"/>
            <ac:spMk id="6" creationId="{4EC366B6-5E55-40EC-AD80-B02310B0AA96}"/>
          </ac:spMkLst>
        </pc:spChg>
        <pc:spChg chg="add mod">
          <ac:chgData name="Aritra Mitra" userId="ed282abb-f77d-4912-ae2d-92fef056a80d" providerId="ADAL" clId="{63083D85-EF25-4484-A12B-BD69E5A0BB0F}" dt="2021-03-05T00:41:14.804" v="6835" actId="1076"/>
          <ac:spMkLst>
            <pc:docMk/>
            <pc:sldMk cId="432660969" sldId="392"/>
            <ac:spMk id="7" creationId="{56F9A8BB-41BB-45B2-BD77-F83F7C691C8D}"/>
          </ac:spMkLst>
        </pc:spChg>
      </pc:sldChg>
      <pc:sldChg chg="addSp delSp modSp new mod">
        <pc:chgData name="Aritra Mitra" userId="ed282abb-f77d-4912-ae2d-92fef056a80d" providerId="ADAL" clId="{63083D85-EF25-4484-A12B-BD69E5A0BB0F}" dt="2021-03-05T03:53:24.018" v="6951" actId="1076"/>
        <pc:sldMkLst>
          <pc:docMk/>
          <pc:sldMk cId="1329040859" sldId="393"/>
        </pc:sldMkLst>
        <pc:spChg chg="mod">
          <ac:chgData name="Aritra Mitra" userId="ed282abb-f77d-4912-ae2d-92fef056a80d" providerId="ADAL" clId="{63083D85-EF25-4484-A12B-BD69E5A0BB0F}" dt="2021-03-05T03:29:02.133" v="6878" actId="20577"/>
          <ac:spMkLst>
            <pc:docMk/>
            <pc:sldMk cId="1329040859" sldId="393"/>
            <ac:spMk id="2" creationId="{20E30BAB-51CA-4E57-81A3-F81E93506FB0}"/>
          </ac:spMkLst>
        </pc:spChg>
        <pc:spChg chg="del mod">
          <ac:chgData name="Aritra Mitra" userId="ed282abb-f77d-4912-ae2d-92fef056a80d" providerId="ADAL" clId="{63083D85-EF25-4484-A12B-BD69E5A0BB0F}" dt="2021-03-05T03:46:37.836" v="6881" actId="478"/>
          <ac:spMkLst>
            <pc:docMk/>
            <pc:sldMk cId="1329040859" sldId="393"/>
            <ac:spMk id="3" creationId="{3ED8A717-447A-4007-8955-E103E1473CF2}"/>
          </ac:spMkLst>
        </pc:spChg>
        <pc:spChg chg="add del">
          <ac:chgData name="Aritra Mitra" userId="ed282abb-f77d-4912-ae2d-92fef056a80d" providerId="ADAL" clId="{63083D85-EF25-4484-A12B-BD69E5A0BB0F}" dt="2021-03-05T03:46:55.196" v="6883" actId="478"/>
          <ac:spMkLst>
            <pc:docMk/>
            <pc:sldMk cId="1329040859" sldId="393"/>
            <ac:spMk id="4" creationId="{5FAD2A17-15D0-4959-AE53-8FC85887ECB8}"/>
          </ac:spMkLst>
        </pc:spChg>
        <pc:spChg chg="add mod">
          <ac:chgData name="Aritra Mitra" userId="ed282abb-f77d-4912-ae2d-92fef056a80d" providerId="ADAL" clId="{63083D85-EF25-4484-A12B-BD69E5A0BB0F}" dt="2021-03-05T03:51:00.269" v="6922" actId="1076"/>
          <ac:spMkLst>
            <pc:docMk/>
            <pc:sldMk cId="1329040859" sldId="393"/>
            <ac:spMk id="5" creationId="{6BE9CA2A-19B0-458B-ABD5-38BE749E5DB1}"/>
          </ac:spMkLst>
        </pc:spChg>
        <pc:spChg chg="add mod">
          <ac:chgData name="Aritra Mitra" userId="ed282abb-f77d-4912-ae2d-92fef056a80d" providerId="ADAL" clId="{63083D85-EF25-4484-A12B-BD69E5A0BB0F}" dt="2021-03-05T03:53:24.018" v="6951" actId="1076"/>
          <ac:spMkLst>
            <pc:docMk/>
            <pc:sldMk cId="1329040859" sldId="393"/>
            <ac:spMk id="6" creationId="{94A47D0B-423B-49B6-9EB1-A4872F7828FE}"/>
          </ac:spMkLst>
        </pc:spChg>
      </pc:sldChg>
      <pc:sldChg chg="addSp delSp modSp new mod">
        <pc:chgData name="Aritra Mitra" userId="ed282abb-f77d-4912-ae2d-92fef056a80d" providerId="ADAL" clId="{63083D85-EF25-4484-A12B-BD69E5A0BB0F}" dt="2021-03-05T04:43:25.324" v="7298" actId="1076"/>
        <pc:sldMkLst>
          <pc:docMk/>
          <pc:sldMk cId="139517923" sldId="394"/>
        </pc:sldMkLst>
        <pc:spChg chg="del mod">
          <ac:chgData name="Aritra Mitra" userId="ed282abb-f77d-4912-ae2d-92fef056a80d" providerId="ADAL" clId="{63083D85-EF25-4484-A12B-BD69E5A0BB0F}" dt="2021-03-05T03:58:05.582" v="6963" actId="478"/>
          <ac:spMkLst>
            <pc:docMk/>
            <pc:sldMk cId="139517923" sldId="394"/>
            <ac:spMk id="2" creationId="{7FF9D52F-3538-47B1-B570-1008CCC86173}"/>
          </ac:spMkLst>
        </pc:spChg>
        <pc:spChg chg="del">
          <ac:chgData name="Aritra Mitra" userId="ed282abb-f77d-4912-ae2d-92fef056a80d" providerId="ADAL" clId="{63083D85-EF25-4484-A12B-BD69E5A0BB0F}" dt="2021-03-05T03:58:10.348" v="6965" actId="478"/>
          <ac:spMkLst>
            <pc:docMk/>
            <pc:sldMk cId="139517923" sldId="394"/>
            <ac:spMk id="3" creationId="{C6A59797-BF11-4B68-857F-538DBEF539BA}"/>
          </ac:spMkLst>
        </pc:spChg>
        <pc:spChg chg="add del mod">
          <ac:chgData name="Aritra Mitra" userId="ed282abb-f77d-4912-ae2d-92fef056a80d" providerId="ADAL" clId="{63083D85-EF25-4484-A12B-BD69E5A0BB0F}" dt="2021-03-05T03:58:07.496" v="6964" actId="478"/>
          <ac:spMkLst>
            <pc:docMk/>
            <pc:sldMk cId="139517923" sldId="394"/>
            <ac:spMk id="5" creationId="{8B374633-96D5-4BC7-B3C7-82CD96682280}"/>
          </ac:spMkLst>
        </pc:spChg>
        <pc:spChg chg="add mod">
          <ac:chgData name="Aritra Mitra" userId="ed282abb-f77d-4912-ae2d-92fef056a80d" providerId="ADAL" clId="{63083D85-EF25-4484-A12B-BD69E5A0BB0F}" dt="2021-03-05T04:10:55.575" v="7121" actId="1035"/>
          <ac:spMkLst>
            <pc:docMk/>
            <pc:sldMk cId="139517923" sldId="394"/>
            <ac:spMk id="10" creationId="{17FF9442-6594-451B-8FBF-351830F2F985}"/>
          </ac:spMkLst>
        </pc:spChg>
        <pc:spChg chg="add mod">
          <ac:chgData name="Aritra Mitra" userId="ed282abb-f77d-4912-ae2d-92fef056a80d" providerId="ADAL" clId="{63083D85-EF25-4484-A12B-BD69E5A0BB0F}" dt="2021-03-05T04:09:57.239" v="7106" actId="1076"/>
          <ac:spMkLst>
            <pc:docMk/>
            <pc:sldMk cId="139517923" sldId="394"/>
            <ac:spMk id="13" creationId="{86EB2D13-772B-4CF8-A0DE-105C2024B551}"/>
          </ac:spMkLst>
        </pc:spChg>
        <pc:spChg chg="add mod">
          <ac:chgData name="Aritra Mitra" userId="ed282abb-f77d-4912-ae2d-92fef056a80d" providerId="ADAL" clId="{63083D85-EF25-4484-A12B-BD69E5A0BB0F}" dt="2021-03-05T04:10:06.336" v="7108" actId="1076"/>
          <ac:spMkLst>
            <pc:docMk/>
            <pc:sldMk cId="139517923" sldId="394"/>
            <ac:spMk id="14" creationId="{CF3E0A0D-C693-4D68-84E1-B66FDF8D036C}"/>
          </ac:spMkLst>
        </pc:spChg>
        <pc:spChg chg="add mod">
          <ac:chgData name="Aritra Mitra" userId="ed282abb-f77d-4912-ae2d-92fef056a80d" providerId="ADAL" clId="{63083D85-EF25-4484-A12B-BD69E5A0BB0F}" dt="2021-03-05T04:26:23.500" v="7168" actId="1037"/>
          <ac:spMkLst>
            <pc:docMk/>
            <pc:sldMk cId="139517923" sldId="394"/>
            <ac:spMk id="15" creationId="{70EEB35B-FA83-4C4F-8396-8DF278DAAA6A}"/>
          </ac:spMkLst>
        </pc:spChg>
        <pc:spChg chg="add mod">
          <ac:chgData name="Aritra Mitra" userId="ed282abb-f77d-4912-ae2d-92fef056a80d" providerId="ADAL" clId="{63083D85-EF25-4484-A12B-BD69E5A0BB0F}" dt="2021-03-05T04:42:06.576" v="7236" actId="1036"/>
          <ac:spMkLst>
            <pc:docMk/>
            <pc:sldMk cId="139517923" sldId="394"/>
            <ac:spMk id="22" creationId="{1C872840-DB86-416C-91CC-69289266D916}"/>
          </ac:spMkLst>
        </pc:spChg>
        <pc:spChg chg="add mod">
          <ac:chgData name="Aritra Mitra" userId="ed282abb-f77d-4912-ae2d-92fef056a80d" providerId="ADAL" clId="{63083D85-EF25-4484-A12B-BD69E5A0BB0F}" dt="2021-03-05T04:42:45.005" v="7296" actId="1076"/>
          <ac:spMkLst>
            <pc:docMk/>
            <pc:sldMk cId="139517923" sldId="394"/>
            <ac:spMk id="23" creationId="{1E445EBA-645D-4414-A9D3-45E657C33EE5}"/>
          </ac:spMkLst>
        </pc:spChg>
        <pc:picChg chg="add mod">
          <ac:chgData name="Aritra Mitra" userId="ed282abb-f77d-4912-ae2d-92fef056a80d" providerId="ADAL" clId="{63083D85-EF25-4484-A12B-BD69E5A0BB0F}" dt="2021-03-05T04:10:48.259" v="7115" actId="1036"/>
          <ac:picMkLst>
            <pc:docMk/>
            <pc:sldMk cId="139517923" sldId="394"/>
            <ac:picMk id="7" creationId="{DBE50901-D659-4F22-BA15-53D783E0F7DD}"/>
          </ac:picMkLst>
        </pc:picChg>
        <pc:picChg chg="add mod">
          <ac:chgData name="Aritra Mitra" userId="ed282abb-f77d-4912-ae2d-92fef056a80d" providerId="ADAL" clId="{63083D85-EF25-4484-A12B-BD69E5A0BB0F}" dt="2021-03-05T04:07:08.480" v="7009" actId="1076"/>
          <ac:picMkLst>
            <pc:docMk/>
            <pc:sldMk cId="139517923" sldId="394"/>
            <ac:picMk id="9" creationId="{45C3E118-F18E-4A9B-B6B4-C61280A3D29A}"/>
          </ac:picMkLst>
        </pc:picChg>
        <pc:picChg chg="add mod">
          <ac:chgData name="Aritra Mitra" userId="ed282abb-f77d-4912-ae2d-92fef056a80d" providerId="ADAL" clId="{63083D85-EF25-4484-A12B-BD69E5A0BB0F}" dt="2021-03-05T04:09:51.403" v="7105" actId="1076"/>
          <ac:picMkLst>
            <pc:docMk/>
            <pc:sldMk cId="139517923" sldId="394"/>
            <ac:picMk id="12" creationId="{04C1FDB5-2CDF-457A-83A7-A51826722093}"/>
          </ac:picMkLst>
        </pc:picChg>
        <pc:picChg chg="add mod">
          <ac:chgData name="Aritra Mitra" userId="ed282abb-f77d-4912-ae2d-92fef056a80d" providerId="ADAL" clId="{63083D85-EF25-4484-A12B-BD69E5A0BB0F}" dt="2021-03-05T04:43:25.324" v="7298" actId="1076"/>
          <ac:picMkLst>
            <pc:docMk/>
            <pc:sldMk cId="139517923" sldId="394"/>
            <ac:picMk id="17" creationId="{220427D3-9CE6-42DD-8A67-30242500A5C7}"/>
          </ac:picMkLst>
        </pc:picChg>
        <pc:picChg chg="add del mod">
          <ac:chgData name="Aritra Mitra" userId="ed282abb-f77d-4912-ae2d-92fef056a80d" providerId="ADAL" clId="{63083D85-EF25-4484-A12B-BD69E5A0BB0F}" dt="2021-03-05T04:38:39.474" v="7180" actId="478"/>
          <ac:picMkLst>
            <pc:docMk/>
            <pc:sldMk cId="139517923" sldId="394"/>
            <ac:picMk id="19" creationId="{7B2968AB-3D37-4DEC-B99A-1D349574414A}"/>
          </ac:picMkLst>
        </pc:picChg>
        <pc:picChg chg="add mod">
          <ac:chgData name="Aritra Mitra" userId="ed282abb-f77d-4912-ae2d-92fef056a80d" providerId="ADAL" clId="{63083D85-EF25-4484-A12B-BD69E5A0BB0F}" dt="2021-03-05T04:41:08.010" v="7192" actId="1076"/>
          <ac:picMkLst>
            <pc:docMk/>
            <pc:sldMk cId="139517923" sldId="394"/>
            <ac:picMk id="21" creationId="{C6385B25-289D-4F4E-AB75-684603914AC3}"/>
          </ac:picMkLst>
        </pc:picChg>
      </pc:sldChg>
      <pc:sldChg chg="addSp delSp modSp add mod modAnim">
        <pc:chgData name="Aritra Mitra" userId="ed282abb-f77d-4912-ae2d-92fef056a80d" providerId="ADAL" clId="{63083D85-EF25-4484-A12B-BD69E5A0BB0F}" dt="2021-03-05T06:16:05.385" v="9549" actId="1076"/>
        <pc:sldMkLst>
          <pc:docMk/>
          <pc:sldMk cId="3428857014" sldId="395"/>
        </pc:sldMkLst>
        <pc:spChg chg="mod">
          <ac:chgData name="Aritra Mitra" userId="ed282abb-f77d-4912-ae2d-92fef056a80d" providerId="ADAL" clId="{63083D85-EF25-4484-A12B-BD69E5A0BB0F}" dt="2021-03-05T05:47:08.313" v="8721" actId="20577"/>
          <ac:spMkLst>
            <pc:docMk/>
            <pc:sldMk cId="3428857014" sldId="395"/>
            <ac:spMk id="2" creationId="{8BD71FF6-A30B-4B6A-BF1A-C2DBC4AB0F3A}"/>
          </ac:spMkLst>
        </pc:spChg>
        <pc:spChg chg="del">
          <ac:chgData name="Aritra Mitra" userId="ed282abb-f77d-4912-ae2d-92fef056a80d" providerId="ADAL" clId="{63083D85-EF25-4484-A12B-BD69E5A0BB0F}" dt="2021-03-05T05:46:47.945" v="8679" actId="478"/>
          <ac:spMkLst>
            <pc:docMk/>
            <pc:sldMk cId="3428857014" sldId="395"/>
            <ac:spMk id="3" creationId="{34F95FBD-7B9B-41B3-B45E-439CCCA14F6A}"/>
          </ac:spMkLst>
        </pc:spChg>
        <pc:spChg chg="del">
          <ac:chgData name="Aritra Mitra" userId="ed282abb-f77d-4912-ae2d-92fef056a80d" providerId="ADAL" clId="{63083D85-EF25-4484-A12B-BD69E5A0BB0F}" dt="2021-03-05T05:46:51.846" v="8680" actId="478"/>
          <ac:spMkLst>
            <pc:docMk/>
            <pc:sldMk cId="3428857014" sldId="395"/>
            <ac:spMk id="4" creationId="{E03C5B02-C8C2-4F0E-A10D-B3FFE6F50E18}"/>
          </ac:spMkLst>
        </pc:spChg>
        <pc:spChg chg="add del mod">
          <ac:chgData name="Aritra Mitra" userId="ed282abb-f77d-4912-ae2d-92fef056a80d" providerId="ADAL" clId="{63083D85-EF25-4484-A12B-BD69E5A0BB0F}" dt="2021-03-05T05:46:45.545" v="8678" actId="478"/>
          <ac:spMkLst>
            <pc:docMk/>
            <pc:sldMk cId="3428857014" sldId="395"/>
            <ac:spMk id="7" creationId="{30F06884-B186-42BF-98F3-3C1C488CD23B}"/>
          </ac:spMkLst>
        </pc:spChg>
        <pc:spChg chg="mod">
          <ac:chgData name="Aritra Mitra" userId="ed282abb-f77d-4912-ae2d-92fef056a80d" providerId="ADAL" clId="{63083D85-EF25-4484-A12B-BD69E5A0BB0F}" dt="2021-03-05T05:47:28.472" v="8722" actId="164"/>
          <ac:spMkLst>
            <pc:docMk/>
            <pc:sldMk cId="3428857014" sldId="395"/>
            <ac:spMk id="9" creationId="{AA9CB992-FFB3-48BF-A5EE-7A776AE12C13}"/>
          </ac:spMkLst>
        </pc:spChg>
        <pc:spChg chg="mod">
          <ac:chgData name="Aritra Mitra" userId="ed282abb-f77d-4912-ae2d-92fef056a80d" providerId="ADAL" clId="{63083D85-EF25-4484-A12B-BD69E5A0BB0F}" dt="2021-03-05T05:47:28.472" v="8722" actId="164"/>
          <ac:spMkLst>
            <pc:docMk/>
            <pc:sldMk cId="3428857014" sldId="395"/>
            <ac:spMk id="10" creationId="{7E0ED9A4-6BDF-4132-B3B8-7B3DA57D1F0D}"/>
          </ac:spMkLst>
        </pc:spChg>
        <pc:spChg chg="mod">
          <ac:chgData name="Aritra Mitra" userId="ed282abb-f77d-4912-ae2d-92fef056a80d" providerId="ADAL" clId="{63083D85-EF25-4484-A12B-BD69E5A0BB0F}" dt="2021-03-05T05:47:28.472" v="8722" actId="164"/>
          <ac:spMkLst>
            <pc:docMk/>
            <pc:sldMk cId="3428857014" sldId="395"/>
            <ac:spMk id="11" creationId="{2A8FA99D-DBCD-4210-B6A6-B879846AB20B}"/>
          </ac:spMkLst>
        </pc:spChg>
        <pc:spChg chg="del mod">
          <ac:chgData name="Aritra Mitra" userId="ed282abb-f77d-4912-ae2d-92fef056a80d" providerId="ADAL" clId="{63083D85-EF25-4484-A12B-BD69E5A0BB0F}" dt="2021-03-05T05:47:35.602" v="8724" actId="478"/>
          <ac:spMkLst>
            <pc:docMk/>
            <pc:sldMk cId="3428857014" sldId="395"/>
            <ac:spMk id="12" creationId="{8EFAA983-9B9B-4F8B-B1A5-BB091FA995D0}"/>
          </ac:spMkLst>
        </pc:spChg>
        <pc:spChg chg="del mod">
          <ac:chgData name="Aritra Mitra" userId="ed282abb-f77d-4912-ae2d-92fef056a80d" providerId="ADAL" clId="{63083D85-EF25-4484-A12B-BD69E5A0BB0F}" dt="2021-03-05T05:47:38.652" v="8725" actId="478"/>
          <ac:spMkLst>
            <pc:docMk/>
            <pc:sldMk cId="3428857014" sldId="395"/>
            <ac:spMk id="13" creationId="{DEFB5235-0BA7-4087-AE5B-C8A7BC2050A0}"/>
          </ac:spMkLst>
        </pc:spChg>
        <pc:spChg chg="add mod">
          <ac:chgData name="Aritra Mitra" userId="ed282abb-f77d-4912-ae2d-92fef056a80d" providerId="ADAL" clId="{63083D85-EF25-4484-A12B-BD69E5A0BB0F}" dt="2021-03-05T05:48:35.444" v="8752" actId="1076"/>
          <ac:spMkLst>
            <pc:docMk/>
            <pc:sldMk cId="3428857014" sldId="395"/>
            <ac:spMk id="14" creationId="{6A2E3FC5-757E-45D6-BAAC-A9F6CCD93AF4}"/>
          </ac:spMkLst>
        </pc:spChg>
        <pc:spChg chg="add mod">
          <ac:chgData name="Aritra Mitra" userId="ed282abb-f77d-4912-ae2d-92fef056a80d" providerId="ADAL" clId="{63083D85-EF25-4484-A12B-BD69E5A0BB0F}" dt="2021-03-05T06:16:05.385" v="9549" actId="1076"/>
          <ac:spMkLst>
            <pc:docMk/>
            <pc:sldMk cId="3428857014" sldId="395"/>
            <ac:spMk id="19" creationId="{EC830822-87F2-4956-A3CD-3F7A4FD2E9DF}"/>
          </ac:spMkLst>
        </pc:spChg>
        <pc:spChg chg="del">
          <ac:chgData name="Aritra Mitra" userId="ed282abb-f77d-4912-ae2d-92fef056a80d" providerId="ADAL" clId="{63083D85-EF25-4484-A12B-BD69E5A0BB0F}" dt="2021-03-05T05:46:32.493" v="8677" actId="478"/>
          <ac:spMkLst>
            <pc:docMk/>
            <pc:sldMk cId="3428857014" sldId="395"/>
            <ac:spMk id="22" creationId="{CD5CDFF6-7604-4D72-B164-808A96B5C43A}"/>
          </ac:spMkLst>
        </pc:spChg>
        <pc:spChg chg="add mod">
          <ac:chgData name="Aritra Mitra" userId="ed282abb-f77d-4912-ae2d-92fef056a80d" providerId="ADAL" clId="{63083D85-EF25-4484-A12B-BD69E5A0BB0F}" dt="2021-03-05T06:13:22.540" v="9439" actId="1076"/>
          <ac:spMkLst>
            <pc:docMk/>
            <pc:sldMk cId="3428857014" sldId="395"/>
            <ac:spMk id="23" creationId="{CF3BDA3D-74B0-43FC-9B29-A90FA2843375}"/>
          </ac:spMkLst>
        </pc:spChg>
        <pc:grpChg chg="add mod">
          <ac:chgData name="Aritra Mitra" userId="ed282abb-f77d-4912-ae2d-92fef056a80d" providerId="ADAL" clId="{63083D85-EF25-4484-A12B-BD69E5A0BB0F}" dt="2021-03-05T05:47:33.029" v="8723" actId="1076"/>
          <ac:grpSpMkLst>
            <pc:docMk/>
            <pc:sldMk cId="3428857014" sldId="395"/>
            <ac:grpSpMk id="8" creationId="{F35EBB06-2C9E-45CF-8931-59B479AE37D3}"/>
          </ac:grpSpMkLst>
        </pc:grpChg>
        <pc:picChg chg="mod">
          <ac:chgData name="Aritra Mitra" userId="ed282abb-f77d-4912-ae2d-92fef056a80d" providerId="ADAL" clId="{63083D85-EF25-4484-A12B-BD69E5A0BB0F}" dt="2021-03-05T05:47:28.472" v="8722" actId="164"/>
          <ac:picMkLst>
            <pc:docMk/>
            <pc:sldMk cId="3428857014" sldId="395"/>
            <ac:picMk id="5" creationId="{0FF356CE-55E6-4278-BB4C-DCFF773DCB73}"/>
          </ac:picMkLst>
        </pc:picChg>
        <pc:picChg chg="mod">
          <ac:chgData name="Aritra Mitra" userId="ed282abb-f77d-4912-ae2d-92fef056a80d" providerId="ADAL" clId="{63083D85-EF25-4484-A12B-BD69E5A0BB0F}" dt="2021-03-05T05:47:28.472" v="8722" actId="164"/>
          <ac:picMkLst>
            <pc:docMk/>
            <pc:sldMk cId="3428857014" sldId="395"/>
            <ac:picMk id="17" creationId="{D71C1D60-439E-40F7-B99F-20AAC9FA2F65}"/>
          </ac:picMkLst>
        </pc:picChg>
        <pc:picChg chg="mod">
          <ac:chgData name="Aritra Mitra" userId="ed282abb-f77d-4912-ae2d-92fef056a80d" providerId="ADAL" clId="{63083D85-EF25-4484-A12B-BD69E5A0BB0F}" dt="2021-03-05T05:47:28.472" v="8722" actId="164"/>
          <ac:picMkLst>
            <pc:docMk/>
            <pc:sldMk cId="3428857014" sldId="395"/>
            <ac:picMk id="18" creationId="{CF5694F0-9BED-4953-8785-DE75F4995AFE}"/>
          </ac:picMkLst>
        </pc:picChg>
        <pc:cxnChg chg="mod">
          <ac:chgData name="Aritra Mitra" userId="ed282abb-f77d-4912-ae2d-92fef056a80d" providerId="ADAL" clId="{63083D85-EF25-4484-A12B-BD69E5A0BB0F}" dt="2021-03-05T05:47:28.472" v="8722" actId="164"/>
          <ac:cxnSpMkLst>
            <pc:docMk/>
            <pc:sldMk cId="3428857014" sldId="395"/>
            <ac:cxnSpMk id="15" creationId="{B172AB60-5EA8-4EB3-8FD5-5759AF7B42D6}"/>
          </ac:cxnSpMkLst>
        </pc:cxnChg>
        <pc:cxnChg chg="mod">
          <ac:chgData name="Aritra Mitra" userId="ed282abb-f77d-4912-ae2d-92fef056a80d" providerId="ADAL" clId="{63083D85-EF25-4484-A12B-BD69E5A0BB0F}" dt="2021-03-05T05:47:28.472" v="8722" actId="164"/>
          <ac:cxnSpMkLst>
            <pc:docMk/>
            <pc:sldMk cId="3428857014" sldId="395"/>
            <ac:cxnSpMk id="16" creationId="{3218EA14-2F0B-455F-84E3-4D0E622FE1A2}"/>
          </ac:cxnSpMkLst>
        </pc:cxnChg>
        <pc:cxnChg chg="mod">
          <ac:chgData name="Aritra Mitra" userId="ed282abb-f77d-4912-ae2d-92fef056a80d" providerId="ADAL" clId="{63083D85-EF25-4484-A12B-BD69E5A0BB0F}" dt="2021-03-05T05:47:28.472" v="8722" actId="164"/>
          <ac:cxnSpMkLst>
            <pc:docMk/>
            <pc:sldMk cId="3428857014" sldId="395"/>
            <ac:cxnSpMk id="20" creationId="{3A01D5BE-1B8F-466B-B718-68816BC06184}"/>
          </ac:cxnSpMkLst>
        </pc:cxnChg>
      </pc:sldChg>
      <pc:sldChg chg="addSp delSp modSp add mod">
        <pc:chgData name="Aritra Mitra" userId="ed282abb-f77d-4912-ae2d-92fef056a80d" providerId="ADAL" clId="{63083D85-EF25-4484-A12B-BD69E5A0BB0F}" dt="2021-03-05T06:16:16.073" v="9550" actId="1076"/>
        <pc:sldMkLst>
          <pc:docMk/>
          <pc:sldMk cId="1790486990" sldId="396"/>
        </pc:sldMkLst>
        <pc:spChg chg="mod">
          <ac:chgData name="Aritra Mitra" userId="ed282abb-f77d-4912-ae2d-92fef056a80d" providerId="ADAL" clId="{63083D85-EF25-4484-A12B-BD69E5A0BB0F}" dt="2021-03-05T05:49:18.932" v="8756" actId="1076"/>
          <ac:spMkLst>
            <pc:docMk/>
            <pc:sldMk cId="1790486990" sldId="396"/>
            <ac:spMk id="14" creationId="{6A2E3FC5-757E-45D6-BAAC-A9F6CCD93AF4}"/>
          </ac:spMkLst>
        </pc:spChg>
        <pc:spChg chg="add mod">
          <ac:chgData name="Aritra Mitra" userId="ed282abb-f77d-4912-ae2d-92fef056a80d" providerId="ADAL" clId="{63083D85-EF25-4484-A12B-BD69E5A0BB0F}" dt="2021-03-05T05:49:12.365" v="8755" actId="1076"/>
          <ac:spMkLst>
            <pc:docMk/>
            <pc:sldMk cId="1790486990" sldId="396"/>
            <ac:spMk id="19" creationId="{08699248-A6AF-4BC3-8982-7B81C8A19F5C}"/>
          </ac:spMkLst>
        </pc:spChg>
        <pc:spChg chg="add mod">
          <ac:chgData name="Aritra Mitra" userId="ed282abb-f77d-4912-ae2d-92fef056a80d" providerId="ADAL" clId="{63083D85-EF25-4484-A12B-BD69E5A0BB0F}" dt="2021-03-05T05:49:35.873" v="8759" actId="1076"/>
          <ac:spMkLst>
            <pc:docMk/>
            <pc:sldMk cId="1790486990" sldId="396"/>
            <ac:spMk id="21" creationId="{9BDCF8AE-67A6-45AF-A388-30CF9826375B}"/>
          </ac:spMkLst>
        </pc:spChg>
        <pc:spChg chg="add mod">
          <ac:chgData name="Aritra Mitra" userId="ed282abb-f77d-4912-ae2d-92fef056a80d" providerId="ADAL" clId="{63083D85-EF25-4484-A12B-BD69E5A0BB0F}" dt="2021-03-05T06:16:16.073" v="9550" actId="1076"/>
          <ac:spMkLst>
            <pc:docMk/>
            <pc:sldMk cId="1790486990" sldId="396"/>
            <ac:spMk id="22" creationId="{ECAC27EF-0ECF-49B7-957B-697000927048}"/>
          </ac:spMkLst>
        </pc:spChg>
        <pc:spChg chg="add del mod">
          <ac:chgData name="Aritra Mitra" userId="ed282abb-f77d-4912-ae2d-92fef056a80d" providerId="ADAL" clId="{63083D85-EF25-4484-A12B-BD69E5A0BB0F}" dt="2021-03-05T06:06:13.465" v="9068" actId="21"/>
          <ac:spMkLst>
            <pc:docMk/>
            <pc:sldMk cId="1790486990" sldId="396"/>
            <ac:spMk id="23" creationId="{CF9773A9-3CEA-49AD-9135-4D5A0DE8B6AD}"/>
          </ac:spMkLst>
        </pc:spChg>
      </pc:sldChg>
      <pc:sldChg chg="addSp delSp modSp add mod">
        <pc:chgData name="Aritra Mitra" userId="ed282abb-f77d-4912-ae2d-92fef056a80d" providerId="ADAL" clId="{63083D85-EF25-4484-A12B-BD69E5A0BB0F}" dt="2021-03-05T06:16:30.153" v="9551" actId="1076"/>
        <pc:sldMkLst>
          <pc:docMk/>
          <pc:sldMk cId="3897195678" sldId="397"/>
        </pc:sldMkLst>
        <pc:spChg chg="mod">
          <ac:chgData name="Aritra Mitra" userId="ed282abb-f77d-4912-ae2d-92fef056a80d" providerId="ADAL" clId="{63083D85-EF25-4484-A12B-BD69E5A0BB0F}" dt="2021-03-05T05:56:35.843" v="8841" actId="1036"/>
          <ac:spMkLst>
            <pc:docMk/>
            <pc:sldMk cId="3897195678" sldId="397"/>
            <ac:spMk id="14" creationId="{6A2E3FC5-757E-45D6-BAAC-A9F6CCD93AF4}"/>
          </ac:spMkLst>
        </pc:spChg>
        <pc:spChg chg="mod">
          <ac:chgData name="Aritra Mitra" userId="ed282abb-f77d-4912-ae2d-92fef056a80d" providerId="ADAL" clId="{63083D85-EF25-4484-A12B-BD69E5A0BB0F}" dt="2021-03-05T05:52:15.205" v="8793" actId="1037"/>
          <ac:spMkLst>
            <pc:docMk/>
            <pc:sldMk cId="3897195678" sldId="397"/>
            <ac:spMk id="19" creationId="{08699248-A6AF-4BC3-8982-7B81C8A19F5C}"/>
          </ac:spMkLst>
        </pc:spChg>
        <pc:spChg chg="del">
          <ac:chgData name="Aritra Mitra" userId="ed282abb-f77d-4912-ae2d-92fef056a80d" providerId="ADAL" clId="{63083D85-EF25-4484-A12B-BD69E5A0BB0F}" dt="2021-03-05T05:50:25.332" v="8766" actId="478"/>
          <ac:spMkLst>
            <pc:docMk/>
            <pc:sldMk cId="3897195678" sldId="397"/>
            <ac:spMk id="21" creationId="{9BDCF8AE-67A6-45AF-A388-30CF9826375B}"/>
          </ac:spMkLst>
        </pc:spChg>
        <pc:spChg chg="add mod">
          <ac:chgData name="Aritra Mitra" userId="ed282abb-f77d-4912-ae2d-92fef056a80d" providerId="ADAL" clId="{63083D85-EF25-4484-A12B-BD69E5A0BB0F}" dt="2021-03-05T05:52:29.203" v="8800" actId="1036"/>
          <ac:spMkLst>
            <pc:docMk/>
            <pc:sldMk cId="3897195678" sldId="397"/>
            <ac:spMk id="22" creationId="{7D871FB7-56F3-4086-96AA-27836259B1EA}"/>
          </ac:spMkLst>
        </pc:spChg>
        <pc:spChg chg="add mod">
          <ac:chgData name="Aritra Mitra" userId="ed282abb-f77d-4912-ae2d-92fef056a80d" providerId="ADAL" clId="{63083D85-EF25-4484-A12B-BD69E5A0BB0F}" dt="2021-03-05T05:54:34.811" v="8822" actId="1076"/>
          <ac:spMkLst>
            <pc:docMk/>
            <pc:sldMk cId="3897195678" sldId="397"/>
            <ac:spMk id="25" creationId="{F3ADDFF0-E107-43B6-A157-6B5E145E96CE}"/>
          </ac:spMkLst>
        </pc:spChg>
        <pc:spChg chg="add mod">
          <ac:chgData name="Aritra Mitra" userId="ed282abb-f77d-4912-ae2d-92fef056a80d" providerId="ADAL" clId="{63083D85-EF25-4484-A12B-BD69E5A0BB0F}" dt="2021-03-05T05:55:02.284" v="8831" actId="1037"/>
          <ac:spMkLst>
            <pc:docMk/>
            <pc:sldMk cId="3897195678" sldId="397"/>
            <ac:spMk id="26" creationId="{EA0AB815-FF51-4A51-A627-C4C360386EA9}"/>
          </ac:spMkLst>
        </pc:spChg>
        <pc:spChg chg="add mod">
          <ac:chgData name="Aritra Mitra" userId="ed282abb-f77d-4912-ae2d-92fef056a80d" providerId="ADAL" clId="{63083D85-EF25-4484-A12B-BD69E5A0BB0F}" dt="2021-03-05T05:56:22.860" v="8839" actId="1036"/>
          <ac:spMkLst>
            <pc:docMk/>
            <pc:sldMk cId="3897195678" sldId="397"/>
            <ac:spMk id="27" creationId="{56ADEBBC-247E-430B-986B-052A47402CC9}"/>
          </ac:spMkLst>
        </pc:spChg>
        <pc:spChg chg="add mod">
          <ac:chgData name="Aritra Mitra" userId="ed282abb-f77d-4912-ae2d-92fef056a80d" providerId="ADAL" clId="{63083D85-EF25-4484-A12B-BD69E5A0BB0F}" dt="2021-03-05T05:57:34.474" v="8859" actId="1076"/>
          <ac:spMkLst>
            <pc:docMk/>
            <pc:sldMk cId="3897195678" sldId="397"/>
            <ac:spMk id="28" creationId="{4D6DA2B4-8B2B-4324-89D2-183D27385E6C}"/>
          </ac:spMkLst>
        </pc:spChg>
        <pc:spChg chg="add mod">
          <ac:chgData name="Aritra Mitra" userId="ed282abb-f77d-4912-ae2d-92fef056a80d" providerId="ADAL" clId="{63083D85-EF25-4484-A12B-BD69E5A0BB0F}" dt="2021-03-05T05:57:54.380" v="8863" actId="20577"/>
          <ac:spMkLst>
            <pc:docMk/>
            <pc:sldMk cId="3897195678" sldId="397"/>
            <ac:spMk id="29" creationId="{EE7C90B8-DA35-4C49-83B4-8740AD8483D5}"/>
          </ac:spMkLst>
        </pc:spChg>
        <pc:spChg chg="add mod">
          <ac:chgData name="Aritra Mitra" userId="ed282abb-f77d-4912-ae2d-92fef056a80d" providerId="ADAL" clId="{63083D85-EF25-4484-A12B-BD69E5A0BB0F}" dt="2021-03-05T05:58:13.493" v="8867" actId="20577"/>
          <ac:spMkLst>
            <pc:docMk/>
            <pc:sldMk cId="3897195678" sldId="397"/>
            <ac:spMk id="30" creationId="{18A2DEB3-A7B7-4AA9-ABE1-716615B76BE9}"/>
          </ac:spMkLst>
        </pc:spChg>
        <pc:spChg chg="add mod">
          <ac:chgData name="Aritra Mitra" userId="ed282abb-f77d-4912-ae2d-92fef056a80d" providerId="ADAL" clId="{63083D85-EF25-4484-A12B-BD69E5A0BB0F}" dt="2021-03-05T06:16:30.153" v="9551" actId="1076"/>
          <ac:spMkLst>
            <pc:docMk/>
            <pc:sldMk cId="3897195678" sldId="397"/>
            <ac:spMk id="31" creationId="{0CDC9109-A773-4E57-9796-5AA3190D59E9}"/>
          </ac:spMkLst>
        </pc:spChg>
        <pc:spChg chg="add del mod">
          <ac:chgData name="Aritra Mitra" userId="ed282abb-f77d-4912-ae2d-92fef056a80d" providerId="ADAL" clId="{63083D85-EF25-4484-A12B-BD69E5A0BB0F}" dt="2021-03-05T06:07:09.826" v="9127"/>
          <ac:spMkLst>
            <pc:docMk/>
            <pc:sldMk cId="3897195678" sldId="397"/>
            <ac:spMk id="32" creationId="{96CF9EAD-BE1B-4E95-A006-80ADDAD8CCC4}"/>
          </ac:spMkLst>
        </pc:spChg>
        <pc:cxnChg chg="add mod">
          <ac:chgData name="Aritra Mitra" userId="ed282abb-f77d-4912-ae2d-92fef056a80d" providerId="ADAL" clId="{63083D85-EF25-4484-A12B-BD69E5A0BB0F}" dt="2021-03-05T05:54:14.385" v="8819" actId="693"/>
          <ac:cxnSpMkLst>
            <pc:docMk/>
            <pc:sldMk cId="3897195678" sldId="397"/>
            <ac:cxnSpMk id="4" creationId="{81DFC1E1-CA9E-4E39-8AF4-018536CD9A37}"/>
          </ac:cxnSpMkLst>
        </pc:cxnChg>
        <pc:cxnChg chg="add mod">
          <ac:chgData name="Aritra Mitra" userId="ed282abb-f77d-4912-ae2d-92fef056a80d" providerId="ADAL" clId="{63083D85-EF25-4484-A12B-BD69E5A0BB0F}" dt="2021-03-05T05:56:41.128" v="8843" actId="1036"/>
          <ac:cxnSpMkLst>
            <pc:docMk/>
            <pc:sldMk cId="3897195678" sldId="397"/>
            <ac:cxnSpMk id="23" creationId="{066D7CAF-3580-4A2B-B742-494B7FC9E5D1}"/>
          </ac:cxnSpMkLst>
        </pc:cxnChg>
        <pc:cxnChg chg="add mod">
          <ac:chgData name="Aritra Mitra" userId="ed282abb-f77d-4912-ae2d-92fef056a80d" providerId="ADAL" clId="{63083D85-EF25-4484-A12B-BD69E5A0BB0F}" dt="2021-03-05T05:54:14.385" v="8819" actId="693"/>
          <ac:cxnSpMkLst>
            <pc:docMk/>
            <pc:sldMk cId="3897195678" sldId="397"/>
            <ac:cxnSpMk id="24" creationId="{1EA91A26-482D-4FB1-85DE-90A36EC681C9}"/>
          </ac:cxnSpMkLst>
        </pc:cxnChg>
      </pc:sldChg>
      <pc:sldChg chg="addSp delSp modSp add mod">
        <pc:chgData name="Aritra Mitra" userId="ed282abb-f77d-4912-ae2d-92fef056a80d" providerId="ADAL" clId="{63083D85-EF25-4484-A12B-BD69E5A0BB0F}" dt="2021-03-05T06:16:45.096" v="9552" actId="1076"/>
        <pc:sldMkLst>
          <pc:docMk/>
          <pc:sldMk cId="719457577" sldId="398"/>
        </pc:sldMkLst>
        <pc:spChg chg="del">
          <ac:chgData name="Aritra Mitra" userId="ed282abb-f77d-4912-ae2d-92fef056a80d" providerId="ADAL" clId="{63083D85-EF25-4484-A12B-BD69E5A0BB0F}" dt="2021-03-05T05:59:21.148" v="8870" actId="478"/>
          <ac:spMkLst>
            <pc:docMk/>
            <pc:sldMk cId="719457577" sldId="398"/>
            <ac:spMk id="14" creationId="{6A2E3FC5-757E-45D6-BAAC-A9F6CCD93AF4}"/>
          </ac:spMkLst>
        </pc:spChg>
        <pc:spChg chg="del">
          <ac:chgData name="Aritra Mitra" userId="ed282abb-f77d-4912-ae2d-92fef056a80d" providerId="ADAL" clId="{63083D85-EF25-4484-A12B-BD69E5A0BB0F}" dt="2021-03-05T05:59:17.920" v="8869" actId="478"/>
          <ac:spMkLst>
            <pc:docMk/>
            <pc:sldMk cId="719457577" sldId="398"/>
            <ac:spMk id="19" creationId="{08699248-A6AF-4BC3-8982-7B81C8A19F5C}"/>
          </ac:spMkLst>
        </pc:spChg>
        <pc:spChg chg="del">
          <ac:chgData name="Aritra Mitra" userId="ed282abb-f77d-4912-ae2d-92fef056a80d" providerId="ADAL" clId="{63083D85-EF25-4484-A12B-BD69E5A0BB0F}" dt="2021-03-05T05:59:24.385" v="8871" actId="478"/>
          <ac:spMkLst>
            <pc:docMk/>
            <pc:sldMk cId="719457577" sldId="398"/>
            <ac:spMk id="21" creationId="{9BDCF8AE-67A6-45AF-A388-30CF9826375B}"/>
          </ac:spMkLst>
        </pc:spChg>
        <pc:spChg chg="add mod">
          <ac:chgData name="Aritra Mitra" userId="ed282abb-f77d-4912-ae2d-92fef056a80d" providerId="ADAL" clId="{63083D85-EF25-4484-A12B-BD69E5A0BB0F}" dt="2021-03-05T06:00:11.231" v="8877" actId="1076"/>
          <ac:spMkLst>
            <pc:docMk/>
            <pc:sldMk cId="719457577" sldId="398"/>
            <ac:spMk id="22" creationId="{31F3F488-E6D1-49D0-932C-9D214E0CC556}"/>
          </ac:spMkLst>
        </pc:spChg>
        <pc:spChg chg="add mod">
          <ac:chgData name="Aritra Mitra" userId="ed282abb-f77d-4912-ae2d-92fef056a80d" providerId="ADAL" clId="{63083D85-EF25-4484-A12B-BD69E5A0BB0F}" dt="2021-03-05T06:00:07.284" v="8876" actId="1076"/>
          <ac:spMkLst>
            <pc:docMk/>
            <pc:sldMk cId="719457577" sldId="398"/>
            <ac:spMk id="23" creationId="{728EE9E1-C129-4355-B6E3-EA44211E4A5F}"/>
          </ac:spMkLst>
        </pc:spChg>
        <pc:spChg chg="add mod">
          <ac:chgData name="Aritra Mitra" userId="ed282abb-f77d-4912-ae2d-92fef056a80d" providerId="ADAL" clId="{63083D85-EF25-4484-A12B-BD69E5A0BB0F}" dt="2021-03-05T06:00:25.904" v="8881" actId="20577"/>
          <ac:spMkLst>
            <pc:docMk/>
            <pc:sldMk cId="719457577" sldId="398"/>
            <ac:spMk id="24" creationId="{C3ABAB83-BFFA-4AFF-9172-15EE75107555}"/>
          </ac:spMkLst>
        </pc:spChg>
        <pc:spChg chg="add mod">
          <ac:chgData name="Aritra Mitra" userId="ed282abb-f77d-4912-ae2d-92fef056a80d" providerId="ADAL" clId="{63083D85-EF25-4484-A12B-BD69E5A0BB0F}" dt="2021-03-05T06:16:45.096" v="9552" actId="1076"/>
          <ac:spMkLst>
            <pc:docMk/>
            <pc:sldMk cId="719457577" sldId="398"/>
            <ac:spMk id="25" creationId="{28E7865D-15DC-477C-93FC-CB01164F8ECB}"/>
          </ac:spMkLst>
        </pc:spChg>
      </pc:sldChg>
      <pc:sldChg chg="addSp delSp modSp add mod delAnim modAnim">
        <pc:chgData name="Aritra Mitra" userId="ed282abb-f77d-4912-ae2d-92fef056a80d" providerId="ADAL" clId="{63083D85-EF25-4484-A12B-BD69E5A0BB0F}" dt="2021-03-05T06:16:54.812" v="9553" actId="1076"/>
        <pc:sldMkLst>
          <pc:docMk/>
          <pc:sldMk cId="3050862074" sldId="399"/>
        </pc:sldMkLst>
        <pc:spChg chg="add mod">
          <ac:chgData name="Aritra Mitra" userId="ed282abb-f77d-4912-ae2d-92fef056a80d" providerId="ADAL" clId="{63083D85-EF25-4484-A12B-BD69E5A0BB0F}" dt="2021-03-05T06:03:46.659" v="8933" actId="1076"/>
          <ac:spMkLst>
            <pc:docMk/>
            <pc:sldMk cId="3050862074" sldId="399"/>
            <ac:spMk id="3" creationId="{80B65F83-ABB6-41C6-BB0D-62117DE97D9D}"/>
          </ac:spMkLst>
        </pc:spChg>
        <pc:spChg chg="add mod">
          <ac:chgData name="Aritra Mitra" userId="ed282abb-f77d-4912-ae2d-92fef056a80d" providerId="ADAL" clId="{63083D85-EF25-4484-A12B-BD69E5A0BB0F}" dt="2021-03-05T06:16:54.812" v="9553" actId="1076"/>
          <ac:spMkLst>
            <pc:docMk/>
            <pc:sldMk cId="3050862074" sldId="399"/>
            <ac:spMk id="19" creationId="{CE6F635C-DE35-44FB-B353-E946D537B9F7}"/>
          </ac:spMkLst>
        </pc:spChg>
        <pc:spChg chg="add del mod">
          <ac:chgData name="Aritra Mitra" userId="ed282abb-f77d-4912-ae2d-92fef056a80d" providerId="ADAL" clId="{63083D85-EF25-4484-A12B-BD69E5A0BB0F}" dt="2021-03-05T06:10:31.110" v="9245" actId="478"/>
          <ac:spMkLst>
            <pc:docMk/>
            <pc:sldMk cId="3050862074" sldId="399"/>
            <ac:spMk id="21" creationId="{CF7259B6-5995-4B11-BD1E-77690A8E631E}"/>
          </ac:spMkLst>
        </pc:spChg>
        <pc:spChg chg="del">
          <ac:chgData name="Aritra Mitra" userId="ed282abb-f77d-4912-ae2d-92fef056a80d" providerId="ADAL" clId="{63083D85-EF25-4484-A12B-BD69E5A0BB0F}" dt="2021-03-05T06:03:32.140" v="8932" actId="478"/>
          <ac:spMkLst>
            <pc:docMk/>
            <pc:sldMk cId="3050862074" sldId="399"/>
            <ac:spMk id="22" creationId="{31F3F488-E6D1-49D0-932C-9D214E0CC556}"/>
          </ac:spMkLst>
        </pc:spChg>
        <pc:spChg chg="del">
          <ac:chgData name="Aritra Mitra" userId="ed282abb-f77d-4912-ae2d-92fef056a80d" providerId="ADAL" clId="{63083D85-EF25-4484-A12B-BD69E5A0BB0F}" dt="2021-03-05T06:03:29.276" v="8931" actId="478"/>
          <ac:spMkLst>
            <pc:docMk/>
            <pc:sldMk cId="3050862074" sldId="399"/>
            <ac:spMk id="23" creationId="{728EE9E1-C129-4355-B6E3-EA44211E4A5F}"/>
          </ac:spMkLst>
        </pc:spChg>
        <pc:spChg chg="del">
          <ac:chgData name="Aritra Mitra" userId="ed282abb-f77d-4912-ae2d-92fef056a80d" providerId="ADAL" clId="{63083D85-EF25-4484-A12B-BD69E5A0BB0F}" dt="2021-03-05T06:03:25.967" v="8930" actId="478"/>
          <ac:spMkLst>
            <pc:docMk/>
            <pc:sldMk cId="3050862074" sldId="399"/>
            <ac:spMk id="24" creationId="{C3ABAB83-BFFA-4AFF-9172-15EE75107555}"/>
          </ac:spMkLst>
        </pc:spChg>
        <pc:spChg chg="add del mod">
          <ac:chgData name="Aritra Mitra" userId="ed282abb-f77d-4912-ae2d-92fef056a80d" providerId="ADAL" clId="{63083D85-EF25-4484-A12B-BD69E5A0BB0F}" dt="2021-03-05T06:10:51.752" v="9248" actId="21"/>
          <ac:spMkLst>
            <pc:docMk/>
            <pc:sldMk cId="3050862074" sldId="399"/>
            <ac:spMk id="25" creationId="{251DCC46-2498-47F4-8C8D-23194A2D6268}"/>
          </ac:spMkLst>
        </pc:spChg>
        <pc:spChg chg="add mod">
          <ac:chgData name="Aritra Mitra" userId="ed282abb-f77d-4912-ae2d-92fef056a80d" providerId="ADAL" clId="{63083D85-EF25-4484-A12B-BD69E5A0BB0F}" dt="2021-03-05T06:15:44.946" v="9548" actId="1076"/>
          <ac:spMkLst>
            <pc:docMk/>
            <pc:sldMk cId="3050862074" sldId="399"/>
            <ac:spMk id="26" creationId="{6CDE76BF-71B8-49D7-B0C3-E3F62408AC34}"/>
          </ac:spMkLst>
        </pc:spChg>
      </pc:sldChg>
      <pc:sldChg chg="addSp modSp new mod">
        <pc:chgData name="Aritra Mitra" userId="ed282abb-f77d-4912-ae2d-92fef056a80d" providerId="ADAL" clId="{63083D85-EF25-4484-A12B-BD69E5A0BB0F}" dt="2021-03-05T06:32:04.144" v="10089" actId="1036"/>
        <pc:sldMkLst>
          <pc:docMk/>
          <pc:sldMk cId="3383918606" sldId="400"/>
        </pc:sldMkLst>
        <pc:spChg chg="mod">
          <ac:chgData name="Aritra Mitra" userId="ed282abb-f77d-4912-ae2d-92fef056a80d" providerId="ADAL" clId="{63083D85-EF25-4484-A12B-BD69E5A0BB0F}" dt="2021-03-05T06:24:39" v="9935" actId="20577"/>
          <ac:spMkLst>
            <pc:docMk/>
            <pc:sldMk cId="3383918606" sldId="400"/>
            <ac:spMk id="2" creationId="{D1C57282-49F5-4CFA-9D70-F3F14F797AA0}"/>
          </ac:spMkLst>
        </pc:spChg>
        <pc:spChg chg="mod">
          <ac:chgData name="Aritra Mitra" userId="ed282abb-f77d-4912-ae2d-92fef056a80d" providerId="ADAL" clId="{63083D85-EF25-4484-A12B-BD69E5A0BB0F}" dt="2021-03-05T06:29:05.791" v="10053" actId="20577"/>
          <ac:spMkLst>
            <pc:docMk/>
            <pc:sldMk cId="3383918606" sldId="400"/>
            <ac:spMk id="3" creationId="{41AF28FA-AD70-4909-A1D9-B1B3472CAE45}"/>
          </ac:spMkLst>
        </pc:spChg>
        <pc:spChg chg="add mod">
          <ac:chgData name="Aritra Mitra" userId="ed282abb-f77d-4912-ae2d-92fef056a80d" providerId="ADAL" clId="{63083D85-EF25-4484-A12B-BD69E5A0BB0F}" dt="2021-03-05T06:20:27.126" v="9652" actId="14100"/>
          <ac:spMkLst>
            <pc:docMk/>
            <pc:sldMk cId="3383918606" sldId="400"/>
            <ac:spMk id="4" creationId="{B76A9D21-7981-4052-9155-E97E36FBFC3C}"/>
          </ac:spMkLst>
        </pc:spChg>
        <pc:spChg chg="add mod">
          <ac:chgData name="Aritra Mitra" userId="ed282abb-f77d-4912-ae2d-92fef056a80d" providerId="ADAL" clId="{63083D85-EF25-4484-A12B-BD69E5A0BB0F}" dt="2021-03-05T06:32:04.144" v="10089" actId="1036"/>
          <ac:spMkLst>
            <pc:docMk/>
            <pc:sldMk cId="3383918606" sldId="400"/>
            <ac:spMk id="5" creationId="{C6DC4814-4838-4B5D-81BC-3DA2A6CE1310}"/>
          </ac:spMkLst>
        </pc:spChg>
      </pc:sldChg>
      <pc:sldChg chg="modSp new mod">
        <pc:chgData name="Aritra Mitra" userId="ed282abb-f77d-4912-ae2d-92fef056a80d" providerId="ADAL" clId="{63083D85-EF25-4484-A12B-BD69E5A0BB0F}" dt="2021-03-05T06:45:51.224" v="10586" actId="20577"/>
        <pc:sldMkLst>
          <pc:docMk/>
          <pc:sldMk cId="1286337717" sldId="401"/>
        </pc:sldMkLst>
        <pc:spChg chg="mod">
          <ac:chgData name="Aritra Mitra" userId="ed282abb-f77d-4912-ae2d-92fef056a80d" providerId="ADAL" clId="{63083D85-EF25-4484-A12B-BD69E5A0BB0F}" dt="2021-03-05T06:41:04.367" v="10097" actId="20577"/>
          <ac:spMkLst>
            <pc:docMk/>
            <pc:sldMk cId="1286337717" sldId="401"/>
            <ac:spMk id="2" creationId="{84797A82-1E98-49AA-BF3C-23CFE8A91CBC}"/>
          </ac:spMkLst>
        </pc:spChg>
        <pc:spChg chg="mod">
          <ac:chgData name="Aritra Mitra" userId="ed282abb-f77d-4912-ae2d-92fef056a80d" providerId="ADAL" clId="{63083D85-EF25-4484-A12B-BD69E5A0BB0F}" dt="2021-03-05T06:45:51.224" v="10586" actId="20577"/>
          <ac:spMkLst>
            <pc:docMk/>
            <pc:sldMk cId="1286337717" sldId="401"/>
            <ac:spMk id="3" creationId="{EDDE276A-D952-4A40-914E-0BB555E16360}"/>
          </ac:spMkLst>
        </pc:spChg>
      </pc:sldChg>
      <pc:sldChg chg="addSp delSp modSp new mod">
        <pc:chgData name="Aritra Mitra" userId="ed282abb-f77d-4912-ae2d-92fef056a80d" providerId="ADAL" clId="{63083D85-EF25-4484-A12B-BD69E5A0BB0F}" dt="2021-03-05T07:43:42.932" v="11061" actId="207"/>
        <pc:sldMkLst>
          <pc:docMk/>
          <pc:sldMk cId="2017743569" sldId="402"/>
        </pc:sldMkLst>
        <pc:spChg chg="mod">
          <ac:chgData name="Aritra Mitra" userId="ed282abb-f77d-4912-ae2d-92fef056a80d" providerId="ADAL" clId="{63083D85-EF25-4484-A12B-BD69E5A0BB0F}" dt="2021-03-05T07:32:43.490" v="10727" actId="20577"/>
          <ac:spMkLst>
            <pc:docMk/>
            <pc:sldMk cId="2017743569" sldId="402"/>
            <ac:spMk id="2" creationId="{2923186B-FB07-41DA-8D4A-AB9FEDF5A36E}"/>
          </ac:spMkLst>
        </pc:spChg>
        <pc:spChg chg="del mod">
          <ac:chgData name="Aritra Mitra" userId="ed282abb-f77d-4912-ae2d-92fef056a80d" providerId="ADAL" clId="{63083D85-EF25-4484-A12B-BD69E5A0BB0F}" dt="2021-03-05T07:33:48.528" v="10742" actId="478"/>
          <ac:spMkLst>
            <pc:docMk/>
            <pc:sldMk cId="2017743569" sldId="402"/>
            <ac:spMk id="3" creationId="{DDDE8701-3AA2-4AA0-B12A-731E777C805F}"/>
          </ac:spMkLst>
        </pc:spChg>
        <pc:spChg chg="add del mod">
          <ac:chgData name="Aritra Mitra" userId="ed282abb-f77d-4912-ae2d-92fef056a80d" providerId="ADAL" clId="{63083D85-EF25-4484-A12B-BD69E5A0BB0F}" dt="2021-03-05T07:36:01.647" v="10760" actId="478"/>
          <ac:spMkLst>
            <pc:docMk/>
            <pc:sldMk cId="2017743569" sldId="402"/>
            <ac:spMk id="10" creationId="{44210423-167A-4914-8168-47DAB0909E58}"/>
          </ac:spMkLst>
        </pc:spChg>
        <pc:spChg chg="add mod">
          <ac:chgData name="Aritra Mitra" userId="ed282abb-f77d-4912-ae2d-92fef056a80d" providerId="ADAL" clId="{63083D85-EF25-4484-A12B-BD69E5A0BB0F}" dt="2021-03-05T07:36:36.248" v="10775" actId="1076"/>
          <ac:spMkLst>
            <pc:docMk/>
            <pc:sldMk cId="2017743569" sldId="402"/>
            <ac:spMk id="11" creationId="{54C9EC56-D13B-445D-8A0A-806E2CC1C029}"/>
          </ac:spMkLst>
        </pc:spChg>
        <pc:spChg chg="add mod">
          <ac:chgData name="Aritra Mitra" userId="ed282abb-f77d-4912-ae2d-92fef056a80d" providerId="ADAL" clId="{63083D85-EF25-4484-A12B-BD69E5A0BB0F}" dt="2021-03-05T07:36:49.729" v="10779" actId="20577"/>
          <ac:spMkLst>
            <pc:docMk/>
            <pc:sldMk cId="2017743569" sldId="402"/>
            <ac:spMk id="12" creationId="{1453CD96-D1E7-4F17-B51F-D891B4E46C34}"/>
          </ac:spMkLst>
        </pc:spChg>
        <pc:spChg chg="add del mod">
          <ac:chgData name="Aritra Mitra" userId="ed282abb-f77d-4912-ae2d-92fef056a80d" providerId="ADAL" clId="{63083D85-EF25-4484-A12B-BD69E5A0BB0F}" dt="2021-03-05T07:41:34.998" v="11024" actId="478"/>
          <ac:spMkLst>
            <pc:docMk/>
            <pc:sldMk cId="2017743569" sldId="402"/>
            <ac:spMk id="13" creationId="{BDA36547-8634-4B25-85C1-32D11069C2BF}"/>
          </ac:spMkLst>
        </pc:spChg>
        <pc:spChg chg="add mod">
          <ac:chgData name="Aritra Mitra" userId="ed282abb-f77d-4912-ae2d-92fef056a80d" providerId="ADAL" clId="{63083D85-EF25-4484-A12B-BD69E5A0BB0F}" dt="2021-03-05T07:42:32.002" v="11052" actId="6549"/>
          <ac:spMkLst>
            <pc:docMk/>
            <pc:sldMk cId="2017743569" sldId="402"/>
            <ac:spMk id="14" creationId="{708A88D4-DD67-41CF-8E79-A603D232B695}"/>
          </ac:spMkLst>
        </pc:spChg>
        <pc:spChg chg="add mod">
          <ac:chgData name="Aritra Mitra" userId="ed282abb-f77d-4912-ae2d-92fef056a80d" providerId="ADAL" clId="{63083D85-EF25-4484-A12B-BD69E5A0BB0F}" dt="2021-03-05T07:43:42.932" v="11061" actId="207"/>
          <ac:spMkLst>
            <pc:docMk/>
            <pc:sldMk cId="2017743569" sldId="402"/>
            <ac:spMk id="15" creationId="{2D42FA04-979A-48E3-845D-5B56960E161C}"/>
          </ac:spMkLst>
        </pc:spChg>
        <pc:picChg chg="mod">
          <ac:chgData name="Aritra Mitra" userId="ed282abb-f77d-4912-ae2d-92fef056a80d" providerId="ADAL" clId="{63083D85-EF25-4484-A12B-BD69E5A0BB0F}" dt="2021-03-05T07:34:50.815" v="10748" actId="1076"/>
          <ac:picMkLst>
            <pc:docMk/>
            <pc:sldMk cId="2017743569" sldId="402"/>
            <ac:picMk id="5" creationId="{D03E8C20-23F8-49D6-87D3-394B566A2433}"/>
          </ac:picMkLst>
        </pc:picChg>
        <pc:cxnChg chg="add mod">
          <ac:chgData name="Aritra Mitra" userId="ed282abb-f77d-4912-ae2d-92fef056a80d" providerId="ADAL" clId="{63083D85-EF25-4484-A12B-BD69E5A0BB0F}" dt="2021-03-05T07:35:08.372" v="10752" actId="1582"/>
          <ac:cxnSpMkLst>
            <pc:docMk/>
            <pc:sldMk cId="2017743569" sldId="402"/>
            <ac:cxnSpMk id="7" creationId="{8889BFCA-40CA-4365-9278-11178AD1DE66}"/>
          </ac:cxnSpMkLst>
        </pc:cxnChg>
        <pc:cxnChg chg="add mod">
          <ac:chgData name="Aritra Mitra" userId="ed282abb-f77d-4912-ae2d-92fef056a80d" providerId="ADAL" clId="{63083D85-EF25-4484-A12B-BD69E5A0BB0F}" dt="2021-03-05T07:35:19.939" v="10754" actId="1076"/>
          <ac:cxnSpMkLst>
            <pc:docMk/>
            <pc:sldMk cId="2017743569" sldId="402"/>
            <ac:cxnSpMk id="9" creationId="{BB2CB6C3-7F70-485E-AD69-3611B51E38DC}"/>
          </ac:cxnSpMkLst>
        </pc:cxnChg>
      </pc:sldChg>
      <pc:sldChg chg="addSp delSp modSp new mod delAnim modAnim">
        <pc:chgData name="Aritra Mitra" userId="ed282abb-f77d-4912-ae2d-92fef056a80d" providerId="ADAL" clId="{63083D85-EF25-4484-A12B-BD69E5A0BB0F}" dt="2021-03-05T08:03:51.860" v="12001" actId="21"/>
        <pc:sldMkLst>
          <pc:docMk/>
          <pc:sldMk cId="1759173065" sldId="403"/>
        </pc:sldMkLst>
        <pc:spChg chg="mod">
          <ac:chgData name="Aritra Mitra" userId="ed282abb-f77d-4912-ae2d-92fef056a80d" providerId="ADAL" clId="{63083D85-EF25-4484-A12B-BD69E5A0BB0F}" dt="2021-03-05T07:44:14.742" v="11096" actId="20577"/>
          <ac:spMkLst>
            <pc:docMk/>
            <pc:sldMk cId="1759173065" sldId="403"/>
            <ac:spMk id="2" creationId="{8B48FEEF-D40C-466A-8440-F64153350284}"/>
          </ac:spMkLst>
        </pc:spChg>
        <pc:spChg chg="mod">
          <ac:chgData name="Aritra Mitra" userId="ed282abb-f77d-4912-ae2d-92fef056a80d" providerId="ADAL" clId="{63083D85-EF25-4484-A12B-BD69E5A0BB0F}" dt="2021-03-05T07:46:59.917" v="11262" actId="1076"/>
          <ac:spMkLst>
            <pc:docMk/>
            <pc:sldMk cId="1759173065" sldId="403"/>
            <ac:spMk id="3" creationId="{CADA377D-3C6A-4626-86AA-BF674A22709B}"/>
          </ac:spMkLst>
        </pc:spChg>
        <pc:spChg chg="add mod">
          <ac:chgData name="Aritra Mitra" userId="ed282abb-f77d-4912-ae2d-92fef056a80d" providerId="ADAL" clId="{63083D85-EF25-4484-A12B-BD69E5A0BB0F}" dt="2021-03-05T07:49:23.338" v="11457" actId="20577"/>
          <ac:spMkLst>
            <pc:docMk/>
            <pc:sldMk cId="1759173065" sldId="403"/>
            <ac:spMk id="5" creationId="{B46F5F4B-9AED-4A34-B4CE-0BBF154E8259}"/>
          </ac:spMkLst>
        </pc:spChg>
        <pc:spChg chg="add del mod">
          <ac:chgData name="Aritra Mitra" userId="ed282abb-f77d-4912-ae2d-92fef056a80d" providerId="ADAL" clId="{63083D85-EF25-4484-A12B-BD69E5A0BB0F}" dt="2021-03-05T08:03:51.860" v="12001" actId="21"/>
          <ac:spMkLst>
            <pc:docMk/>
            <pc:sldMk cId="1759173065" sldId="403"/>
            <ac:spMk id="6" creationId="{6AF86171-C0B6-46C8-B17B-901C65397178}"/>
          </ac:spMkLst>
        </pc:spChg>
        <pc:picChg chg="add mod">
          <ac:chgData name="Aritra Mitra" userId="ed282abb-f77d-4912-ae2d-92fef056a80d" providerId="ADAL" clId="{63083D85-EF25-4484-A12B-BD69E5A0BB0F}" dt="2021-03-05T07:45:33.328" v="11181" actId="1076"/>
          <ac:picMkLst>
            <pc:docMk/>
            <pc:sldMk cId="1759173065" sldId="403"/>
            <ac:picMk id="4" creationId="{AFBAF231-3004-4F8F-8BE5-70544C61612C}"/>
          </ac:picMkLst>
        </pc:picChg>
      </pc:sldChg>
      <pc:sldChg chg="addSp delSp modSp new del mod">
        <pc:chgData name="Aritra Mitra" userId="ed282abb-f77d-4912-ae2d-92fef056a80d" providerId="ADAL" clId="{63083D85-EF25-4484-A12B-BD69E5A0BB0F}" dt="2021-03-05T07:42:54.987" v="11053" actId="47"/>
        <pc:sldMkLst>
          <pc:docMk/>
          <pc:sldMk cId="3844950909" sldId="403"/>
        </pc:sldMkLst>
        <pc:spChg chg="del">
          <ac:chgData name="Aritra Mitra" userId="ed282abb-f77d-4912-ae2d-92fef056a80d" providerId="ADAL" clId="{63083D85-EF25-4484-A12B-BD69E5A0BB0F}" dt="2021-03-05T07:38:28.176" v="10860"/>
          <ac:spMkLst>
            <pc:docMk/>
            <pc:sldMk cId="3844950909" sldId="403"/>
            <ac:spMk id="3" creationId="{51F94E2A-BA2B-4A91-83B2-437391E536C1}"/>
          </ac:spMkLst>
        </pc:spChg>
        <pc:spChg chg="add mod">
          <ac:chgData name="Aritra Mitra" userId="ed282abb-f77d-4912-ae2d-92fef056a80d" providerId="ADAL" clId="{63083D85-EF25-4484-A12B-BD69E5A0BB0F}" dt="2021-03-05T07:41:24.143" v="11023" actId="20577"/>
          <ac:spMkLst>
            <pc:docMk/>
            <pc:sldMk cId="3844950909" sldId="403"/>
            <ac:spMk id="4" creationId="{71385065-EF26-41B5-B92C-7CA9A7280CA3}"/>
          </ac:spMkLst>
        </pc:spChg>
      </pc:sldChg>
      <pc:sldChg chg="addSp delSp modSp new mod modAnim">
        <pc:chgData name="Aritra Mitra" userId="ed282abb-f77d-4912-ae2d-92fef056a80d" providerId="ADAL" clId="{63083D85-EF25-4484-A12B-BD69E5A0BB0F}" dt="2021-03-05T08:06:50.214" v="12235" actId="207"/>
        <pc:sldMkLst>
          <pc:docMk/>
          <pc:sldMk cId="242474966" sldId="404"/>
        </pc:sldMkLst>
        <pc:spChg chg="mod">
          <ac:chgData name="Aritra Mitra" userId="ed282abb-f77d-4912-ae2d-92fef056a80d" providerId="ADAL" clId="{63083D85-EF25-4484-A12B-BD69E5A0BB0F}" dt="2021-03-05T07:49:52.559" v="11489" actId="20577"/>
          <ac:spMkLst>
            <pc:docMk/>
            <pc:sldMk cId="242474966" sldId="404"/>
            <ac:spMk id="2" creationId="{36A71471-68BE-4BA3-9081-57C37A8032DB}"/>
          </ac:spMkLst>
        </pc:spChg>
        <pc:spChg chg="mod">
          <ac:chgData name="Aritra Mitra" userId="ed282abb-f77d-4912-ae2d-92fef056a80d" providerId="ADAL" clId="{63083D85-EF25-4484-A12B-BD69E5A0BB0F}" dt="2021-03-05T07:53:42.719" v="11691" actId="5793"/>
          <ac:spMkLst>
            <pc:docMk/>
            <pc:sldMk cId="242474966" sldId="404"/>
            <ac:spMk id="3" creationId="{1B8B7BC2-C24E-4073-9DCD-AEE5CC7027E0}"/>
          </ac:spMkLst>
        </pc:spChg>
        <pc:spChg chg="add mod">
          <ac:chgData name="Aritra Mitra" userId="ed282abb-f77d-4912-ae2d-92fef056a80d" providerId="ADAL" clId="{63083D85-EF25-4484-A12B-BD69E5A0BB0F}" dt="2021-03-05T07:51:33.130" v="11508" actId="1076"/>
          <ac:spMkLst>
            <pc:docMk/>
            <pc:sldMk cId="242474966" sldId="404"/>
            <ac:spMk id="4" creationId="{4AC23F57-A6FF-4AD9-9CD0-E44DC32040FB}"/>
          </ac:spMkLst>
        </pc:spChg>
        <pc:spChg chg="add mod">
          <ac:chgData name="Aritra Mitra" userId="ed282abb-f77d-4912-ae2d-92fef056a80d" providerId="ADAL" clId="{63083D85-EF25-4484-A12B-BD69E5A0BB0F}" dt="2021-03-05T07:51:33.130" v="11508" actId="1076"/>
          <ac:spMkLst>
            <pc:docMk/>
            <pc:sldMk cId="242474966" sldId="404"/>
            <ac:spMk id="5" creationId="{3F171CCB-E05A-469D-B892-D5B00229EAB0}"/>
          </ac:spMkLst>
        </pc:spChg>
        <pc:spChg chg="add mod">
          <ac:chgData name="Aritra Mitra" userId="ed282abb-f77d-4912-ae2d-92fef056a80d" providerId="ADAL" clId="{63083D85-EF25-4484-A12B-BD69E5A0BB0F}" dt="2021-03-05T08:04:45.741" v="12006" actId="164"/>
          <ac:spMkLst>
            <pc:docMk/>
            <pc:sldMk cId="242474966" sldId="404"/>
            <ac:spMk id="6" creationId="{BFB3BD1E-AB1E-424E-B21B-CD75D929A5B7}"/>
          </ac:spMkLst>
        </pc:spChg>
        <pc:spChg chg="add mod">
          <ac:chgData name="Aritra Mitra" userId="ed282abb-f77d-4912-ae2d-92fef056a80d" providerId="ADAL" clId="{63083D85-EF25-4484-A12B-BD69E5A0BB0F}" dt="2021-03-05T08:04:45.741" v="12006" actId="164"/>
          <ac:spMkLst>
            <pc:docMk/>
            <pc:sldMk cId="242474966" sldId="404"/>
            <ac:spMk id="7" creationId="{063B002D-569C-46C3-8107-E623B9BC3584}"/>
          </ac:spMkLst>
        </pc:spChg>
        <pc:spChg chg="add mod">
          <ac:chgData name="Aritra Mitra" userId="ed282abb-f77d-4912-ae2d-92fef056a80d" providerId="ADAL" clId="{63083D85-EF25-4484-A12B-BD69E5A0BB0F}" dt="2021-03-05T08:04:45.741" v="12006" actId="164"/>
          <ac:spMkLst>
            <pc:docMk/>
            <pc:sldMk cId="242474966" sldId="404"/>
            <ac:spMk id="8" creationId="{01F4D0C9-07F6-462F-842E-F2B19029B57B}"/>
          </ac:spMkLst>
        </pc:spChg>
        <pc:spChg chg="add mod">
          <ac:chgData name="Aritra Mitra" userId="ed282abb-f77d-4912-ae2d-92fef056a80d" providerId="ADAL" clId="{63083D85-EF25-4484-A12B-BD69E5A0BB0F}" dt="2021-03-05T08:04:45.741" v="12006" actId="164"/>
          <ac:spMkLst>
            <pc:docMk/>
            <pc:sldMk cId="242474966" sldId="404"/>
            <ac:spMk id="9" creationId="{A8C683B9-2BEF-4028-AA2C-F5C3AA2CA3CE}"/>
          </ac:spMkLst>
        </pc:spChg>
        <pc:spChg chg="add mod">
          <ac:chgData name="Aritra Mitra" userId="ed282abb-f77d-4912-ae2d-92fef056a80d" providerId="ADAL" clId="{63083D85-EF25-4484-A12B-BD69E5A0BB0F}" dt="2021-03-05T08:04:45.741" v="12006" actId="164"/>
          <ac:spMkLst>
            <pc:docMk/>
            <pc:sldMk cId="242474966" sldId="404"/>
            <ac:spMk id="23" creationId="{E9449E7A-0FC7-44A9-9024-6EA71FA4A232}"/>
          </ac:spMkLst>
        </pc:spChg>
        <pc:spChg chg="add mod">
          <ac:chgData name="Aritra Mitra" userId="ed282abb-f77d-4912-ae2d-92fef056a80d" providerId="ADAL" clId="{63083D85-EF25-4484-A12B-BD69E5A0BB0F}" dt="2021-03-05T08:05:08.776" v="12011" actId="1076"/>
          <ac:spMkLst>
            <pc:docMk/>
            <pc:sldMk cId="242474966" sldId="404"/>
            <ac:spMk id="28" creationId="{C29B3BBF-4C5B-4993-9E2F-6FAF4BB96487}"/>
          </ac:spMkLst>
        </pc:spChg>
        <pc:spChg chg="add del mod">
          <ac:chgData name="Aritra Mitra" userId="ed282abb-f77d-4912-ae2d-92fef056a80d" providerId="ADAL" clId="{63083D85-EF25-4484-A12B-BD69E5A0BB0F}" dt="2021-03-05T08:03:05.312" v="11998" actId="478"/>
          <ac:spMkLst>
            <pc:docMk/>
            <pc:sldMk cId="242474966" sldId="404"/>
            <ac:spMk id="29" creationId="{536601B5-5249-46AF-AF5D-CF385B8EEBE0}"/>
          </ac:spMkLst>
        </pc:spChg>
        <pc:spChg chg="add mod">
          <ac:chgData name="Aritra Mitra" userId="ed282abb-f77d-4912-ae2d-92fef056a80d" providerId="ADAL" clId="{63083D85-EF25-4484-A12B-BD69E5A0BB0F}" dt="2021-03-05T08:06:50.214" v="12235" actId="207"/>
          <ac:spMkLst>
            <pc:docMk/>
            <pc:sldMk cId="242474966" sldId="404"/>
            <ac:spMk id="30" creationId="{F77D570D-7753-47E2-9C67-23C5B0DBE688}"/>
          </ac:spMkLst>
        </pc:spChg>
        <pc:grpChg chg="add mod">
          <ac:chgData name="Aritra Mitra" userId="ed282abb-f77d-4912-ae2d-92fef056a80d" providerId="ADAL" clId="{63083D85-EF25-4484-A12B-BD69E5A0BB0F}" dt="2021-03-05T08:05:05.347" v="12010" actId="1076"/>
          <ac:grpSpMkLst>
            <pc:docMk/>
            <pc:sldMk cId="242474966" sldId="404"/>
            <ac:grpSpMk id="31" creationId="{408614D7-BED3-4A6A-A7D9-0C2AD4D19040}"/>
          </ac:grpSpMkLst>
        </pc:grpChg>
        <pc:cxnChg chg="add mod">
          <ac:chgData name="Aritra Mitra" userId="ed282abb-f77d-4912-ae2d-92fef056a80d" providerId="ADAL" clId="{63083D85-EF25-4484-A12B-BD69E5A0BB0F}" dt="2021-03-05T08:04:45.741" v="12006" actId="164"/>
          <ac:cxnSpMkLst>
            <pc:docMk/>
            <pc:sldMk cId="242474966" sldId="404"/>
            <ac:cxnSpMk id="11" creationId="{774DC49D-9141-4AAD-B03D-200FADEF636F}"/>
          </ac:cxnSpMkLst>
        </pc:cxnChg>
        <pc:cxnChg chg="add mod">
          <ac:chgData name="Aritra Mitra" userId="ed282abb-f77d-4912-ae2d-92fef056a80d" providerId="ADAL" clId="{63083D85-EF25-4484-A12B-BD69E5A0BB0F}" dt="2021-03-05T08:04:45.741" v="12006" actId="164"/>
          <ac:cxnSpMkLst>
            <pc:docMk/>
            <pc:sldMk cId="242474966" sldId="404"/>
            <ac:cxnSpMk id="19" creationId="{C03C2B03-A5F3-4A83-95E8-CA931B4A2196}"/>
          </ac:cxnSpMkLst>
        </pc:cxnChg>
        <pc:cxnChg chg="add mod">
          <ac:chgData name="Aritra Mitra" userId="ed282abb-f77d-4912-ae2d-92fef056a80d" providerId="ADAL" clId="{63083D85-EF25-4484-A12B-BD69E5A0BB0F}" dt="2021-03-05T08:04:45.741" v="12006" actId="164"/>
          <ac:cxnSpMkLst>
            <pc:docMk/>
            <pc:sldMk cId="242474966" sldId="404"/>
            <ac:cxnSpMk id="24" creationId="{8EA76FB8-B6CD-4525-9085-3B700C357D54}"/>
          </ac:cxnSpMkLst>
        </pc:cxnChg>
      </pc:sldChg>
    </pc:docChg>
  </pc:docChgLst>
  <pc:docChgLst>
    <pc:chgData name="Aritra Mitra" userId="f9603301caec50c4" providerId="LiveId" clId="{A77D28FF-3EBF-4FE7-AB51-58AE4E25FDBE}"/>
    <pc:docChg chg="custSel addSld delSld modSld modSection">
      <pc:chgData name="Aritra Mitra" userId="f9603301caec50c4" providerId="LiveId" clId="{A77D28FF-3EBF-4FE7-AB51-58AE4E25FDBE}" dt="2023-09-08T12:10:51.709" v="669" actId="20577"/>
      <pc:docMkLst>
        <pc:docMk/>
      </pc:docMkLst>
      <pc:sldChg chg="add">
        <pc:chgData name="Aritra Mitra" userId="f9603301caec50c4" providerId="LiveId" clId="{A77D28FF-3EBF-4FE7-AB51-58AE4E25FDBE}" dt="2023-09-08T00:46:24.143" v="1"/>
        <pc:sldMkLst>
          <pc:docMk/>
          <pc:sldMk cId="3224754017" sldId="316"/>
        </pc:sldMkLst>
      </pc:sldChg>
      <pc:sldChg chg="del">
        <pc:chgData name="Aritra Mitra" userId="f9603301caec50c4" providerId="LiveId" clId="{A77D28FF-3EBF-4FE7-AB51-58AE4E25FDBE}" dt="2023-09-08T00:46:17.620" v="0" actId="2696"/>
        <pc:sldMkLst>
          <pc:docMk/>
          <pc:sldMk cId="4024571885" sldId="316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2490075213" sldId="1331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4275176066" sldId="1331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2395416561" sldId="1333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3648832756" sldId="1333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291195958" sldId="1334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3840010703" sldId="1334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2644762105" sldId="1335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2896097814" sldId="1335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13779957" sldId="1336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1004640077" sldId="1336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2196201662" sldId="1337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2759221113" sldId="1337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1878964301" sldId="1338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3040651182" sldId="1338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1674003720" sldId="1340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2646259484" sldId="1340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1558858540" sldId="1341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1809007052" sldId="1341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1112795214" sldId="1342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1575295561" sldId="1342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652506649" sldId="1343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2299186363" sldId="1343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1695357014" sldId="1344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2888092832" sldId="1344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1120499996" sldId="1345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3865118618" sldId="1345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755710439" sldId="1346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2823606409" sldId="1346"/>
        </pc:sldMkLst>
      </pc:sldChg>
      <pc:sldChg chg="del">
        <pc:chgData name="Aritra Mitra" userId="f9603301caec50c4" providerId="LiveId" clId="{A77D28FF-3EBF-4FE7-AB51-58AE4E25FDBE}" dt="2023-09-08T11:58:19.130" v="665" actId="2696"/>
        <pc:sldMkLst>
          <pc:docMk/>
          <pc:sldMk cId="725973242" sldId="1347"/>
        </pc:sldMkLst>
      </pc:sldChg>
      <pc:sldChg chg="add">
        <pc:chgData name="Aritra Mitra" userId="f9603301caec50c4" providerId="LiveId" clId="{A77D28FF-3EBF-4FE7-AB51-58AE4E25FDBE}" dt="2023-09-08T11:58:48.817" v="666"/>
        <pc:sldMkLst>
          <pc:docMk/>
          <pc:sldMk cId="3463522406" sldId="1347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2232831994" sldId="1348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2861962396" sldId="1348"/>
        </pc:sldMkLst>
      </pc:sldChg>
      <pc:sldChg chg="add">
        <pc:chgData name="Aritra Mitra" userId="f9603301caec50c4" providerId="LiveId" clId="{A77D28FF-3EBF-4FE7-AB51-58AE4E25FDBE}" dt="2023-09-08T11:58:48.817" v="666"/>
        <pc:sldMkLst>
          <pc:docMk/>
          <pc:sldMk cId="1860218248" sldId="1349"/>
        </pc:sldMkLst>
      </pc:sldChg>
      <pc:sldChg chg="del">
        <pc:chgData name="Aritra Mitra" userId="f9603301caec50c4" providerId="LiveId" clId="{A77D28FF-3EBF-4FE7-AB51-58AE4E25FDBE}" dt="2023-09-08T11:58:19.130" v="665" actId="2696"/>
        <pc:sldMkLst>
          <pc:docMk/>
          <pc:sldMk cId="3649317176" sldId="1349"/>
        </pc:sldMkLst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814837746" sldId="1350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3745718275" sldId="1350"/>
        </pc:sldMkLst>
      </pc:sldChg>
      <pc:sldChg chg="modSp mod">
        <pc:chgData name="Aritra Mitra" userId="f9603301caec50c4" providerId="LiveId" clId="{A77D28FF-3EBF-4FE7-AB51-58AE4E25FDBE}" dt="2023-09-08T12:10:51.709" v="669" actId="20577"/>
        <pc:sldMkLst>
          <pc:docMk/>
          <pc:sldMk cId="2638168752" sldId="1355"/>
        </pc:sldMkLst>
        <pc:spChg chg="mod">
          <ac:chgData name="Aritra Mitra" userId="f9603301caec50c4" providerId="LiveId" clId="{A77D28FF-3EBF-4FE7-AB51-58AE4E25FDBE}" dt="2023-09-08T12:10:51.709" v="669" actId="20577"/>
          <ac:spMkLst>
            <pc:docMk/>
            <pc:sldMk cId="2638168752" sldId="1355"/>
            <ac:spMk id="3" creationId="{A3C239AF-4F7A-57C6-FA3F-C9EEE79703E7}"/>
          </ac:spMkLst>
        </pc:spChg>
      </pc:sldChg>
      <pc:sldChg chg="add">
        <pc:chgData name="Aritra Mitra" userId="f9603301caec50c4" providerId="LiveId" clId="{A77D28FF-3EBF-4FE7-AB51-58AE4E25FDBE}" dt="2023-09-08T11:58:04.776" v="664"/>
        <pc:sldMkLst>
          <pc:docMk/>
          <pc:sldMk cId="728929440" sldId="1358"/>
        </pc:sldMkLst>
      </pc:sldChg>
      <pc:sldChg chg="del">
        <pc:chgData name="Aritra Mitra" userId="f9603301caec50c4" providerId="LiveId" clId="{A77D28FF-3EBF-4FE7-AB51-58AE4E25FDBE}" dt="2023-09-08T11:57:55.752" v="663" actId="2696"/>
        <pc:sldMkLst>
          <pc:docMk/>
          <pc:sldMk cId="1842186397" sldId="1358"/>
        </pc:sldMkLst>
      </pc:sldChg>
      <pc:sldChg chg="modSp mod">
        <pc:chgData name="Aritra Mitra" userId="f9603301caec50c4" providerId="LiveId" clId="{A77D28FF-3EBF-4FE7-AB51-58AE4E25FDBE}" dt="2023-09-08T00:53:53.243" v="25" actId="20577"/>
        <pc:sldMkLst>
          <pc:docMk/>
          <pc:sldMk cId="2559906578" sldId="1361"/>
        </pc:sldMkLst>
        <pc:spChg chg="mod">
          <ac:chgData name="Aritra Mitra" userId="f9603301caec50c4" providerId="LiveId" clId="{A77D28FF-3EBF-4FE7-AB51-58AE4E25FDBE}" dt="2023-09-08T00:53:53.243" v="25" actId="20577"/>
          <ac:spMkLst>
            <pc:docMk/>
            <pc:sldMk cId="2559906578" sldId="1361"/>
            <ac:spMk id="7" creationId="{E8EC40BE-C739-4433-4646-66FCDFBDADA0}"/>
          </ac:spMkLst>
        </pc:spChg>
      </pc:sldChg>
      <pc:sldChg chg="add">
        <pc:chgData name="Aritra Mitra" userId="f9603301caec50c4" providerId="LiveId" clId="{A77D28FF-3EBF-4FE7-AB51-58AE4E25FDBE}" dt="2023-09-08T00:46:24.143" v="1"/>
        <pc:sldMkLst>
          <pc:docMk/>
          <pc:sldMk cId="783065250" sldId="1363"/>
        </pc:sldMkLst>
      </pc:sldChg>
      <pc:sldChg chg="del">
        <pc:chgData name="Aritra Mitra" userId="f9603301caec50c4" providerId="LiveId" clId="{A77D28FF-3EBF-4FE7-AB51-58AE4E25FDBE}" dt="2023-09-08T00:46:17.620" v="0" actId="2696"/>
        <pc:sldMkLst>
          <pc:docMk/>
          <pc:sldMk cId="3579472126" sldId="1363"/>
        </pc:sldMkLst>
      </pc:sldChg>
      <pc:sldChg chg="modNotesTx">
        <pc:chgData name="Aritra Mitra" userId="f9603301caec50c4" providerId="LiveId" clId="{A77D28FF-3EBF-4FE7-AB51-58AE4E25FDBE}" dt="2023-09-08T11:13:23.385" v="26" actId="6549"/>
        <pc:sldMkLst>
          <pc:docMk/>
          <pc:sldMk cId="426849965" sldId="1369"/>
        </pc:sldMkLst>
      </pc:sldChg>
      <pc:sldChg chg="modSp mod modAnim">
        <pc:chgData name="Aritra Mitra" userId="f9603301caec50c4" providerId="LiveId" clId="{A77D28FF-3EBF-4FE7-AB51-58AE4E25FDBE}" dt="2023-09-08T11:46:13.860" v="28" actId="27636"/>
        <pc:sldMkLst>
          <pc:docMk/>
          <pc:sldMk cId="3519000198" sldId="1371"/>
        </pc:sldMkLst>
        <pc:spChg chg="mod">
          <ac:chgData name="Aritra Mitra" userId="f9603301caec50c4" providerId="LiveId" clId="{A77D28FF-3EBF-4FE7-AB51-58AE4E25FDBE}" dt="2023-09-08T11:46:13.860" v="28" actId="27636"/>
          <ac:spMkLst>
            <pc:docMk/>
            <pc:sldMk cId="3519000198" sldId="1371"/>
            <ac:spMk id="21" creationId="{1E597F86-6F0E-853A-EB23-D85E085812B3}"/>
          </ac:spMkLst>
        </pc:spChg>
      </pc:sldChg>
      <pc:sldChg chg="modSp new mod modAnim">
        <pc:chgData name="Aritra Mitra" userId="f9603301caec50c4" providerId="LiveId" clId="{A77D28FF-3EBF-4FE7-AB51-58AE4E25FDBE}" dt="2023-09-08T11:55:32.751" v="662" actId="20577"/>
        <pc:sldMkLst>
          <pc:docMk/>
          <pc:sldMk cId="2690368637" sldId="1380"/>
        </pc:sldMkLst>
        <pc:spChg chg="mod">
          <ac:chgData name="Aritra Mitra" userId="f9603301caec50c4" providerId="LiveId" clId="{A77D28FF-3EBF-4FE7-AB51-58AE4E25FDBE}" dt="2023-09-08T11:47:34.304" v="121" actId="20577"/>
          <ac:spMkLst>
            <pc:docMk/>
            <pc:sldMk cId="2690368637" sldId="1380"/>
            <ac:spMk id="2" creationId="{DBFFB439-C406-366D-CB4F-D823A44AE0EA}"/>
          </ac:spMkLst>
        </pc:spChg>
        <pc:spChg chg="mod">
          <ac:chgData name="Aritra Mitra" userId="f9603301caec50c4" providerId="LiveId" clId="{A77D28FF-3EBF-4FE7-AB51-58AE4E25FDBE}" dt="2023-09-08T11:55:32.751" v="662" actId="20577"/>
          <ac:spMkLst>
            <pc:docMk/>
            <pc:sldMk cId="2690368637" sldId="1380"/>
            <ac:spMk id="3" creationId="{6760E904-D26F-4010-9641-7875651186F6}"/>
          </ac:spMkLst>
        </pc:spChg>
      </pc:sldChg>
    </pc:docChg>
  </pc:docChgLst>
  <pc:docChgLst>
    <pc:chgData name="Aritra Mitra" userId="ed282abb-f77d-4912-ae2d-92fef056a80d" providerId="ADAL" clId="{6C721308-D084-4D5B-ACA2-474D748BFA73}"/>
    <pc:docChg chg="addSld delSld modSld sldOrd modSection">
      <pc:chgData name="Aritra Mitra" userId="ed282abb-f77d-4912-ae2d-92fef056a80d" providerId="ADAL" clId="{6C721308-D084-4D5B-ACA2-474D748BFA73}" dt="2020-04-08T16:14:19.735" v="3" actId="2696"/>
      <pc:docMkLst>
        <pc:docMk/>
      </pc:docMkLst>
      <pc:sldChg chg="del">
        <pc:chgData name="Aritra Mitra" userId="ed282abb-f77d-4912-ae2d-92fef056a80d" providerId="ADAL" clId="{6C721308-D084-4D5B-ACA2-474D748BFA73}" dt="2020-04-08T16:13:26.582" v="1" actId="2696"/>
        <pc:sldMkLst>
          <pc:docMk/>
          <pc:sldMk cId="1982029374" sldId="1172"/>
        </pc:sldMkLst>
      </pc:sldChg>
      <pc:sldChg chg="ord">
        <pc:chgData name="Aritra Mitra" userId="ed282abb-f77d-4912-ae2d-92fef056a80d" providerId="ADAL" clId="{6C721308-D084-4D5B-ACA2-474D748BFA73}" dt="2020-04-08T16:13:29.462" v="2"/>
        <pc:sldMkLst>
          <pc:docMk/>
          <pc:sldMk cId="4061077140" sldId="1173"/>
        </pc:sldMkLst>
      </pc:sldChg>
      <pc:sldChg chg="del">
        <pc:chgData name="Aritra Mitra" userId="ed282abb-f77d-4912-ae2d-92fef056a80d" providerId="ADAL" clId="{6C721308-D084-4D5B-ACA2-474D748BFA73}" dt="2020-04-08T16:14:19.735" v="3" actId="2696"/>
        <pc:sldMkLst>
          <pc:docMk/>
          <pc:sldMk cId="359952211" sldId="1194"/>
        </pc:sldMkLst>
      </pc:sldChg>
      <pc:sldChg chg="add">
        <pc:chgData name="Aritra Mitra" userId="ed282abb-f77d-4912-ae2d-92fef056a80d" providerId="ADAL" clId="{6C721308-D084-4D5B-ACA2-474D748BFA73}" dt="2020-04-08T16:11:36.549" v="0"/>
        <pc:sldMkLst>
          <pc:docMk/>
          <pc:sldMk cId="1043607009" sldId="1232"/>
        </pc:sldMkLst>
      </pc:sldChg>
      <pc:sldChg chg="add">
        <pc:chgData name="Aritra Mitra" userId="ed282abb-f77d-4912-ae2d-92fef056a80d" providerId="ADAL" clId="{6C721308-D084-4D5B-ACA2-474D748BFA73}" dt="2020-04-08T16:11:36.549" v="0"/>
        <pc:sldMkLst>
          <pc:docMk/>
          <pc:sldMk cId="2684119754" sldId="1233"/>
        </pc:sldMkLst>
      </pc:sldChg>
      <pc:sldChg chg="add">
        <pc:chgData name="Aritra Mitra" userId="ed282abb-f77d-4912-ae2d-92fef056a80d" providerId="ADAL" clId="{6C721308-D084-4D5B-ACA2-474D748BFA73}" dt="2020-04-08T16:11:36.549" v="0"/>
        <pc:sldMkLst>
          <pc:docMk/>
          <pc:sldMk cId="197174769" sldId="1234"/>
        </pc:sldMkLst>
      </pc:sldChg>
    </pc:docChg>
  </pc:docChgLst>
  <pc:docChgLst>
    <pc:chgData name="Aritra Mitra" userId="ed282abb-f77d-4912-ae2d-92fef056a80d" providerId="ADAL" clId="{0E76058E-06E8-43B3-B49B-C102015B6163}"/>
    <pc:docChg chg="undo custSel addSld delSld modSld sldOrd modMainMaster modSection">
      <pc:chgData name="Aritra Mitra" userId="ed282abb-f77d-4912-ae2d-92fef056a80d" providerId="ADAL" clId="{0E76058E-06E8-43B3-B49B-C102015B6163}" dt="2020-02-05T21:08:18.394" v="9658" actId="2696"/>
      <pc:docMkLst>
        <pc:docMk/>
      </pc:docMkLst>
      <pc:sldChg chg="modSp add">
        <pc:chgData name="Aritra Mitra" userId="ed282abb-f77d-4912-ae2d-92fef056a80d" providerId="ADAL" clId="{0E76058E-06E8-43B3-B49B-C102015B6163}" dt="2020-02-05T20:21:39.908" v="8323" actId="114"/>
        <pc:sldMkLst>
          <pc:docMk/>
          <pc:sldMk cId="1767726095" sldId="259"/>
        </pc:sldMkLst>
        <pc:spChg chg="mod">
          <ac:chgData name="Aritra Mitra" userId="ed282abb-f77d-4912-ae2d-92fef056a80d" providerId="ADAL" clId="{0E76058E-06E8-43B3-B49B-C102015B6163}" dt="2020-02-03T21:23:49.767" v="3297" actId="207"/>
          <ac:spMkLst>
            <pc:docMk/>
            <pc:sldMk cId="1767726095" sldId="259"/>
            <ac:spMk id="2" creationId="{00000000-0000-0000-0000-000000000000}"/>
          </ac:spMkLst>
        </pc:spChg>
        <pc:spChg chg="mod">
          <ac:chgData name="Aritra Mitra" userId="ed282abb-f77d-4912-ae2d-92fef056a80d" providerId="ADAL" clId="{0E76058E-06E8-43B3-B49B-C102015B6163}" dt="2020-02-05T20:21:39.908" v="8323" actId="114"/>
          <ac:spMkLst>
            <pc:docMk/>
            <pc:sldMk cId="1767726095" sldId="259"/>
            <ac:spMk id="3" creationId="{00000000-0000-0000-0000-000000000000}"/>
          </ac:spMkLst>
        </pc:spChg>
      </pc:sldChg>
      <pc:sldChg chg="addSp modSp add">
        <pc:chgData name="Aritra Mitra" userId="ed282abb-f77d-4912-ae2d-92fef056a80d" providerId="ADAL" clId="{0E76058E-06E8-43B3-B49B-C102015B6163}" dt="2020-01-30T11:25:55.749" v="945" actId="571"/>
        <pc:sldMkLst>
          <pc:docMk/>
          <pc:sldMk cId="3870534410" sldId="260"/>
        </pc:sldMkLst>
        <pc:spChg chg="mod">
          <ac:chgData name="Aritra Mitra" userId="ed282abb-f77d-4912-ae2d-92fef056a80d" providerId="ADAL" clId="{0E76058E-06E8-43B3-B49B-C102015B6163}" dt="2020-01-30T11:25:46.163" v="941" actId="207"/>
          <ac:spMkLst>
            <pc:docMk/>
            <pc:sldMk cId="3870534410" sldId="260"/>
            <ac:spMk id="3" creationId="{00000000-0000-0000-0000-000000000000}"/>
          </ac:spMkLst>
        </pc:spChg>
        <pc:spChg chg="add mod">
          <ac:chgData name="Aritra Mitra" userId="ed282abb-f77d-4912-ae2d-92fef056a80d" providerId="ADAL" clId="{0E76058E-06E8-43B3-B49B-C102015B6163}" dt="2020-01-30T11:25:52.686" v="943" actId="571"/>
          <ac:spMkLst>
            <pc:docMk/>
            <pc:sldMk cId="3870534410" sldId="260"/>
            <ac:spMk id="7" creationId="{4F3DF67F-1D18-4383-8D47-38ED3CCA6354}"/>
          </ac:spMkLst>
        </pc:spChg>
        <pc:spChg chg="add mod">
          <ac:chgData name="Aritra Mitra" userId="ed282abb-f77d-4912-ae2d-92fef056a80d" providerId="ADAL" clId="{0E76058E-06E8-43B3-B49B-C102015B6163}" dt="2020-01-30T11:25:55.749" v="945" actId="571"/>
          <ac:spMkLst>
            <pc:docMk/>
            <pc:sldMk cId="3870534410" sldId="260"/>
            <ac:spMk id="8" creationId="{8DEEB1F0-0910-4A34-B7BA-C1B3998CCE98}"/>
          </ac:spMkLst>
        </pc:spChg>
      </pc:sldChg>
      <pc:sldChg chg="add">
        <pc:chgData name="Aritra Mitra" userId="ed282abb-f77d-4912-ae2d-92fef056a80d" providerId="ADAL" clId="{0E76058E-06E8-43B3-B49B-C102015B6163}" dt="2020-01-30T10:58:57.315" v="839"/>
        <pc:sldMkLst>
          <pc:docMk/>
          <pc:sldMk cId="496460101" sldId="261"/>
        </pc:sldMkLst>
      </pc:sldChg>
      <pc:sldChg chg="modSp add">
        <pc:chgData name="Aritra Mitra" userId="ed282abb-f77d-4912-ae2d-92fef056a80d" providerId="ADAL" clId="{0E76058E-06E8-43B3-B49B-C102015B6163}" dt="2020-02-03T12:14:15.343" v="1950" actId="207"/>
        <pc:sldMkLst>
          <pc:docMk/>
          <pc:sldMk cId="4291235062" sldId="268"/>
        </pc:sldMkLst>
        <pc:spChg chg="mod">
          <ac:chgData name="Aritra Mitra" userId="ed282abb-f77d-4912-ae2d-92fef056a80d" providerId="ADAL" clId="{0E76058E-06E8-43B3-B49B-C102015B6163}" dt="2020-02-03T12:14:15.343" v="1950" actId="207"/>
          <ac:spMkLst>
            <pc:docMk/>
            <pc:sldMk cId="4291235062" sldId="268"/>
            <ac:spMk id="3" creationId="{00000000-0000-0000-0000-000000000000}"/>
          </ac:spMkLst>
        </pc:spChg>
      </pc:sldChg>
      <pc:sldChg chg="add">
        <pc:chgData name="Aritra Mitra" userId="ed282abb-f77d-4912-ae2d-92fef056a80d" providerId="ADAL" clId="{0E76058E-06E8-43B3-B49B-C102015B6163}" dt="2020-02-05T20:28:04.847" v="8329"/>
        <pc:sldMkLst>
          <pc:docMk/>
          <pc:sldMk cId="1870163524" sldId="270"/>
        </pc:sldMkLst>
      </pc:sldChg>
      <pc:sldChg chg="modSp add del">
        <pc:chgData name="Aritra Mitra" userId="ed282abb-f77d-4912-ae2d-92fef056a80d" providerId="ADAL" clId="{0E76058E-06E8-43B3-B49B-C102015B6163}" dt="2020-02-05T20:27:51.098" v="8328" actId="2696"/>
        <pc:sldMkLst>
          <pc:docMk/>
          <pc:sldMk cId="3457352380" sldId="270"/>
        </pc:sldMkLst>
        <pc:spChg chg="mod">
          <ac:chgData name="Aritra Mitra" userId="ed282abb-f77d-4912-ae2d-92fef056a80d" providerId="ADAL" clId="{0E76058E-06E8-43B3-B49B-C102015B6163}" dt="2020-01-30T11:02:06.927" v="917" actId="20577"/>
          <ac:spMkLst>
            <pc:docMk/>
            <pc:sldMk cId="3457352380" sldId="270"/>
            <ac:spMk id="3" creationId="{00000000-0000-0000-0000-000000000000}"/>
          </ac:spMkLst>
        </pc:spChg>
      </pc:sldChg>
      <pc:sldChg chg="add">
        <pc:chgData name="Aritra Mitra" userId="ed282abb-f77d-4912-ae2d-92fef056a80d" providerId="ADAL" clId="{0E76058E-06E8-43B3-B49B-C102015B6163}" dt="2020-02-05T20:28:04.847" v="8329"/>
        <pc:sldMkLst>
          <pc:docMk/>
          <pc:sldMk cId="722269231" sldId="271"/>
        </pc:sldMkLst>
      </pc:sldChg>
      <pc:sldChg chg="modSp add del">
        <pc:chgData name="Aritra Mitra" userId="ed282abb-f77d-4912-ae2d-92fef056a80d" providerId="ADAL" clId="{0E76058E-06E8-43B3-B49B-C102015B6163}" dt="2020-02-05T20:27:50.912" v="8327" actId="2696"/>
        <pc:sldMkLst>
          <pc:docMk/>
          <pc:sldMk cId="1796961268" sldId="271"/>
        </pc:sldMkLst>
        <pc:spChg chg="mod">
          <ac:chgData name="Aritra Mitra" userId="ed282abb-f77d-4912-ae2d-92fef056a80d" providerId="ADAL" clId="{0E76058E-06E8-43B3-B49B-C102015B6163}" dt="2020-02-03T19:09:18.052" v="3144" actId="207"/>
          <ac:spMkLst>
            <pc:docMk/>
            <pc:sldMk cId="1796961268" sldId="271"/>
            <ac:spMk id="3" creationId="{00000000-0000-0000-0000-000000000000}"/>
          </ac:spMkLst>
        </pc:spChg>
      </pc:sldChg>
      <pc:sldChg chg="add">
        <pc:chgData name="Aritra Mitra" userId="ed282abb-f77d-4912-ae2d-92fef056a80d" providerId="ADAL" clId="{0E76058E-06E8-43B3-B49B-C102015B6163}" dt="2020-02-05T20:28:04.847" v="8329"/>
        <pc:sldMkLst>
          <pc:docMk/>
          <pc:sldMk cId="1915846350" sldId="272"/>
        </pc:sldMkLst>
      </pc:sldChg>
      <pc:sldChg chg="add del">
        <pc:chgData name="Aritra Mitra" userId="ed282abb-f77d-4912-ae2d-92fef056a80d" providerId="ADAL" clId="{0E76058E-06E8-43B3-B49B-C102015B6163}" dt="2020-02-05T20:27:50.908" v="8326" actId="2696"/>
        <pc:sldMkLst>
          <pc:docMk/>
          <pc:sldMk cId="3843884947" sldId="272"/>
        </pc:sldMkLst>
      </pc:sldChg>
      <pc:sldChg chg="add del">
        <pc:chgData name="Aritra Mitra" userId="ed282abb-f77d-4912-ae2d-92fef056a80d" providerId="ADAL" clId="{0E76058E-06E8-43B3-B49B-C102015B6163}" dt="2020-02-05T20:27:50.767" v="8325" actId="2696"/>
        <pc:sldMkLst>
          <pc:docMk/>
          <pc:sldMk cId="1527749244" sldId="273"/>
        </pc:sldMkLst>
      </pc:sldChg>
      <pc:sldChg chg="add">
        <pc:chgData name="Aritra Mitra" userId="ed282abb-f77d-4912-ae2d-92fef056a80d" providerId="ADAL" clId="{0E76058E-06E8-43B3-B49B-C102015B6163}" dt="2020-02-05T20:28:04.847" v="8329"/>
        <pc:sldMkLst>
          <pc:docMk/>
          <pc:sldMk cId="3751982331" sldId="273"/>
        </pc:sldMkLst>
      </pc:sldChg>
      <pc:sldChg chg="addSp delSp modSp add del modAnim">
        <pc:chgData name="Aritra Mitra" userId="ed282abb-f77d-4912-ae2d-92fef056a80d" providerId="ADAL" clId="{0E76058E-06E8-43B3-B49B-C102015B6163}" dt="2020-02-05T20:27:50.641" v="8324" actId="2696"/>
        <pc:sldMkLst>
          <pc:docMk/>
          <pc:sldMk cId="541868668" sldId="274"/>
        </pc:sldMkLst>
        <pc:spChg chg="del">
          <ac:chgData name="Aritra Mitra" userId="ed282abb-f77d-4912-ae2d-92fef056a80d" providerId="ADAL" clId="{0E76058E-06E8-43B3-B49B-C102015B6163}" dt="2020-02-03T18:36:20.989" v="2448" actId="478"/>
          <ac:spMkLst>
            <pc:docMk/>
            <pc:sldMk cId="541868668" sldId="274"/>
            <ac:spMk id="3" creationId="{00000000-0000-0000-0000-000000000000}"/>
          </ac:spMkLst>
        </pc:spChg>
        <pc:spChg chg="add mod">
          <ac:chgData name="Aritra Mitra" userId="ed282abb-f77d-4912-ae2d-92fef056a80d" providerId="ADAL" clId="{0E76058E-06E8-43B3-B49B-C102015B6163}" dt="2020-02-03T18:48:04.156" v="2645" actId="1076"/>
          <ac:spMkLst>
            <pc:docMk/>
            <pc:sldMk cId="541868668" sldId="274"/>
            <ac:spMk id="6" creationId="{C5378B92-6A70-4E5C-BC8B-C1B726FFFE13}"/>
          </ac:spMkLst>
        </pc:spChg>
        <pc:spChg chg="del">
          <ac:chgData name="Aritra Mitra" userId="ed282abb-f77d-4912-ae2d-92fef056a80d" providerId="ADAL" clId="{0E76058E-06E8-43B3-B49B-C102015B6163}" dt="2020-02-03T18:34:37.239" v="2442" actId="478"/>
          <ac:spMkLst>
            <pc:docMk/>
            <pc:sldMk cId="541868668" sldId="274"/>
            <ac:spMk id="9" creationId="{00000000-0000-0000-0000-000000000000}"/>
          </ac:spMkLst>
        </pc:spChg>
        <pc:spChg chg="add mod ord">
          <ac:chgData name="Aritra Mitra" userId="ed282abb-f77d-4912-ae2d-92fef056a80d" providerId="ADAL" clId="{0E76058E-06E8-43B3-B49B-C102015B6163}" dt="2020-02-03T18:36:37.167" v="2453" actId="14100"/>
          <ac:spMkLst>
            <pc:docMk/>
            <pc:sldMk cId="541868668" sldId="274"/>
            <ac:spMk id="10" creationId="{123E39FD-129C-48C0-A7B4-C123B3CECB68}"/>
          </ac:spMkLst>
        </pc:spChg>
        <pc:spChg chg="add del mod">
          <ac:chgData name="Aritra Mitra" userId="ed282abb-f77d-4912-ae2d-92fef056a80d" providerId="ADAL" clId="{0E76058E-06E8-43B3-B49B-C102015B6163}" dt="2020-02-03T18:42:44.039" v="2503" actId="478"/>
          <ac:spMkLst>
            <pc:docMk/>
            <pc:sldMk cId="541868668" sldId="274"/>
            <ac:spMk id="11" creationId="{F93C84FB-EA62-41EB-BF4D-C3E1E3BA3712}"/>
          </ac:spMkLst>
        </pc:spChg>
        <pc:spChg chg="add mod">
          <ac:chgData name="Aritra Mitra" userId="ed282abb-f77d-4912-ae2d-92fef056a80d" providerId="ADAL" clId="{0E76058E-06E8-43B3-B49B-C102015B6163}" dt="2020-02-03T18:46:11.292" v="2600" actId="1076"/>
          <ac:spMkLst>
            <pc:docMk/>
            <pc:sldMk cId="541868668" sldId="274"/>
            <ac:spMk id="12" creationId="{E2CEE425-CA79-468E-AD47-B8BFDCD5F06B}"/>
          </ac:spMkLst>
        </pc:spChg>
        <pc:spChg chg="add mod ord">
          <ac:chgData name="Aritra Mitra" userId="ed282abb-f77d-4912-ae2d-92fef056a80d" providerId="ADAL" clId="{0E76058E-06E8-43B3-B49B-C102015B6163}" dt="2020-02-03T18:47:50.606" v="2643" actId="14100"/>
          <ac:spMkLst>
            <pc:docMk/>
            <pc:sldMk cId="541868668" sldId="274"/>
            <ac:spMk id="16" creationId="{292153DC-0F96-4E47-86E9-E25A9C1BB19C}"/>
          </ac:spMkLst>
        </pc:spChg>
        <pc:spChg chg="add mod">
          <ac:chgData name="Aritra Mitra" userId="ed282abb-f77d-4912-ae2d-92fef056a80d" providerId="ADAL" clId="{0E76058E-06E8-43B3-B49B-C102015B6163}" dt="2020-02-03T18:49:37.327" v="2734" actId="1076"/>
          <ac:spMkLst>
            <pc:docMk/>
            <pc:sldMk cId="541868668" sldId="274"/>
            <ac:spMk id="17" creationId="{EF5C2432-4D7C-41C0-A557-31E5ACAF44A5}"/>
          </ac:spMkLst>
        </pc:spChg>
        <pc:picChg chg="mod">
          <ac:chgData name="Aritra Mitra" userId="ed282abb-f77d-4912-ae2d-92fef056a80d" providerId="ADAL" clId="{0E76058E-06E8-43B3-B49B-C102015B6163}" dt="2020-02-03T18:46:17.293" v="2604" actId="1037"/>
          <ac:picMkLst>
            <pc:docMk/>
            <pc:sldMk cId="541868668" sldId="274"/>
            <ac:picMk id="5" creationId="{00000000-0000-0000-0000-000000000000}"/>
          </ac:picMkLst>
        </pc:picChg>
        <pc:picChg chg="add mod">
          <ac:chgData name="Aritra Mitra" userId="ed282abb-f77d-4912-ae2d-92fef056a80d" providerId="ADAL" clId="{0E76058E-06E8-43B3-B49B-C102015B6163}" dt="2020-02-03T18:46:34.688" v="2617" actId="1038"/>
          <ac:picMkLst>
            <pc:docMk/>
            <pc:sldMk cId="541868668" sldId="274"/>
            <ac:picMk id="13" creationId="{698F06F0-501E-42CA-970E-CE94FD440288}"/>
          </ac:picMkLst>
        </pc:picChg>
        <pc:picChg chg="add mod">
          <ac:chgData name="Aritra Mitra" userId="ed282abb-f77d-4912-ae2d-92fef056a80d" providerId="ADAL" clId="{0E76058E-06E8-43B3-B49B-C102015B6163}" dt="2020-02-03T18:46:50.044" v="2623" actId="1038"/>
          <ac:picMkLst>
            <pc:docMk/>
            <pc:sldMk cId="541868668" sldId="274"/>
            <ac:picMk id="14" creationId="{430CC389-F377-465D-AA0D-D9B1E0307995}"/>
          </ac:picMkLst>
        </pc:picChg>
        <pc:picChg chg="add mod">
          <ac:chgData name="Aritra Mitra" userId="ed282abb-f77d-4912-ae2d-92fef056a80d" providerId="ADAL" clId="{0E76058E-06E8-43B3-B49B-C102015B6163}" dt="2020-02-03T18:47:22.330" v="2637" actId="1038"/>
          <ac:picMkLst>
            <pc:docMk/>
            <pc:sldMk cId="541868668" sldId="274"/>
            <ac:picMk id="15" creationId="{2BD5EFA9-C227-4D20-9EEF-43A5F3AAF61C}"/>
          </ac:picMkLst>
        </pc:picChg>
      </pc:sldChg>
      <pc:sldChg chg="add">
        <pc:chgData name="Aritra Mitra" userId="ed282abb-f77d-4912-ae2d-92fef056a80d" providerId="ADAL" clId="{0E76058E-06E8-43B3-B49B-C102015B6163}" dt="2020-02-05T20:28:04.847" v="8329"/>
        <pc:sldMkLst>
          <pc:docMk/>
          <pc:sldMk cId="2140659264" sldId="274"/>
        </pc:sldMkLst>
      </pc:sldChg>
      <pc:sldChg chg="del">
        <pc:chgData name="Aritra Mitra" userId="ed282abb-f77d-4912-ae2d-92fef056a80d" providerId="ADAL" clId="{0E76058E-06E8-43B3-B49B-C102015B6163}" dt="2020-02-02T19:28:57.162" v="1130" actId="2696"/>
        <pc:sldMkLst>
          <pc:docMk/>
          <pc:sldMk cId="192811409" sldId="275"/>
        </pc:sldMkLst>
      </pc:sldChg>
      <pc:sldChg chg="add">
        <pc:chgData name="Aritra Mitra" userId="ed282abb-f77d-4912-ae2d-92fef056a80d" providerId="ADAL" clId="{0E76058E-06E8-43B3-B49B-C102015B6163}" dt="2020-02-02T19:29:07.685" v="1131"/>
        <pc:sldMkLst>
          <pc:docMk/>
          <pc:sldMk cId="3627143078" sldId="275"/>
        </pc:sldMkLst>
      </pc:sldChg>
      <pc:sldChg chg="add del">
        <pc:chgData name="Aritra Mitra" userId="ed282abb-f77d-4912-ae2d-92fef056a80d" providerId="ADAL" clId="{0E76058E-06E8-43B3-B49B-C102015B6163}" dt="2020-02-03T18:50:01.921" v="2736" actId="2696"/>
        <pc:sldMkLst>
          <pc:docMk/>
          <pc:sldMk cId="4215240902" sldId="277"/>
        </pc:sldMkLst>
      </pc:sldChg>
      <pc:sldChg chg="del">
        <pc:chgData name="Aritra Mitra" userId="ed282abb-f77d-4912-ae2d-92fef056a80d" providerId="ADAL" clId="{0E76058E-06E8-43B3-B49B-C102015B6163}" dt="2020-02-02T18:56:31.043" v="961" actId="2696"/>
        <pc:sldMkLst>
          <pc:docMk/>
          <pc:sldMk cId="575572306" sldId="281"/>
        </pc:sldMkLst>
      </pc:sldChg>
      <pc:sldChg chg="modSp">
        <pc:chgData name="Aritra Mitra" userId="ed282abb-f77d-4912-ae2d-92fef056a80d" providerId="ADAL" clId="{0E76058E-06E8-43B3-B49B-C102015B6163}" dt="2020-01-30T09:39:32.973" v="48" actId="20577"/>
        <pc:sldMkLst>
          <pc:docMk/>
          <pc:sldMk cId="3695319144" sldId="301"/>
        </pc:sldMkLst>
        <pc:spChg chg="mod">
          <ac:chgData name="Aritra Mitra" userId="ed282abb-f77d-4912-ae2d-92fef056a80d" providerId="ADAL" clId="{0E76058E-06E8-43B3-B49B-C102015B6163}" dt="2020-01-30T09:34:41.880" v="0"/>
          <ac:spMkLst>
            <pc:docMk/>
            <pc:sldMk cId="3695319144" sldId="301"/>
            <ac:spMk id="2" creationId="{00000000-0000-0000-0000-000000000000}"/>
          </ac:spMkLst>
        </pc:spChg>
        <pc:spChg chg="mod">
          <ac:chgData name="Aritra Mitra" userId="ed282abb-f77d-4912-ae2d-92fef056a80d" providerId="ADAL" clId="{0E76058E-06E8-43B3-B49B-C102015B6163}" dt="2020-01-30T09:39:32.973" v="48" actId="20577"/>
          <ac:spMkLst>
            <pc:docMk/>
            <pc:sldMk cId="3695319144" sldId="301"/>
            <ac:spMk id="3" creationId="{00000000-0000-0000-0000-000000000000}"/>
          </ac:spMkLst>
        </pc:spChg>
      </pc:sldChg>
      <pc:sldChg chg="modSp add del">
        <pc:chgData name="Aritra Mitra" userId="ed282abb-f77d-4912-ae2d-92fef056a80d" providerId="ADAL" clId="{0E76058E-06E8-43B3-B49B-C102015B6163}" dt="2020-02-02T23:19:43.810" v="1712" actId="2696"/>
        <pc:sldMkLst>
          <pc:docMk/>
          <pc:sldMk cId="1298773199" sldId="302"/>
        </pc:sldMkLst>
        <pc:spChg chg="mod">
          <ac:chgData name="Aritra Mitra" userId="ed282abb-f77d-4912-ae2d-92fef056a80d" providerId="ADAL" clId="{0E76058E-06E8-43B3-B49B-C102015B6163}" dt="2020-02-02T21:31:06.005" v="1475" actId="207"/>
          <ac:spMkLst>
            <pc:docMk/>
            <pc:sldMk cId="1298773199" sldId="302"/>
            <ac:spMk id="3" creationId="{00000000-0000-0000-0000-000000000000}"/>
          </ac:spMkLst>
        </pc:spChg>
      </pc:sldChg>
      <pc:sldChg chg="modSp add">
        <pc:chgData name="Aritra Mitra" userId="ed282abb-f77d-4912-ae2d-92fef056a80d" providerId="ADAL" clId="{0E76058E-06E8-43B3-B49B-C102015B6163}" dt="2020-02-03T19:06:23.677" v="3098" actId="14100"/>
        <pc:sldMkLst>
          <pc:docMk/>
          <pc:sldMk cId="4165590146" sldId="303"/>
        </pc:sldMkLst>
        <pc:spChg chg="mod">
          <ac:chgData name="Aritra Mitra" userId="ed282abb-f77d-4912-ae2d-92fef056a80d" providerId="ADAL" clId="{0E76058E-06E8-43B3-B49B-C102015B6163}" dt="2020-02-02T23:21:34.258" v="1746" actId="113"/>
          <ac:spMkLst>
            <pc:docMk/>
            <pc:sldMk cId="4165590146" sldId="303"/>
            <ac:spMk id="4" creationId="{00000000-0000-0000-0000-000000000000}"/>
          </ac:spMkLst>
        </pc:spChg>
        <pc:spChg chg="mod">
          <ac:chgData name="Aritra Mitra" userId="ed282abb-f77d-4912-ae2d-92fef056a80d" providerId="ADAL" clId="{0E76058E-06E8-43B3-B49B-C102015B6163}" dt="2020-02-03T19:06:23.677" v="3098" actId="14100"/>
          <ac:spMkLst>
            <pc:docMk/>
            <pc:sldMk cId="4165590146" sldId="303"/>
            <ac:spMk id="6" creationId="{00000000-0000-0000-0000-000000000000}"/>
          </ac:spMkLst>
        </pc:spChg>
      </pc:sldChg>
      <pc:sldChg chg="add">
        <pc:chgData name="Aritra Mitra" userId="ed282abb-f77d-4912-ae2d-92fef056a80d" providerId="ADAL" clId="{0E76058E-06E8-43B3-B49B-C102015B6163}" dt="2020-01-30T10:08:17.636" v="640"/>
        <pc:sldMkLst>
          <pc:docMk/>
          <pc:sldMk cId="3211926841" sldId="304"/>
        </pc:sldMkLst>
      </pc:sldChg>
      <pc:sldChg chg="modSp add">
        <pc:chgData name="Aritra Mitra" userId="ed282abb-f77d-4912-ae2d-92fef056a80d" providerId="ADAL" clId="{0E76058E-06E8-43B3-B49B-C102015B6163}" dt="2020-02-03T00:43:03.698" v="1948" actId="20577"/>
        <pc:sldMkLst>
          <pc:docMk/>
          <pc:sldMk cId="4107094815" sldId="305"/>
        </pc:sldMkLst>
        <pc:spChg chg="mod">
          <ac:chgData name="Aritra Mitra" userId="ed282abb-f77d-4912-ae2d-92fef056a80d" providerId="ADAL" clId="{0E76058E-06E8-43B3-B49B-C102015B6163}" dt="2020-02-03T00:43:03.698" v="1948" actId="20577"/>
          <ac:spMkLst>
            <pc:docMk/>
            <pc:sldMk cId="4107094815" sldId="305"/>
            <ac:spMk id="3" creationId="{00000000-0000-0000-0000-000000000000}"/>
          </ac:spMkLst>
        </pc:spChg>
      </pc:sldChg>
      <pc:sldChg chg="modSp add">
        <pc:chgData name="Aritra Mitra" userId="ed282abb-f77d-4912-ae2d-92fef056a80d" providerId="ADAL" clId="{0E76058E-06E8-43B3-B49B-C102015B6163}" dt="2020-01-30T11:22:12.290" v="936" actId="207"/>
        <pc:sldMkLst>
          <pc:docMk/>
          <pc:sldMk cId="2821733056" sldId="306"/>
        </pc:sldMkLst>
        <pc:spChg chg="mod">
          <ac:chgData name="Aritra Mitra" userId="ed282abb-f77d-4912-ae2d-92fef056a80d" providerId="ADAL" clId="{0E76058E-06E8-43B3-B49B-C102015B6163}" dt="2020-01-30T11:22:12.290" v="936" actId="207"/>
          <ac:spMkLst>
            <pc:docMk/>
            <pc:sldMk cId="2821733056" sldId="306"/>
            <ac:spMk id="4" creationId="{00000000-0000-0000-0000-000000000000}"/>
          </ac:spMkLst>
        </pc:spChg>
      </pc:sldChg>
      <pc:sldChg chg="add del">
        <pc:chgData name="Aritra Mitra" userId="ed282abb-f77d-4912-ae2d-92fef056a80d" providerId="ADAL" clId="{0E76058E-06E8-43B3-B49B-C102015B6163}" dt="2020-01-30T11:22:54.597" v="937" actId="2696"/>
        <pc:sldMkLst>
          <pc:docMk/>
          <pc:sldMk cId="1430472472" sldId="308"/>
        </pc:sldMkLst>
      </pc:sldChg>
      <pc:sldChg chg="addSp modSp add">
        <pc:chgData name="Aritra Mitra" userId="ed282abb-f77d-4912-ae2d-92fef056a80d" providerId="ADAL" clId="{0E76058E-06E8-43B3-B49B-C102015B6163}" dt="2020-02-03T19:08:40.023" v="3142" actId="1036"/>
        <pc:sldMkLst>
          <pc:docMk/>
          <pc:sldMk cId="2350605484" sldId="309"/>
        </pc:sldMkLst>
        <pc:spChg chg="mod">
          <ac:chgData name="Aritra Mitra" userId="ed282abb-f77d-4912-ae2d-92fef056a80d" providerId="ADAL" clId="{0E76058E-06E8-43B3-B49B-C102015B6163}" dt="2020-02-03T19:08:06.429" v="3120" actId="113"/>
          <ac:spMkLst>
            <pc:docMk/>
            <pc:sldMk cId="2350605484" sldId="309"/>
            <ac:spMk id="3" creationId="{00000000-0000-0000-0000-000000000000}"/>
          </ac:spMkLst>
        </pc:spChg>
        <pc:spChg chg="add mod ord">
          <ac:chgData name="Aritra Mitra" userId="ed282abb-f77d-4912-ae2d-92fef056a80d" providerId="ADAL" clId="{0E76058E-06E8-43B3-B49B-C102015B6163}" dt="2020-02-03T19:07:32.451" v="3104" actId="167"/>
          <ac:spMkLst>
            <pc:docMk/>
            <pc:sldMk cId="2350605484" sldId="309"/>
            <ac:spMk id="20" creationId="{4FDC2C43-BB52-414B-9E01-9BBA7DBF45D3}"/>
          </ac:spMkLst>
        </pc:spChg>
        <pc:picChg chg="mod">
          <ac:chgData name="Aritra Mitra" userId="ed282abb-f77d-4912-ae2d-92fef056a80d" providerId="ADAL" clId="{0E76058E-06E8-43B3-B49B-C102015B6163}" dt="2020-02-03T19:08:40.023" v="3142" actId="1036"/>
          <ac:picMkLst>
            <pc:docMk/>
            <pc:sldMk cId="2350605484" sldId="309"/>
            <ac:picMk id="8" creationId="{00000000-0000-0000-0000-000000000000}"/>
          </ac:picMkLst>
        </pc:picChg>
        <pc:picChg chg="mod">
          <ac:chgData name="Aritra Mitra" userId="ed282abb-f77d-4912-ae2d-92fef056a80d" providerId="ADAL" clId="{0E76058E-06E8-43B3-B49B-C102015B6163}" dt="2020-02-03T19:07:56.355" v="3119" actId="1035"/>
          <ac:picMkLst>
            <pc:docMk/>
            <pc:sldMk cId="2350605484" sldId="309"/>
            <ac:picMk id="15" creationId="{00000000-0000-0000-0000-000000000000}"/>
          </ac:picMkLst>
        </pc:picChg>
        <pc:picChg chg="mod">
          <ac:chgData name="Aritra Mitra" userId="ed282abb-f77d-4912-ae2d-92fef056a80d" providerId="ADAL" clId="{0E76058E-06E8-43B3-B49B-C102015B6163}" dt="2020-02-03T19:07:40.750" v="3105" actId="1076"/>
          <ac:picMkLst>
            <pc:docMk/>
            <pc:sldMk cId="2350605484" sldId="309"/>
            <ac:picMk id="16" creationId="{00000000-0000-0000-0000-000000000000}"/>
          </ac:picMkLst>
        </pc:picChg>
      </pc:sldChg>
      <pc:sldChg chg="modSp add">
        <pc:chgData name="Aritra Mitra" userId="ed282abb-f77d-4912-ae2d-92fef056a80d" providerId="ADAL" clId="{0E76058E-06E8-43B3-B49B-C102015B6163}" dt="2020-02-02T23:49:44.114" v="1878" actId="207"/>
        <pc:sldMkLst>
          <pc:docMk/>
          <pc:sldMk cId="100787666" sldId="310"/>
        </pc:sldMkLst>
        <pc:spChg chg="mod">
          <ac:chgData name="Aritra Mitra" userId="ed282abb-f77d-4912-ae2d-92fef056a80d" providerId="ADAL" clId="{0E76058E-06E8-43B3-B49B-C102015B6163}" dt="2020-02-02T23:49:44.114" v="1878" actId="207"/>
          <ac:spMkLst>
            <pc:docMk/>
            <pc:sldMk cId="100787666" sldId="310"/>
            <ac:spMk id="3" creationId="{00000000-0000-0000-0000-000000000000}"/>
          </ac:spMkLst>
        </pc:spChg>
      </pc:sldChg>
      <pc:sldChg chg="add del">
        <pc:chgData name="Aritra Mitra" userId="ed282abb-f77d-4912-ae2d-92fef056a80d" providerId="ADAL" clId="{0E76058E-06E8-43B3-B49B-C102015B6163}" dt="2020-02-02T23:48:57.583" v="1856" actId="2696"/>
        <pc:sldMkLst>
          <pc:docMk/>
          <pc:sldMk cId="151423681" sldId="311"/>
        </pc:sldMkLst>
      </pc:sldChg>
      <pc:sldChg chg="add">
        <pc:chgData name="Aritra Mitra" userId="ed282abb-f77d-4912-ae2d-92fef056a80d" providerId="ADAL" clId="{0E76058E-06E8-43B3-B49B-C102015B6163}" dt="2020-01-30T10:08:17.636" v="640"/>
        <pc:sldMkLst>
          <pc:docMk/>
          <pc:sldMk cId="1658642629" sldId="313"/>
        </pc:sldMkLst>
      </pc:sldChg>
      <pc:sldChg chg="add">
        <pc:chgData name="Aritra Mitra" userId="ed282abb-f77d-4912-ae2d-92fef056a80d" providerId="ADAL" clId="{0E76058E-06E8-43B3-B49B-C102015B6163}" dt="2020-01-30T10:08:17.636" v="640"/>
        <pc:sldMkLst>
          <pc:docMk/>
          <pc:sldMk cId="3015861264" sldId="314"/>
        </pc:sldMkLst>
      </pc:sldChg>
      <pc:sldChg chg="add">
        <pc:chgData name="Aritra Mitra" userId="ed282abb-f77d-4912-ae2d-92fef056a80d" providerId="ADAL" clId="{0E76058E-06E8-43B3-B49B-C102015B6163}" dt="2020-01-30T10:08:17.636" v="640"/>
        <pc:sldMkLst>
          <pc:docMk/>
          <pc:sldMk cId="3940393685" sldId="315"/>
        </pc:sldMkLst>
      </pc:sldChg>
      <pc:sldChg chg="modSp add">
        <pc:chgData name="Aritra Mitra" userId="ed282abb-f77d-4912-ae2d-92fef056a80d" providerId="ADAL" clId="{0E76058E-06E8-43B3-B49B-C102015B6163}" dt="2020-01-30T11:24:16.794" v="939" actId="20577"/>
        <pc:sldMkLst>
          <pc:docMk/>
          <pc:sldMk cId="1177674303" sldId="316"/>
        </pc:sldMkLst>
        <pc:spChg chg="mod">
          <ac:chgData name="Aritra Mitra" userId="ed282abb-f77d-4912-ae2d-92fef056a80d" providerId="ADAL" clId="{0E76058E-06E8-43B3-B49B-C102015B6163}" dt="2020-01-30T11:24:16.794" v="939" actId="20577"/>
          <ac:spMkLst>
            <pc:docMk/>
            <pc:sldMk cId="1177674303" sldId="316"/>
            <ac:spMk id="3" creationId="{00000000-0000-0000-0000-000000000000}"/>
          </ac:spMkLst>
        </pc:spChg>
      </pc:sldChg>
      <pc:sldChg chg="modSp add">
        <pc:chgData name="Aritra Mitra" userId="ed282abb-f77d-4912-ae2d-92fef056a80d" providerId="ADAL" clId="{0E76058E-06E8-43B3-B49B-C102015B6163}" dt="2020-01-30T11:23:53.398" v="938" actId="207"/>
        <pc:sldMkLst>
          <pc:docMk/>
          <pc:sldMk cId="1306752653" sldId="319"/>
        </pc:sldMkLst>
        <pc:spChg chg="mod">
          <ac:chgData name="Aritra Mitra" userId="ed282abb-f77d-4912-ae2d-92fef056a80d" providerId="ADAL" clId="{0E76058E-06E8-43B3-B49B-C102015B6163}" dt="2020-01-30T11:23:53.398" v="938" actId="207"/>
          <ac:spMkLst>
            <pc:docMk/>
            <pc:sldMk cId="1306752653" sldId="319"/>
            <ac:spMk id="4" creationId="{00000000-0000-0000-0000-000000000000}"/>
          </ac:spMkLst>
        </pc:spChg>
      </pc:sldChg>
      <pc:sldChg chg="modSp add">
        <pc:chgData name="Aritra Mitra" userId="ed282abb-f77d-4912-ae2d-92fef056a80d" providerId="ADAL" clId="{0E76058E-06E8-43B3-B49B-C102015B6163}" dt="2020-01-30T11:24:38.515" v="940" actId="207"/>
        <pc:sldMkLst>
          <pc:docMk/>
          <pc:sldMk cId="3678567354" sldId="320"/>
        </pc:sldMkLst>
        <pc:spChg chg="mod">
          <ac:chgData name="Aritra Mitra" userId="ed282abb-f77d-4912-ae2d-92fef056a80d" providerId="ADAL" clId="{0E76058E-06E8-43B3-B49B-C102015B6163}" dt="2020-01-30T11:24:38.515" v="940" actId="207"/>
          <ac:spMkLst>
            <pc:docMk/>
            <pc:sldMk cId="3678567354" sldId="320"/>
            <ac:spMk id="3" creationId="{00000000-0000-0000-0000-000000000000}"/>
          </ac:spMkLst>
        </pc:spChg>
      </pc:sldChg>
      <pc:sldChg chg="modSp add">
        <pc:chgData name="Aritra Mitra" userId="ed282abb-f77d-4912-ae2d-92fef056a80d" providerId="ADAL" clId="{0E76058E-06E8-43B3-B49B-C102015B6163}" dt="2020-02-05T20:08:49.456" v="7856" actId="20577"/>
        <pc:sldMkLst>
          <pc:docMk/>
          <pc:sldMk cId="1829845218" sldId="321"/>
        </pc:sldMkLst>
        <pc:spChg chg="mod">
          <ac:chgData name="Aritra Mitra" userId="ed282abb-f77d-4912-ae2d-92fef056a80d" providerId="ADAL" clId="{0E76058E-06E8-43B3-B49B-C102015B6163}" dt="2020-02-05T20:08:49.456" v="7856" actId="20577"/>
          <ac:spMkLst>
            <pc:docMk/>
            <pc:sldMk cId="1829845218" sldId="321"/>
            <ac:spMk id="4" creationId="{00000000-0000-0000-0000-000000000000}"/>
          </ac:spMkLst>
        </pc:spChg>
        <pc:spChg chg="mod">
          <ac:chgData name="Aritra Mitra" userId="ed282abb-f77d-4912-ae2d-92fef056a80d" providerId="ADAL" clId="{0E76058E-06E8-43B3-B49B-C102015B6163}" dt="2020-01-30T10:43:38.671" v="683" actId="1036"/>
          <ac:spMkLst>
            <pc:docMk/>
            <pc:sldMk cId="1829845218" sldId="321"/>
            <ac:spMk id="10" creationId="{00000000-0000-0000-0000-000000000000}"/>
          </ac:spMkLst>
        </pc:spChg>
        <pc:picChg chg="mod">
          <ac:chgData name="Aritra Mitra" userId="ed282abb-f77d-4912-ae2d-92fef056a80d" providerId="ADAL" clId="{0E76058E-06E8-43B3-B49B-C102015B6163}" dt="2020-01-30T10:43:32.636" v="674" actId="1036"/>
          <ac:picMkLst>
            <pc:docMk/>
            <pc:sldMk cId="1829845218" sldId="321"/>
            <ac:picMk id="6" creationId="{00000000-0000-0000-0000-000000000000}"/>
          </ac:picMkLst>
        </pc:picChg>
        <pc:picChg chg="mod">
          <ac:chgData name="Aritra Mitra" userId="ed282abb-f77d-4912-ae2d-92fef056a80d" providerId="ADAL" clId="{0E76058E-06E8-43B3-B49B-C102015B6163}" dt="2020-01-30T10:43:32.636" v="674" actId="1036"/>
          <ac:picMkLst>
            <pc:docMk/>
            <pc:sldMk cId="1829845218" sldId="321"/>
            <ac:picMk id="7" creationId="{00000000-0000-0000-0000-000000000000}"/>
          </ac:picMkLst>
        </pc:picChg>
        <pc:picChg chg="mod">
          <ac:chgData name="Aritra Mitra" userId="ed282abb-f77d-4912-ae2d-92fef056a80d" providerId="ADAL" clId="{0E76058E-06E8-43B3-B49B-C102015B6163}" dt="2020-01-30T10:43:32.636" v="674" actId="1036"/>
          <ac:picMkLst>
            <pc:docMk/>
            <pc:sldMk cId="1829845218" sldId="321"/>
            <ac:picMk id="8" creationId="{00000000-0000-0000-0000-000000000000}"/>
          </ac:picMkLst>
        </pc:picChg>
        <pc:picChg chg="mod">
          <ac:chgData name="Aritra Mitra" userId="ed282abb-f77d-4912-ae2d-92fef056a80d" providerId="ADAL" clId="{0E76058E-06E8-43B3-B49B-C102015B6163}" dt="2020-01-30T10:43:32.636" v="674" actId="1036"/>
          <ac:picMkLst>
            <pc:docMk/>
            <pc:sldMk cId="1829845218" sldId="321"/>
            <ac:picMk id="9" creationId="{00000000-0000-0000-0000-000000000000}"/>
          </ac:picMkLst>
        </pc:picChg>
      </pc:sldChg>
      <pc:sldChg chg="addSp delSp modSp add del">
        <pc:chgData name="Aritra Mitra" userId="ed282abb-f77d-4912-ae2d-92fef056a80d" providerId="ADAL" clId="{0E76058E-06E8-43B3-B49B-C102015B6163}" dt="2020-02-02T23:21:10.845" v="1745" actId="2696"/>
        <pc:sldMkLst>
          <pc:docMk/>
          <pc:sldMk cId="2558088845" sldId="326"/>
        </pc:sldMkLst>
        <pc:spChg chg="mod">
          <ac:chgData name="Aritra Mitra" userId="ed282abb-f77d-4912-ae2d-92fef056a80d" providerId="ADAL" clId="{0E76058E-06E8-43B3-B49B-C102015B6163}" dt="2020-01-30T10:09:37.624" v="647" actId="20577"/>
          <ac:spMkLst>
            <pc:docMk/>
            <pc:sldMk cId="2558088845" sldId="326"/>
            <ac:spMk id="57" creationId="{4EFDC2CD-8EF3-4948-8D5B-51D8E7A24C63}"/>
          </ac:spMkLst>
        </pc:spChg>
        <pc:grpChg chg="del">
          <ac:chgData name="Aritra Mitra" userId="ed282abb-f77d-4912-ae2d-92fef056a80d" providerId="ADAL" clId="{0E76058E-06E8-43B3-B49B-C102015B6163}" dt="2020-01-30T10:09:20.607" v="641" actId="478"/>
          <ac:grpSpMkLst>
            <pc:docMk/>
            <pc:sldMk cId="2558088845" sldId="326"/>
            <ac:grpSpMk id="4" creationId="{00000000-0000-0000-0000-000000000000}"/>
          </ac:grpSpMkLst>
        </pc:grpChg>
        <pc:grpChg chg="add mod">
          <ac:chgData name="Aritra Mitra" userId="ed282abb-f77d-4912-ae2d-92fef056a80d" providerId="ADAL" clId="{0E76058E-06E8-43B3-B49B-C102015B6163}" dt="2020-01-30T10:09:59.962" v="651" actId="1076"/>
          <ac:grpSpMkLst>
            <pc:docMk/>
            <pc:sldMk cId="2558088845" sldId="326"/>
            <ac:grpSpMk id="54" creationId="{0302556C-1FA9-4909-B8E7-1EA60FAEE12B}"/>
          </ac:grpSpMkLst>
        </pc:grpChg>
        <pc:picChg chg="mod ord">
          <ac:chgData name="Aritra Mitra" userId="ed282abb-f77d-4912-ae2d-92fef056a80d" providerId="ADAL" clId="{0E76058E-06E8-43B3-B49B-C102015B6163}" dt="2020-01-30T10:10:31.341" v="656" actId="1076"/>
          <ac:picMkLst>
            <pc:docMk/>
            <pc:sldMk cId="2558088845" sldId="326"/>
            <ac:picMk id="56" creationId="{00000000-0000-0000-0000-000000000000}"/>
          </ac:picMkLst>
        </pc:pic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7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8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9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10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12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13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14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15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16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18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19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0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1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2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3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4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5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6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7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8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29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30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31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32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33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34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20.607" v="641" actId="478"/>
          <ac:cxnSpMkLst>
            <pc:docMk/>
            <pc:sldMk cId="2558088845" sldId="326"/>
            <ac:cxnSpMk id="35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1-30T10:09:42.002" v="649" actId="1076"/>
          <ac:cxnSpMkLst>
            <pc:docMk/>
            <pc:sldMk cId="2558088845" sldId="326"/>
            <ac:cxnSpMk id="67" creationId="{7F102DF5-A10C-4CC6-83FE-EAB9DADDF114}"/>
          </ac:cxnSpMkLst>
        </pc:cxnChg>
      </pc:sldChg>
      <pc:sldChg chg="modSp add">
        <pc:chgData name="Aritra Mitra" userId="ed282abb-f77d-4912-ae2d-92fef056a80d" providerId="ADAL" clId="{0E76058E-06E8-43B3-B49B-C102015B6163}" dt="2020-02-04T18:41:21.855" v="7800" actId="114"/>
        <pc:sldMkLst>
          <pc:docMk/>
          <pc:sldMk cId="4190868981" sldId="334"/>
        </pc:sldMkLst>
        <pc:spChg chg="mod">
          <ac:chgData name="Aritra Mitra" userId="ed282abb-f77d-4912-ae2d-92fef056a80d" providerId="ADAL" clId="{0E76058E-06E8-43B3-B49B-C102015B6163}" dt="2020-02-03T21:21:22.413" v="3296" actId="207"/>
          <ac:spMkLst>
            <pc:docMk/>
            <pc:sldMk cId="4190868981" sldId="334"/>
            <ac:spMk id="2" creationId="{00000000-0000-0000-0000-000000000000}"/>
          </ac:spMkLst>
        </pc:spChg>
        <pc:spChg chg="mod">
          <ac:chgData name="Aritra Mitra" userId="ed282abb-f77d-4912-ae2d-92fef056a80d" providerId="ADAL" clId="{0E76058E-06E8-43B3-B49B-C102015B6163}" dt="2020-02-04T18:41:21.855" v="7800" actId="114"/>
          <ac:spMkLst>
            <pc:docMk/>
            <pc:sldMk cId="4190868981" sldId="334"/>
            <ac:spMk id="3" creationId="{00000000-0000-0000-0000-000000000000}"/>
          </ac:spMkLst>
        </pc:spChg>
      </pc:sldChg>
      <pc:sldChg chg="del">
        <pc:chgData name="Aritra Mitra" userId="ed282abb-f77d-4912-ae2d-92fef056a80d" providerId="ADAL" clId="{0E76058E-06E8-43B3-B49B-C102015B6163}" dt="2020-01-30T09:42:16.588" v="140" actId="2696"/>
        <pc:sldMkLst>
          <pc:docMk/>
          <pc:sldMk cId="1846229395" sldId="335"/>
        </pc:sldMkLst>
      </pc:sldChg>
      <pc:sldChg chg="add">
        <pc:chgData name="Aritra Mitra" userId="ed282abb-f77d-4912-ae2d-92fef056a80d" providerId="ADAL" clId="{0E76058E-06E8-43B3-B49B-C102015B6163}" dt="2020-01-30T10:08:17.636" v="640"/>
        <pc:sldMkLst>
          <pc:docMk/>
          <pc:sldMk cId="3891224888" sldId="354"/>
        </pc:sldMkLst>
      </pc:sldChg>
      <pc:sldChg chg="modSp del ord">
        <pc:chgData name="Aritra Mitra" userId="ed282abb-f77d-4912-ae2d-92fef056a80d" providerId="ADAL" clId="{0E76058E-06E8-43B3-B49B-C102015B6163}" dt="2020-02-05T21:08:08.471" v="9655" actId="2696"/>
        <pc:sldMkLst>
          <pc:docMk/>
          <pc:sldMk cId="330424982" sldId="378"/>
        </pc:sldMkLst>
        <pc:spChg chg="mod">
          <ac:chgData name="Aritra Mitra" userId="ed282abb-f77d-4912-ae2d-92fef056a80d" providerId="ADAL" clId="{0E76058E-06E8-43B3-B49B-C102015B6163}" dt="2020-01-30T09:49:19.490" v="428" actId="20577"/>
          <ac:spMkLst>
            <pc:docMk/>
            <pc:sldMk cId="330424982" sldId="378"/>
            <ac:spMk id="3" creationId="{CD9706F4-991A-42FE-90BD-D1C3701FA121}"/>
          </ac:spMkLst>
        </pc:spChg>
      </pc:sldChg>
      <pc:sldChg chg="delSp modSp add">
        <pc:chgData name="Aritra Mitra" userId="ed282abb-f77d-4912-ae2d-92fef056a80d" providerId="ADAL" clId="{0E76058E-06E8-43B3-B49B-C102015B6163}" dt="2020-02-05T20:03:51.871" v="7846" actId="478"/>
        <pc:sldMkLst>
          <pc:docMk/>
          <pc:sldMk cId="1898779577" sldId="380"/>
        </pc:sldMkLst>
        <pc:picChg chg="del mod ord">
          <ac:chgData name="Aritra Mitra" userId="ed282abb-f77d-4912-ae2d-92fef056a80d" providerId="ADAL" clId="{0E76058E-06E8-43B3-B49B-C102015B6163}" dt="2020-02-05T20:03:51.871" v="7846" actId="478"/>
          <ac:picMkLst>
            <pc:docMk/>
            <pc:sldMk cId="1898779577" sldId="380"/>
            <ac:picMk id="5" creationId="{6BB69A64-88DC-4CFE-9E58-076A73D74100}"/>
          </ac:picMkLst>
        </pc:picChg>
        <pc:picChg chg="mod ord">
          <ac:chgData name="Aritra Mitra" userId="ed282abb-f77d-4912-ae2d-92fef056a80d" providerId="ADAL" clId="{0E76058E-06E8-43B3-B49B-C102015B6163}" dt="2020-02-05T20:03:51.870" v="7845" actId="108"/>
          <ac:picMkLst>
            <pc:docMk/>
            <pc:sldMk cId="1898779577" sldId="380"/>
            <ac:picMk id="7" creationId="{AE50E2F0-EC90-40EA-9ABB-5A70C280F1A3}"/>
          </ac:picMkLst>
        </pc:picChg>
        <pc:picChg chg="del mod">
          <ac:chgData name="Aritra Mitra" userId="ed282abb-f77d-4912-ae2d-92fef056a80d" providerId="ADAL" clId="{0E76058E-06E8-43B3-B49B-C102015B6163}" dt="2020-02-05T20:03:26.917" v="7824" actId="478"/>
          <ac:picMkLst>
            <pc:docMk/>
            <pc:sldMk cId="1898779577" sldId="380"/>
            <ac:picMk id="13" creationId="{00000000-0000-0000-0000-000000000000}"/>
          </ac:picMkLst>
        </pc:picChg>
      </pc:sldChg>
      <pc:sldChg chg="modSp add">
        <pc:chgData name="Aritra Mitra" userId="ed282abb-f77d-4912-ae2d-92fef056a80d" providerId="ADAL" clId="{0E76058E-06E8-43B3-B49B-C102015B6163}" dt="2020-02-03T12:17:47.376" v="2154" actId="207"/>
        <pc:sldMkLst>
          <pc:docMk/>
          <pc:sldMk cId="4240847657" sldId="384"/>
        </pc:sldMkLst>
        <pc:spChg chg="mod">
          <ac:chgData name="Aritra Mitra" userId="ed282abb-f77d-4912-ae2d-92fef056a80d" providerId="ADAL" clId="{0E76058E-06E8-43B3-B49B-C102015B6163}" dt="2020-01-30T11:01:09.990" v="910" actId="6549"/>
          <ac:spMkLst>
            <pc:docMk/>
            <pc:sldMk cId="4240847657" sldId="384"/>
            <ac:spMk id="2" creationId="{A89A6445-5E6F-41A8-A9A9-B81B00FFAAF9}"/>
          </ac:spMkLst>
        </pc:spChg>
        <pc:spChg chg="mod">
          <ac:chgData name="Aritra Mitra" userId="ed282abb-f77d-4912-ae2d-92fef056a80d" providerId="ADAL" clId="{0E76058E-06E8-43B3-B49B-C102015B6163}" dt="2020-02-03T12:17:47.376" v="2154" actId="207"/>
          <ac:spMkLst>
            <pc:docMk/>
            <pc:sldMk cId="4240847657" sldId="384"/>
            <ac:spMk id="3" creationId="{FCA8636B-4413-43CB-BE06-1F257B70C06D}"/>
          </ac:spMkLst>
        </pc:spChg>
      </pc:sldChg>
      <pc:sldChg chg="modSp add">
        <pc:chgData name="Aritra Mitra" userId="ed282abb-f77d-4912-ae2d-92fef056a80d" providerId="ADAL" clId="{0E76058E-06E8-43B3-B49B-C102015B6163}" dt="2020-02-05T20:10:10.224" v="7887" actId="20577"/>
        <pc:sldMkLst>
          <pc:docMk/>
          <pc:sldMk cId="3652091866" sldId="389"/>
        </pc:sldMkLst>
        <pc:spChg chg="mod">
          <ac:chgData name="Aritra Mitra" userId="ed282abb-f77d-4912-ae2d-92fef056a80d" providerId="ADAL" clId="{0E76058E-06E8-43B3-B49B-C102015B6163}" dt="2020-02-05T20:10:10.224" v="7887" actId="20577"/>
          <ac:spMkLst>
            <pc:docMk/>
            <pc:sldMk cId="3652091866" sldId="389"/>
            <ac:spMk id="3" creationId="{7F627A9A-7AAD-47F0-9488-390E7B9626D7}"/>
          </ac:spMkLst>
        </pc:spChg>
      </pc:sldChg>
      <pc:sldChg chg="addSp modSp add modAnim">
        <pc:chgData name="Aritra Mitra" userId="ed282abb-f77d-4912-ae2d-92fef056a80d" providerId="ADAL" clId="{0E76058E-06E8-43B3-B49B-C102015B6163}" dt="2020-02-03T18:41:18.873" v="2499"/>
        <pc:sldMkLst>
          <pc:docMk/>
          <pc:sldMk cId="598781874" sldId="391"/>
        </pc:sldMkLst>
        <pc:spChg chg="mod">
          <ac:chgData name="Aritra Mitra" userId="ed282abb-f77d-4912-ae2d-92fef056a80d" providerId="ADAL" clId="{0E76058E-06E8-43B3-B49B-C102015B6163}" dt="2020-01-30T10:46:19.072" v="685" actId="20577"/>
          <ac:spMkLst>
            <pc:docMk/>
            <pc:sldMk cId="598781874" sldId="391"/>
            <ac:spMk id="2" creationId="{CAB10A90-4383-40D7-B923-A85A4645D382}"/>
          </ac:spMkLst>
        </pc:spChg>
        <pc:spChg chg="mod">
          <ac:chgData name="Aritra Mitra" userId="ed282abb-f77d-4912-ae2d-92fef056a80d" providerId="ADAL" clId="{0E76058E-06E8-43B3-B49B-C102015B6163}" dt="2020-02-03T18:39:25.080" v="2486" actId="207"/>
          <ac:spMkLst>
            <pc:docMk/>
            <pc:sldMk cId="598781874" sldId="391"/>
            <ac:spMk id="3" creationId="{437C2547-E176-45CD-A967-9B76DB9EB870}"/>
          </ac:spMkLst>
        </pc:spChg>
        <pc:spChg chg="add mod ord">
          <ac:chgData name="Aritra Mitra" userId="ed282abb-f77d-4912-ae2d-92fef056a80d" providerId="ADAL" clId="{0E76058E-06E8-43B3-B49B-C102015B6163}" dt="2020-02-03T18:40:43.879" v="2497" actId="1582"/>
          <ac:spMkLst>
            <pc:docMk/>
            <pc:sldMk cId="598781874" sldId="391"/>
            <ac:spMk id="4" creationId="{7610046A-0BEA-40BB-98F1-BB1AB565119B}"/>
          </ac:spMkLst>
        </pc:spChg>
      </pc:sldChg>
      <pc:sldChg chg="modSp">
        <pc:chgData name="Aritra Mitra" userId="ed282abb-f77d-4912-ae2d-92fef056a80d" providerId="ADAL" clId="{0E76058E-06E8-43B3-B49B-C102015B6163}" dt="2020-01-30T09:50:22.770" v="431" actId="113"/>
        <pc:sldMkLst>
          <pc:docMk/>
          <pc:sldMk cId="3870610312" sldId="1079"/>
        </pc:sldMkLst>
        <pc:spChg chg="mod">
          <ac:chgData name="Aritra Mitra" userId="ed282abb-f77d-4912-ae2d-92fef056a80d" providerId="ADAL" clId="{0E76058E-06E8-43B3-B49B-C102015B6163}" dt="2020-01-30T09:50:22.770" v="431" actId="113"/>
          <ac:spMkLst>
            <pc:docMk/>
            <pc:sldMk cId="3870610312" sldId="1079"/>
            <ac:spMk id="4" creationId="{00000000-0000-0000-0000-000000000000}"/>
          </ac:spMkLst>
        </pc:spChg>
      </pc:sldChg>
      <pc:sldChg chg="del">
        <pc:chgData name="Aritra Mitra" userId="ed282abb-f77d-4912-ae2d-92fef056a80d" providerId="ADAL" clId="{0E76058E-06E8-43B3-B49B-C102015B6163}" dt="2020-02-02T20:45:29.071" v="1377" actId="2696"/>
        <pc:sldMkLst>
          <pc:docMk/>
          <pc:sldMk cId="169918629" sldId="1089"/>
        </pc:sldMkLst>
      </pc:sldChg>
      <pc:sldChg chg="delSp add del modAnim">
        <pc:chgData name="Aritra Mitra" userId="ed282abb-f77d-4912-ae2d-92fef056a80d" providerId="ADAL" clId="{0E76058E-06E8-43B3-B49B-C102015B6163}" dt="2020-02-02T20:47:51.167" v="1467" actId="2696"/>
        <pc:sldMkLst>
          <pc:docMk/>
          <pc:sldMk cId="2282805430" sldId="1089"/>
        </pc:sldMkLst>
        <pc:spChg chg="del">
          <ac:chgData name="Aritra Mitra" userId="ed282abb-f77d-4912-ae2d-92fef056a80d" providerId="ADAL" clId="{0E76058E-06E8-43B3-B49B-C102015B6163}" dt="2020-02-02T20:47:39.192" v="1464"/>
          <ac:spMkLst>
            <pc:docMk/>
            <pc:sldMk cId="2282805430" sldId="1089"/>
            <ac:spMk id="11" creationId="{5F1F8EF7-154E-436E-92A0-337D12357018}"/>
          </ac:spMkLst>
        </pc:spChg>
      </pc:sldChg>
      <pc:sldChg chg="addSp delSp modSp modAnim">
        <pc:chgData name="Aritra Mitra" userId="ed282abb-f77d-4912-ae2d-92fef056a80d" providerId="ADAL" clId="{0E76058E-06E8-43B3-B49B-C102015B6163}" dt="2020-02-03T18:56:17.425" v="2743" actId="1582"/>
        <pc:sldMkLst>
          <pc:docMk/>
          <pc:sldMk cId="12424025" sldId="1096"/>
        </pc:sldMkLst>
        <pc:spChg chg="mod">
          <ac:chgData name="Aritra Mitra" userId="ed282abb-f77d-4912-ae2d-92fef056a80d" providerId="ADAL" clId="{0E76058E-06E8-43B3-B49B-C102015B6163}" dt="2020-01-30T09:58:22.052" v="599" actId="20577"/>
          <ac:spMkLst>
            <pc:docMk/>
            <pc:sldMk cId="12424025" sldId="1096"/>
            <ac:spMk id="3" creationId="{93AC9373-0D49-4439-9C9A-9778A6F81FF2}"/>
          </ac:spMkLst>
        </pc:spChg>
        <pc:spChg chg="mod">
          <ac:chgData name="Aritra Mitra" userId="ed282abb-f77d-4912-ae2d-92fef056a80d" providerId="ADAL" clId="{0E76058E-06E8-43B3-B49B-C102015B6163}" dt="2020-02-03T18:56:17.425" v="2743" actId="1582"/>
          <ac:spMkLst>
            <pc:docMk/>
            <pc:sldMk cId="12424025" sldId="1096"/>
            <ac:spMk id="13" creationId="{812C77CF-83ED-4717-A5B1-2DECD7F4DCB7}"/>
          </ac:spMkLst>
        </pc:spChg>
        <pc:picChg chg="del mod">
          <ac:chgData name="Aritra Mitra" userId="ed282abb-f77d-4912-ae2d-92fef056a80d" providerId="ADAL" clId="{0E76058E-06E8-43B3-B49B-C102015B6163}" dt="2020-01-30T09:57:46.598" v="535" actId="478"/>
          <ac:picMkLst>
            <pc:docMk/>
            <pc:sldMk cId="12424025" sldId="1096"/>
            <ac:picMk id="6" creationId="{40350653-E16C-4E31-BBDB-96AE0BC49FE0}"/>
          </ac:picMkLst>
        </pc:picChg>
        <pc:picChg chg="mod ord">
          <ac:chgData name="Aritra Mitra" userId="ed282abb-f77d-4912-ae2d-92fef056a80d" providerId="ADAL" clId="{0E76058E-06E8-43B3-B49B-C102015B6163}" dt="2020-01-30T09:57:58.403" v="551" actId="1035"/>
          <ac:picMkLst>
            <pc:docMk/>
            <pc:sldMk cId="12424025" sldId="1096"/>
            <ac:picMk id="14" creationId="{D6B1E47E-6BFC-4CAB-A236-37F725DE22B7}"/>
          </ac:picMkLst>
        </pc:picChg>
        <pc:picChg chg="add del mod">
          <ac:chgData name="Aritra Mitra" userId="ed282abb-f77d-4912-ae2d-92fef056a80d" providerId="ADAL" clId="{0E76058E-06E8-43B3-B49B-C102015B6163}" dt="2020-01-30T09:58:52.460" v="634" actId="478"/>
          <ac:picMkLst>
            <pc:docMk/>
            <pc:sldMk cId="12424025" sldId="1096"/>
            <ac:picMk id="15" creationId="{0FD6295D-B558-4230-9339-A9FF58046C97}"/>
          </ac:picMkLst>
        </pc:picChg>
        <pc:picChg chg="mod ord">
          <ac:chgData name="Aritra Mitra" userId="ed282abb-f77d-4912-ae2d-92fef056a80d" providerId="ADAL" clId="{0E76058E-06E8-43B3-B49B-C102015B6163}" dt="2020-01-30T09:58:52.460" v="633" actId="108"/>
          <ac:picMkLst>
            <pc:docMk/>
            <pc:sldMk cId="12424025" sldId="1096"/>
            <ac:picMk id="17" creationId="{0B97C87E-29D5-4C92-9916-294FCE0DE72E}"/>
          </ac:picMkLst>
        </pc:picChg>
      </pc:sldChg>
      <pc:sldChg chg="delSp modSp delAnim modAnim">
        <pc:chgData name="Aritra Mitra" userId="ed282abb-f77d-4912-ae2d-92fef056a80d" providerId="ADAL" clId="{0E76058E-06E8-43B3-B49B-C102015B6163}" dt="2020-02-04T18:29:13.434" v="7463" actId="1035"/>
        <pc:sldMkLst>
          <pc:docMk/>
          <pc:sldMk cId="1802174270" sldId="1097"/>
        </pc:sldMkLst>
        <pc:spChg chg="mod">
          <ac:chgData name="Aritra Mitra" userId="ed282abb-f77d-4912-ae2d-92fef056a80d" providerId="ADAL" clId="{0E76058E-06E8-43B3-B49B-C102015B6163}" dt="2020-02-03T19:02:09.276" v="3038" actId="20577"/>
          <ac:spMkLst>
            <pc:docMk/>
            <pc:sldMk cId="1802174270" sldId="1097"/>
            <ac:spMk id="6" creationId="{EE164BBC-5C6E-462D-9428-12FCE8558926}"/>
          </ac:spMkLst>
        </pc:spChg>
        <pc:spChg chg="mod">
          <ac:chgData name="Aritra Mitra" userId="ed282abb-f77d-4912-ae2d-92fef056a80d" providerId="ADAL" clId="{0E76058E-06E8-43B3-B49B-C102015B6163}" dt="2020-02-03T19:03:33.398" v="3049" actId="1076"/>
          <ac:spMkLst>
            <pc:docMk/>
            <pc:sldMk cId="1802174270" sldId="1097"/>
            <ac:spMk id="11" creationId="{278AD86F-F501-4B10-AC32-40320EF8E5DF}"/>
          </ac:spMkLst>
        </pc:spChg>
        <pc:spChg chg="del mod">
          <ac:chgData name="Aritra Mitra" userId="ed282abb-f77d-4912-ae2d-92fef056a80d" providerId="ADAL" clId="{0E76058E-06E8-43B3-B49B-C102015B6163}" dt="2020-02-02T20:50:13.004" v="1471" actId="478"/>
          <ac:spMkLst>
            <pc:docMk/>
            <pc:sldMk cId="1802174270" sldId="1097"/>
            <ac:spMk id="16" creationId="{4F65C076-63C8-4940-B6F4-C44FCE172824}"/>
          </ac:spMkLst>
        </pc:spChg>
        <pc:picChg chg="mod ord">
          <ac:chgData name="Aritra Mitra" userId="ed282abb-f77d-4912-ae2d-92fef056a80d" providerId="ADAL" clId="{0E76058E-06E8-43B3-B49B-C102015B6163}" dt="2020-02-03T18:59:13.978" v="2845" actId="108"/>
          <ac:picMkLst>
            <pc:docMk/>
            <pc:sldMk cId="1802174270" sldId="1097"/>
            <ac:picMk id="7" creationId="{27288027-064A-4F8E-815B-EB4CD0B223C8}"/>
          </ac:picMkLst>
        </pc:picChg>
        <pc:picChg chg="mod">
          <ac:chgData name="Aritra Mitra" userId="ed282abb-f77d-4912-ae2d-92fef056a80d" providerId="ADAL" clId="{0E76058E-06E8-43B3-B49B-C102015B6163}" dt="2020-02-03T19:01:07.448" v="3034" actId="1076"/>
          <ac:picMkLst>
            <pc:docMk/>
            <pc:sldMk cId="1802174270" sldId="1097"/>
            <ac:picMk id="8" creationId="{7E6D658D-D676-4EA0-AE90-46BD4B790016}"/>
          </ac:picMkLst>
        </pc:picChg>
        <pc:picChg chg="mod">
          <ac:chgData name="Aritra Mitra" userId="ed282abb-f77d-4912-ae2d-92fef056a80d" providerId="ADAL" clId="{0E76058E-06E8-43B3-B49B-C102015B6163}" dt="2020-02-04T18:29:13.434" v="7463" actId="1035"/>
          <ac:picMkLst>
            <pc:docMk/>
            <pc:sldMk cId="1802174270" sldId="1097"/>
            <ac:picMk id="9" creationId="{7FC7AD35-C1F7-44A8-A5E8-228C8CB9991F}"/>
          </ac:picMkLst>
        </pc:picChg>
        <pc:picChg chg="mod">
          <ac:chgData name="Aritra Mitra" userId="ed282abb-f77d-4912-ae2d-92fef056a80d" providerId="ADAL" clId="{0E76058E-06E8-43B3-B49B-C102015B6163}" dt="2020-02-03T19:00:39.438" v="3005" actId="1076"/>
          <ac:picMkLst>
            <pc:docMk/>
            <pc:sldMk cId="1802174270" sldId="1097"/>
            <ac:picMk id="10" creationId="{844A8D5C-0D59-4B5B-B391-D36D429FDDF6}"/>
          </ac:picMkLst>
        </pc:picChg>
        <pc:picChg chg="mod">
          <ac:chgData name="Aritra Mitra" userId="ed282abb-f77d-4912-ae2d-92fef056a80d" providerId="ADAL" clId="{0E76058E-06E8-43B3-B49B-C102015B6163}" dt="2020-02-03T19:04:16.857" v="3053" actId="1035"/>
          <ac:picMkLst>
            <pc:docMk/>
            <pc:sldMk cId="1802174270" sldId="1097"/>
            <ac:picMk id="24" creationId="{D09D490E-CE26-4FCB-B729-41EE0E4E23FE}"/>
          </ac:picMkLst>
        </pc:picChg>
        <pc:picChg chg="del mod">
          <ac:chgData name="Aritra Mitra" userId="ed282abb-f77d-4912-ae2d-92fef056a80d" providerId="ADAL" clId="{0E76058E-06E8-43B3-B49B-C102015B6163}" dt="2020-02-03T18:59:13.978" v="2846" actId="478"/>
          <ac:picMkLst>
            <pc:docMk/>
            <pc:sldMk cId="1802174270" sldId="1097"/>
            <ac:picMk id="28" creationId="{CE242914-14BA-4A1C-A6A8-6F2EE687724D}"/>
          </ac:picMkLst>
        </pc:picChg>
      </pc:sldChg>
      <pc:sldChg chg="modSp">
        <pc:chgData name="Aritra Mitra" userId="ed282abb-f77d-4912-ae2d-92fef056a80d" providerId="ADAL" clId="{0E76058E-06E8-43B3-B49B-C102015B6163}" dt="2020-02-04T18:30:41.257" v="7471" actId="20577"/>
        <pc:sldMkLst>
          <pc:docMk/>
          <pc:sldMk cId="4160416786" sldId="1101"/>
        </pc:sldMkLst>
        <pc:spChg chg="mod">
          <ac:chgData name="Aritra Mitra" userId="ed282abb-f77d-4912-ae2d-92fef056a80d" providerId="ADAL" clId="{0E76058E-06E8-43B3-B49B-C102015B6163}" dt="2020-02-04T18:30:41.257" v="7471" actId="20577"/>
          <ac:spMkLst>
            <pc:docMk/>
            <pc:sldMk cId="4160416786" sldId="1101"/>
            <ac:spMk id="3" creationId="{8A9DE7EB-C308-486A-A3AF-9DBA9EC66893}"/>
          </ac:spMkLst>
        </pc:spChg>
        <pc:spChg chg="mod">
          <ac:chgData name="Aritra Mitra" userId="ed282abb-f77d-4912-ae2d-92fef056a80d" providerId="ADAL" clId="{0E76058E-06E8-43B3-B49B-C102015B6163}" dt="2020-02-04T18:30:18.659" v="7464" actId="20577"/>
          <ac:spMkLst>
            <pc:docMk/>
            <pc:sldMk cId="4160416786" sldId="1101"/>
            <ac:spMk id="12" creationId="{48D31598-A1B1-4F94-83AD-5DF647D19001}"/>
          </ac:spMkLst>
        </pc:spChg>
      </pc:sldChg>
      <pc:sldChg chg="modSp">
        <pc:chgData name="Aritra Mitra" userId="ed282abb-f77d-4912-ae2d-92fef056a80d" providerId="ADAL" clId="{0E76058E-06E8-43B3-B49B-C102015B6163}" dt="2020-02-04T18:36:39.973" v="7686" actId="1076"/>
        <pc:sldMkLst>
          <pc:docMk/>
          <pc:sldMk cId="2425993612" sldId="1107"/>
        </pc:sldMkLst>
        <pc:spChg chg="mod">
          <ac:chgData name="Aritra Mitra" userId="ed282abb-f77d-4912-ae2d-92fef056a80d" providerId="ADAL" clId="{0E76058E-06E8-43B3-B49B-C102015B6163}" dt="2020-02-04T18:36:39.973" v="7686" actId="1076"/>
          <ac:spMkLst>
            <pc:docMk/>
            <pc:sldMk cId="2425993612" sldId="1107"/>
            <ac:spMk id="3" creationId="{C1A5F92F-5E09-4E8E-AC97-1CE696C812BC}"/>
          </ac:spMkLst>
        </pc:spChg>
      </pc:sldChg>
      <pc:sldChg chg="addSp delSp modSp modAnim">
        <pc:chgData name="Aritra Mitra" userId="ed282abb-f77d-4912-ae2d-92fef056a80d" providerId="ADAL" clId="{0E76058E-06E8-43B3-B49B-C102015B6163}" dt="2020-02-03T19:05:17.273" v="3094" actId="208"/>
        <pc:sldMkLst>
          <pc:docMk/>
          <pc:sldMk cId="3693167316" sldId="1108"/>
        </pc:sldMkLst>
        <pc:spChg chg="add del mod">
          <ac:chgData name="Aritra Mitra" userId="ed282abb-f77d-4912-ae2d-92fef056a80d" providerId="ADAL" clId="{0E76058E-06E8-43B3-B49B-C102015B6163}" dt="2020-02-03T12:23:19.752" v="2432" actId="478"/>
          <ac:spMkLst>
            <pc:docMk/>
            <pc:sldMk cId="3693167316" sldId="1108"/>
            <ac:spMk id="5" creationId="{95468072-3473-4503-8286-F6A2480FC002}"/>
          </ac:spMkLst>
        </pc:spChg>
        <pc:spChg chg="add del mod">
          <ac:chgData name="Aritra Mitra" userId="ed282abb-f77d-4912-ae2d-92fef056a80d" providerId="ADAL" clId="{0E76058E-06E8-43B3-B49B-C102015B6163}" dt="2020-02-03T12:21:45.154" v="2375" actId="478"/>
          <ac:spMkLst>
            <pc:docMk/>
            <pc:sldMk cId="3693167316" sldId="1108"/>
            <ac:spMk id="6" creationId="{C8DEE07F-18C7-4EC4-8011-F9FDB9E3D2E1}"/>
          </ac:spMkLst>
        </pc:spChg>
        <pc:spChg chg="mod">
          <ac:chgData name="Aritra Mitra" userId="ed282abb-f77d-4912-ae2d-92fef056a80d" providerId="ADAL" clId="{0E76058E-06E8-43B3-B49B-C102015B6163}" dt="2020-02-03T12:19:03.957" v="2157" actId="1076"/>
          <ac:spMkLst>
            <pc:docMk/>
            <pc:sldMk cId="3693167316" sldId="1108"/>
            <ac:spMk id="82" creationId="{EDAC4802-3392-4F14-844C-694FC4AFACB8}"/>
          </ac:spMkLst>
        </pc:spChg>
        <pc:spChg chg="mod">
          <ac:chgData name="Aritra Mitra" userId="ed282abb-f77d-4912-ae2d-92fef056a80d" providerId="ADAL" clId="{0E76058E-06E8-43B3-B49B-C102015B6163}" dt="2020-02-03T12:19:11.600" v="2158" actId="1076"/>
          <ac:spMkLst>
            <pc:docMk/>
            <pc:sldMk cId="3693167316" sldId="1108"/>
            <ac:spMk id="83" creationId="{BDD0FB64-1B86-4A70-93D1-8D3EE80E5D28}"/>
          </ac:spMkLst>
        </pc:spChg>
        <pc:spChg chg="add mod">
          <ac:chgData name="Aritra Mitra" userId="ed282abb-f77d-4912-ae2d-92fef056a80d" providerId="ADAL" clId="{0E76058E-06E8-43B3-B49B-C102015B6163}" dt="2020-02-03T19:05:17.273" v="3094" actId="208"/>
          <ac:spMkLst>
            <pc:docMk/>
            <pc:sldMk cId="3693167316" sldId="1108"/>
            <ac:spMk id="134" creationId="{C8A0C6AA-D274-4BFA-A07C-0B36A6D05619}"/>
          </ac:spMkLst>
        </pc:spChg>
        <pc:cxnChg chg="mod">
          <ac:chgData name="Aritra Mitra" userId="ed282abb-f77d-4912-ae2d-92fef056a80d" providerId="ADAL" clId="{0E76058E-06E8-43B3-B49B-C102015B6163}" dt="2020-02-03T12:18:59.971" v="2156" actId="14100"/>
          <ac:cxnSpMkLst>
            <pc:docMk/>
            <pc:sldMk cId="3693167316" sldId="1108"/>
            <ac:cxnSpMk id="81" creationId="{BEBE0CBE-7B70-40D6-BACC-0619D31FDA5A}"/>
          </ac:cxnSpMkLst>
        </pc:cxnChg>
      </pc:sldChg>
      <pc:sldChg chg="modSp add modAnim">
        <pc:chgData name="Aritra Mitra" userId="ed282abb-f77d-4912-ae2d-92fef056a80d" providerId="ADAL" clId="{0E76058E-06E8-43B3-B49B-C102015B6163}" dt="2020-02-02T23:58:10.757" v="1882" actId="20577"/>
        <pc:sldMkLst>
          <pc:docMk/>
          <pc:sldMk cId="1452442253" sldId="1116"/>
        </pc:sldMkLst>
        <pc:spChg chg="mod">
          <ac:chgData name="Aritra Mitra" userId="ed282abb-f77d-4912-ae2d-92fef056a80d" providerId="ADAL" clId="{0E76058E-06E8-43B3-B49B-C102015B6163}" dt="2020-02-02T23:58:10.757" v="1882" actId="20577"/>
          <ac:spMkLst>
            <pc:docMk/>
            <pc:sldMk cId="1452442253" sldId="1116"/>
            <ac:spMk id="3" creationId="{0F9D9DDF-8CA4-436C-8608-B0CA746E0BE0}"/>
          </ac:spMkLst>
        </pc:spChg>
      </pc:sldChg>
      <pc:sldChg chg="modSp">
        <pc:chgData name="Aritra Mitra" userId="ed282abb-f77d-4912-ae2d-92fef056a80d" providerId="ADAL" clId="{0E76058E-06E8-43B3-B49B-C102015B6163}" dt="2020-02-03T18:37:24.425" v="2457" actId="113"/>
        <pc:sldMkLst>
          <pc:docMk/>
          <pc:sldMk cId="2915665931" sldId="1118"/>
        </pc:sldMkLst>
        <pc:spChg chg="mod">
          <ac:chgData name="Aritra Mitra" userId="ed282abb-f77d-4912-ae2d-92fef056a80d" providerId="ADAL" clId="{0E76058E-06E8-43B3-B49B-C102015B6163}" dt="2020-02-03T18:37:24.425" v="2457" actId="113"/>
          <ac:spMkLst>
            <pc:docMk/>
            <pc:sldMk cId="2915665931" sldId="1118"/>
            <ac:spMk id="6" creationId="{EE164BBC-5C6E-462D-9428-12FCE8558926}"/>
          </ac:spMkLst>
        </pc:spChg>
      </pc:sldChg>
      <pc:sldChg chg="del">
        <pc:chgData name="Aritra Mitra" userId="ed282abb-f77d-4912-ae2d-92fef056a80d" providerId="ADAL" clId="{0E76058E-06E8-43B3-B49B-C102015B6163}" dt="2020-01-30T09:52:33.514" v="432" actId="2696"/>
        <pc:sldMkLst>
          <pc:docMk/>
          <pc:sldMk cId="2621006201" sldId="1124"/>
        </pc:sldMkLst>
      </pc:sldChg>
      <pc:sldChg chg="del">
        <pc:chgData name="Aritra Mitra" userId="ed282abb-f77d-4912-ae2d-92fef056a80d" providerId="ADAL" clId="{0E76058E-06E8-43B3-B49B-C102015B6163}" dt="2020-02-02T19:24:51.237" v="968" actId="2696"/>
        <pc:sldMkLst>
          <pc:docMk/>
          <pc:sldMk cId="4076671528" sldId="1130"/>
        </pc:sldMkLst>
      </pc:sldChg>
      <pc:sldChg chg="del">
        <pc:chgData name="Aritra Mitra" userId="ed282abb-f77d-4912-ae2d-92fef056a80d" providerId="ADAL" clId="{0E76058E-06E8-43B3-B49B-C102015B6163}" dt="2020-02-02T19:24:52.657" v="969" actId="2696"/>
        <pc:sldMkLst>
          <pc:docMk/>
          <pc:sldMk cId="3503528401" sldId="1132"/>
        </pc:sldMkLst>
      </pc:sldChg>
      <pc:sldChg chg="del">
        <pc:chgData name="Aritra Mitra" userId="ed282abb-f77d-4912-ae2d-92fef056a80d" providerId="ADAL" clId="{0E76058E-06E8-43B3-B49B-C102015B6163}" dt="2020-02-02T19:28:08.138" v="1129" actId="2696"/>
        <pc:sldMkLst>
          <pc:docMk/>
          <pc:sldMk cId="3839248867" sldId="1133"/>
        </pc:sldMkLst>
      </pc:sldChg>
      <pc:sldChg chg="add del">
        <pc:chgData name="Aritra Mitra" userId="ed282abb-f77d-4912-ae2d-92fef056a80d" providerId="ADAL" clId="{0E76058E-06E8-43B3-B49B-C102015B6163}" dt="2020-02-05T21:08:12.745" v="9657" actId="2696"/>
        <pc:sldMkLst>
          <pc:docMk/>
          <pc:sldMk cId="2041534709" sldId="1134"/>
        </pc:sldMkLst>
      </pc:sldChg>
      <pc:sldChg chg="del">
        <pc:chgData name="Aritra Mitra" userId="ed282abb-f77d-4912-ae2d-92fef056a80d" providerId="ADAL" clId="{0E76058E-06E8-43B3-B49B-C102015B6163}" dt="2020-02-02T19:31:00.888" v="1132" actId="2696"/>
        <pc:sldMkLst>
          <pc:docMk/>
          <pc:sldMk cId="2446851675" sldId="1134"/>
        </pc:sldMkLst>
      </pc:sldChg>
      <pc:sldChg chg="del">
        <pc:chgData name="Aritra Mitra" userId="ed282abb-f77d-4912-ae2d-92fef056a80d" providerId="ADAL" clId="{0E76058E-06E8-43B3-B49B-C102015B6163}" dt="2020-02-02T19:23:52.072" v="965" actId="2696"/>
        <pc:sldMkLst>
          <pc:docMk/>
          <pc:sldMk cId="1499977064" sldId="1143"/>
        </pc:sldMkLst>
      </pc:sldChg>
      <pc:sldChg chg="add del">
        <pc:chgData name="Aritra Mitra" userId="ed282abb-f77d-4912-ae2d-92fef056a80d" providerId="ADAL" clId="{0E76058E-06E8-43B3-B49B-C102015B6163}" dt="2020-02-05T21:08:18.394" v="9658" actId="2696"/>
        <pc:sldMkLst>
          <pc:docMk/>
          <pc:sldMk cId="2931691028" sldId="1143"/>
        </pc:sldMkLst>
      </pc:sldChg>
      <pc:sldChg chg="del">
        <pc:chgData name="Aritra Mitra" userId="ed282abb-f77d-4912-ae2d-92fef056a80d" providerId="ADAL" clId="{0E76058E-06E8-43B3-B49B-C102015B6163}" dt="2020-02-02T20:51:59.077" v="1472" actId="2696"/>
        <pc:sldMkLst>
          <pc:docMk/>
          <pc:sldMk cId="688188642" sldId="1145"/>
        </pc:sldMkLst>
      </pc:sldChg>
      <pc:sldChg chg="modAnim">
        <pc:chgData name="Aritra Mitra" userId="ed282abb-f77d-4912-ae2d-92fef056a80d" providerId="ADAL" clId="{0E76058E-06E8-43B3-B49B-C102015B6163}" dt="2020-02-04T16:51:18.031" v="7289"/>
        <pc:sldMkLst>
          <pc:docMk/>
          <pc:sldMk cId="3715668343" sldId="1161"/>
        </pc:sldMkLst>
      </pc:sldChg>
      <pc:sldChg chg="addSp modSp">
        <pc:chgData name="Aritra Mitra" userId="ed282abb-f77d-4912-ae2d-92fef056a80d" providerId="ADAL" clId="{0E76058E-06E8-43B3-B49B-C102015B6163}" dt="2020-02-04T18:34:45.443" v="7682" actId="1076"/>
        <pc:sldMkLst>
          <pc:docMk/>
          <pc:sldMk cId="2187391462" sldId="1163"/>
        </pc:sldMkLst>
        <pc:spChg chg="add mod">
          <ac:chgData name="Aritra Mitra" userId="ed282abb-f77d-4912-ae2d-92fef056a80d" providerId="ADAL" clId="{0E76058E-06E8-43B3-B49B-C102015B6163}" dt="2020-02-04T18:34:45.443" v="7682" actId="1076"/>
          <ac:spMkLst>
            <pc:docMk/>
            <pc:sldMk cId="2187391462" sldId="1163"/>
            <ac:spMk id="8" creationId="{1512D475-74D1-4698-A167-96E20227BF18}"/>
          </ac:spMkLst>
        </pc:spChg>
        <pc:spChg chg="mod">
          <ac:chgData name="Aritra Mitra" userId="ed282abb-f77d-4912-ae2d-92fef056a80d" providerId="ADAL" clId="{0E76058E-06E8-43B3-B49B-C102015B6163}" dt="2020-02-03T19:04:50.478" v="3091" actId="1036"/>
          <ac:spMkLst>
            <pc:docMk/>
            <pc:sldMk cId="2187391462" sldId="1163"/>
            <ac:spMk id="18" creationId="{21B1D985-E10C-47DC-8FF4-43D7F8148119}"/>
          </ac:spMkLst>
        </pc:spChg>
      </pc:sldChg>
      <pc:sldChg chg="addSp modSp">
        <pc:chgData name="Aritra Mitra" userId="ed282abb-f77d-4912-ae2d-92fef056a80d" providerId="ADAL" clId="{0E76058E-06E8-43B3-B49B-C102015B6163}" dt="2020-02-04T18:33:39.423" v="7642" actId="1076"/>
        <pc:sldMkLst>
          <pc:docMk/>
          <pc:sldMk cId="803259766" sldId="1164"/>
        </pc:sldMkLst>
        <pc:spChg chg="add mod">
          <ac:chgData name="Aritra Mitra" userId="ed282abb-f77d-4912-ae2d-92fef056a80d" providerId="ADAL" clId="{0E76058E-06E8-43B3-B49B-C102015B6163}" dt="2020-02-04T18:33:39.423" v="7642" actId="1076"/>
          <ac:spMkLst>
            <pc:docMk/>
            <pc:sldMk cId="803259766" sldId="1164"/>
            <ac:spMk id="3" creationId="{C8F980F3-0181-4135-89FD-A8CBA1EC7B24}"/>
          </ac:spMkLst>
        </pc:spChg>
        <pc:spChg chg="mod">
          <ac:chgData name="Aritra Mitra" userId="ed282abb-f77d-4912-ae2d-92fef056a80d" providerId="ADAL" clId="{0E76058E-06E8-43B3-B49B-C102015B6163}" dt="2020-02-04T18:31:57.457" v="7517" actId="1036"/>
          <ac:spMkLst>
            <pc:docMk/>
            <pc:sldMk cId="803259766" sldId="1164"/>
            <ac:spMk id="14" creationId="{B6510451-049F-40ED-8E05-C21A85C4E3DA}"/>
          </ac:spMkLst>
        </pc:spChg>
        <pc:spChg chg="mod">
          <ac:chgData name="Aritra Mitra" userId="ed282abb-f77d-4912-ae2d-92fef056a80d" providerId="ADAL" clId="{0E76058E-06E8-43B3-B49B-C102015B6163}" dt="2020-02-04T18:31:57.457" v="7517" actId="1036"/>
          <ac:spMkLst>
            <pc:docMk/>
            <pc:sldMk cId="803259766" sldId="1164"/>
            <ac:spMk id="17" creationId="{76FADFB4-6546-477F-9343-500E8DCC72AE}"/>
          </ac:spMkLst>
        </pc:spChg>
        <pc:picChg chg="mod">
          <ac:chgData name="Aritra Mitra" userId="ed282abb-f77d-4912-ae2d-92fef056a80d" providerId="ADAL" clId="{0E76058E-06E8-43B3-B49B-C102015B6163}" dt="2020-02-04T18:31:57.457" v="7517" actId="1036"/>
          <ac:picMkLst>
            <pc:docMk/>
            <pc:sldMk cId="803259766" sldId="1164"/>
            <ac:picMk id="5" creationId="{50F1D65D-C71A-4CA2-B883-01348C48CDE9}"/>
          </ac:picMkLst>
        </pc:picChg>
        <pc:picChg chg="mod">
          <ac:chgData name="Aritra Mitra" userId="ed282abb-f77d-4912-ae2d-92fef056a80d" providerId="ADAL" clId="{0E76058E-06E8-43B3-B49B-C102015B6163}" dt="2020-02-04T18:31:57.457" v="7517" actId="1036"/>
          <ac:picMkLst>
            <pc:docMk/>
            <pc:sldMk cId="803259766" sldId="1164"/>
            <ac:picMk id="7" creationId="{4E40C848-3546-4632-8A97-3562A221DAF7}"/>
          </ac:picMkLst>
        </pc:picChg>
      </pc:sldChg>
      <pc:sldChg chg="del">
        <pc:chgData name="Aritra Mitra" userId="ed282abb-f77d-4912-ae2d-92fef056a80d" providerId="ADAL" clId="{0E76058E-06E8-43B3-B49B-C102015B6163}" dt="2020-02-02T18:56:32.121" v="962" actId="2696"/>
        <pc:sldMkLst>
          <pc:docMk/>
          <pc:sldMk cId="45012251" sldId="1166"/>
        </pc:sldMkLst>
      </pc:sldChg>
      <pc:sldChg chg="del">
        <pc:chgData name="Aritra Mitra" userId="ed282abb-f77d-4912-ae2d-92fef056a80d" providerId="ADAL" clId="{0E76058E-06E8-43B3-B49B-C102015B6163}" dt="2020-02-02T18:56:33.200" v="963" actId="2696"/>
        <pc:sldMkLst>
          <pc:docMk/>
          <pc:sldMk cId="1564637819" sldId="1168"/>
        </pc:sldMkLst>
      </pc:sldChg>
      <pc:sldChg chg="del">
        <pc:chgData name="Aritra Mitra" userId="ed282abb-f77d-4912-ae2d-92fef056a80d" providerId="ADAL" clId="{0E76058E-06E8-43B3-B49B-C102015B6163}" dt="2020-02-02T18:56:34.528" v="964" actId="2696"/>
        <pc:sldMkLst>
          <pc:docMk/>
          <pc:sldMk cId="2165136422" sldId="1169"/>
        </pc:sldMkLst>
      </pc:sldChg>
      <pc:sldChg chg="modSp">
        <pc:chgData name="Aritra Mitra" userId="ed282abb-f77d-4912-ae2d-92fef056a80d" providerId="ADAL" clId="{0E76058E-06E8-43B3-B49B-C102015B6163}" dt="2020-01-30T10:52:29.709" v="837" actId="20577"/>
        <pc:sldMkLst>
          <pc:docMk/>
          <pc:sldMk cId="1663122039" sldId="1170"/>
        </pc:sldMkLst>
        <pc:spChg chg="mod">
          <ac:chgData name="Aritra Mitra" userId="ed282abb-f77d-4912-ae2d-92fef056a80d" providerId="ADAL" clId="{0E76058E-06E8-43B3-B49B-C102015B6163}" dt="2020-01-30T10:52:29.709" v="837" actId="20577"/>
          <ac:spMkLst>
            <pc:docMk/>
            <pc:sldMk cId="1663122039" sldId="1170"/>
            <ac:spMk id="3" creationId="{629874E2-8B3A-4440-948A-BB70D449B404}"/>
          </ac:spMkLst>
        </pc:spChg>
      </pc:sldChg>
      <pc:sldChg chg="modSp">
        <pc:chgData name="Aritra Mitra" userId="ed282abb-f77d-4912-ae2d-92fef056a80d" providerId="ADAL" clId="{0E76058E-06E8-43B3-B49B-C102015B6163}" dt="2020-01-30T09:49:44.036" v="430" actId="1076"/>
        <pc:sldMkLst>
          <pc:docMk/>
          <pc:sldMk cId="138291223" sldId="1171"/>
        </pc:sldMkLst>
        <pc:spChg chg="mod">
          <ac:chgData name="Aritra Mitra" userId="ed282abb-f77d-4912-ae2d-92fef056a80d" providerId="ADAL" clId="{0E76058E-06E8-43B3-B49B-C102015B6163}" dt="2020-01-30T09:49:44.036" v="430" actId="1076"/>
          <ac:spMkLst>
            <pc:docMk/>
            <pc:sldMk cId="138291223" sldId="1171"/>
            <ac:spMk id="124" creationId="{3F875628-C651-41E2-9A19-C8B4E5C60C8F}"/>
          </ac:spMkLst>
        </pc:spChg>
      </pc:sldChg>
      <pc:sldChg chg="addSp delSp modSp">
        <pc:chgData name="Aritra Mitra" userId="ed282abb-f77d-4912-ae2d-92fef056a80d" providerId="ADAL" clId="{0E76058E-06E8-43B3-B49B-C102015B6163}" dt="2020-02-03T21:27:42.528" v="3403" actId="1037"/>
        <pc:sldMkLst>
          <pc:docMk/>
          <pc:sldMk cId="1982029374" sldId="1172"/>
        </pc:sldMkLst>
        <pc:spChg chg="mod">
          <ac:chgData name="Aritra Mitra" userId="ed282abb-f77d-4912-ae2d-92fef056a80d" providerId="ADAL" clId="{0E76058E-06E8-43B3-B49B-C102015B6163}" dt="2020-02-03T21:26:58.612" v="3347" actId="1037"/>
          <ac:spMkLst>
            <pc:docMk/>
            <pc:sldMk cId="1982029374" sldId="1172"/>
            <ac:spMk id="15" creationId="{6BF312E7-1022-441F-965B-27FD6A5735B4}"/>
          </ac:spMkLst>
        </pc:spChg>
        <pc:spChg chg="mod">
          <ac:chgData name="Aritra Mitra" userId="ed282abb-f77d-4912-ae2d-92fef056a80d" providerId="ADAL" clId="{0E76058E-06E8-43B3-B49B-C102015B6163}" dt="2020-02-03T21:27:42.528" v="3403" actId="1037"/>
          <ac:spMkLst>
            <pc:docMk/>
            <pc:sldMk cId="1982029374" sldId="1172"/>
            <ac:spMk id="19" creationId="{E095B2C6-0312-4347-A88A-46EC5EC2F6CE}"/>
          </ac:spMkLst>
        </pc:spChg>
        <pc:picChg chg="del">
          <ac:chgData name="Aritra Mitra" userId="ed282abb-f77d-4912-ae2d-92fef056a80d" providerId="ADAL" clId="{0E76058E-06E8-43B3-B49B-C102015B6163}" dt="2020-02-03T21:24:12.031" v="3298" actId="478"/>
          <ac:picMkLst>
            <pc:docMk/>
            <pc:sldMk cId="1982029374" sldId="1172"/>
            <ac:picMk id="5" creationId="{15D2E4C4-F9D3-494E-8060-1223390D9864}"/>
          </ac:picMkLst>
        </pc:picChg>
        <pc:picChg chg="add mod">
          <ac:chgData name="Aritra Mitra" userId="ed282abb-f77d-4912-ae2d-92fef056a80d" providerId="ADAL" clId="{0E76058E-06E8-43B3-B49B-C102015B6163}" dt="2020-02-03T21:26:28.328" v="3337" actId="1076"/>
          <ac:picMkLst>
            <pc:docMk/>
            <pc:sldMk cId="1982029374" sldId="1172"/>
            <ac:picMk id="12" creationId="{98CECFC7-8D5E-4C49-9E45-AE4C74E82739}"/>
          </ac:picMkLst>
        </pc:picChg>
      </pc:sldChg>
      <pc:sldChg chg="addSp delSp modSp">
        <pc:chgData name="Aritra Mitra" userId="ed282abb-f77d-4912-ae2d-92fef056a80d" providerId="ADAL" clId="{0E76058E-06E8-43B3-B49B-C102015B6163}" dt="2020-02-04T17:10:49.873" v="7462" actId="114"/>
        <pc:sldMkLst>
          <pc:docMk/>
          <pc:sldMk cId="2817798476" sldId="1174"/>
        </pc:sldMkLst>
        <pc:spChg chg="add del mod">
          <ac:chgData name="Aritra Mitra" userId="ed282abb-f77d-4912-ae2d-92fef056a80d" providerId="ADAL" clId="{0E76058E-06E8-43B3-B49B-C102015B6163}" dt="2020-02-03T21:18:36.491" v="3286" actId="1037"/>
          <ac:spMkLst>
            <pc:docMk/>
            <pc:sldMk cId="2817798476" sldId="1174"/>
            <ac:spMk id="2" creationId="{D7F17B51-3F79-465B-8275-2CC88DB06F31}"/>
          </ac:spMkLst>
        </pc:spChg>
        <pc:spChg chg="add mod">
          <ac:chgData name="Aritra Mitra" userId="ed282abb-f77d-4912-ae2d-92fef056a80d" providerId="ADAL" clId="{0E76058E-06E8-43B3-B49B-C102015B6163}" dt="2020-02-04T17:10:49.873" v="7462" actId="114"/>
          <ac:spMkLst>
            <pc:docMk/>
            <pc:sldMk cId="2817798476" sldId="1174"/>
            <ac:spMk id="3" creationId="{B0D1925B-BCA6-4495-8336-FC0A51E787F9}"/>
          </ac:spMkLst>
        </pc:spChg>
        <pc:spChg chg="add del mod">
          <ac:chgData name="Aritra Mitra" userId="ed282abb-f77d-4912-ae2d-92fef056a80d" providerId="ADAL" clId="{0E76058E-06E8-43B3-B49B-C102015B6163}" dt="2020-01-30T09:48:26.439" v="425" actId="478"/>
          <ac:spMkLst>
            <pc:docMk/>
            <pc:sldMk cId="2817798476" sldId="1174"/>
            <ac:spMk id="5" creationId="{3D731B95-80B8-42A7-9D5F-A8386367C1E2}"/>
          </ac:spMkLst>
        </pc:spChg>
      </pc:sldChg>
      <pc:sldChg chg="del">
        <pc:chgData name="Aritra Mitra" userId="ed282abb-f77d-4912-ae2d-92fef056a80d" providerId="ADAL" clId="{0E76058E-06E8-43B3-B49B-C102015B6163}" dt="2020-01-30T10:03:57.863" v="638" actId="2696"/>
        <pc:sldMkLst>
          <pc:docMk/>
          <pc:sldMk cId="551768603" sldId="1176"/>
        </pc:sldMkLst>
      </pc:sldChg>
      <pc:sldChg chg="modSp add del">
        <pc:chgData name="Aritra Mitra" userId="ed282abb-f77d-4912-ae2d-92fef056a80d" providerId="ADAL" clId="{0E76058E-06E8-43B3-B49B-C102015B6163}" dt="2020-02-05T20:35:39.570" v="8366" actId="20577"/>
        <pc:sldMkLst>
          <pc:docMk/>
          <pc:sldMk cId="3220700419" sldId="1177"/>
        </pc:sldMkLst>
        <pc:spChg chg="mod">
          <ac:chgData name="Aritra Mitra" userId="ed282abb-f77d-4912-ae2d-92fef056a80d" providerId="ADAL" clId="{0E76058E-06E8-43B3-B49B-C102015B6163}" dt="2020-02-03T21:58:17.359" v="3940" actId="20577"/>
          <ac:spMkLst>
            <pc:docMk/>
            <pc:sldMk cId="3220700419" sldId="1177"/>
            <ac:spMk id="2" creationId="{C2DFFA23-F71C-4091-AC57-129E32E18355}"/>
          </ac:spMkLst>
        </pc:spChg>
        <pc:spChg chg="mod">
          <ac:chgData name="Aritra Mitra" userId="ed282abb-f77d-4912-ae2d-92fef056a80d" providerId="ADAL" clId="{0E76058E-06E8-43B3-B49B-C102015B6163}" dt="2020-02-05T20:35:39.570" v="8366" actId="20577"/>
          <ac:spMkLst>
            <pc:docMk/>
            <pc:sldMk cId="3220700419" sldId="1177"/>
            <ac:spMk id="3" creationId="{BCF55362-9D43-4A23-99D0-0F3D23AA9932}"/>
          </ac:spMkLst>
        </pc:spChg>
      </pc:sldChg>
      <pc:sldChg chg="addSp delSp modSp add">
        <pc:chgData name="Aritra Mitra" userId="ed282abb-f77d-4912-ae2d-92fef056a80d" providerId="ADAL" clId="{0E76058E-06E8-43B3-B49B-C102015B6163}" dt="2020-02-05T20:46:50.887" v="8595" actId="207"/>
        <pc:sldMkLst>
          <pc:docMk/>
          <pc:sldMk cId="1487822120" sldId="1178"/>
        </pc:sldMkLst>
        <pc:spChg chg="del mod">
          <ac:chgData name="Aritra Mitra" userId="ed282abb-f77d-4912-ae2d-92fef056a80d" providerId="ADAL" clId="{0E76058E-06E8-43B3-B49B-C102015B6163}" dt="2020-02-04T12:56:13.271" v="5914" actId="478"/>
          <ac:spMkLst>
            <pc:docMk/>
            <pc:sldMk cId="1487822120" sldId="1178"/>
            <ac:spMk id="3" creationId="{299B1CA8-19AB-4815-9940-92024449B364}"/>
          </ac:spMkLst>
        </pc:spChg>
        <pc:spChg chg="add mod">
          <ac:chgData name="Aritra Mitra" userId="ed282abb-f77d-4912-ae2d-92fef056a80d" providerId="ADAL" clId="{0E76058E-06E8-43B3-B49B-C102015B6163}" dt="2020-02-05T20:46:50.887" v="8595" actId="207"/>
          <ac:spMkLst>
            <pc:docMk/>
            <pc:sldMk cId="1487822120" sldId="1178"/>
            <ac:spMk id="5" creationId="{42AF67CA-5E10-4C5F-A8A0-F65117A5DB37}"/>
          </ac:spMkLst>
        </pc:spChg>
      </pc:sldChg>
      <pc:sldChg chg="modSp del modAnim">
        <pc:chgData name="Aritra Mitra" userId="ed282abb-f77d-4912-ae2d-92fef056a80d" providerId="ADAL" clId="{0E76058E-06E8-43B3-B49B-C102015B6163}" dt="2020-01-30T11:30:09.775" v="956" actId="2696"/>
        <pc:sldMkLst>
          <pc:docMk/>
          <pc:sldMk cId="2193286366" sldId="1178"/>
        </pc:sldMkLst>
        <pc:spChg chg="mod">
          <ac:chgData name="Aritra Mitra" userId="ed282abb-f77d-4912-ae2d-92fef056a80d" providerId="ADAL" clId="{0E76058E-06E8-43B3-B49B-C102015B6163}" dt="2020-01-30T10:01:13.469" v="637" actId="14100"/>
          <ac:spMkLst>
            <pc:docMk/>
            <pc:sldMk cId="2193286366" sldId="1178"/>
            <ac:spMk id="3" creationId="{299B1CA8-19AB-4815-9940-92024449B364}"/>
          </ac:spMkLst>
        </pc:spChg>
      </pc:sldChg>
      <pc:sldChg chg="delSp modSp add del">
        <pc:chgData name="Aritra Mitra" userId="ed282abb-f77d-4912-ae2d-92fef056a80d" providerId="ADAL" clId="{0E76058E-06E8-43B3-B49B-C102015B6163}" dt="2020-02-03T18:50:00.590" v="2735" actId="2696"/>
        <pc:sldMkLst>
          <pc:docMk/>
          <pc:sldMk cId="430887345" sldId="1179"/>
        </pc:sldMkLst>
        <pc:spChg chg="del mod">
          <ac:chgData name="Aritra Mitra" userId="ed282abb-f77d-4912-ae2d-92fef056a80d" providerId="ADAL" clId="{0E76058E-06E8-43B3-B49B-C102015B6163}" dt="2020-02-03T18:46:58.087" v="2624" actId="478"/>
          <ac:spMkLst>
            <pc:docMk/>
            <pc:sldMk cId="430887345" sldId="1179"/>
            <ac:spMk id="18" creationId="{00000000-0000-0000-0000-000000000000}"/>
          </ac:spMkLst>
        </pc:spChg>
      </pc:sldChg>
      <pc:sldChg chg="add del">
        <pc:chgData name="Aritra Mitra" userId="ed282abb-f77d-4912-ae2d-92fef056a80d" providerId="ADAL" clId="{0E76058E-06E8-43B3-B49B-C102015B6163}" dt="2020-02-02T18:54:48.950" v="959"/>
        <pc:sldMkLst>
          <pc:docMk/>
          <pc:sldMk cId="592353405" sldId="1180"/>
        </pc:sldMkLst>
      </pc:sldChg>
      <pc:sldChg chg="add">
        <pc:chgData name="Aritra Mitra" userId="ed282abb-f77d-4912-ae2d-92fef056a80d" providerId="ADAL" clId="{0E76058E-06E8-43B3-B49B-C102015B6163}" dt="2020-02-02T18:55:22.009" v="960"/>
        <pc:sldMkLst>
          <pc:docMk/>
          <pc:sldMk cId="669542718" sldId="1180"/>
        </pc:sldMkLst>
      </pc:sldChg>
      <pc:sldChg chg="add">
        <pc:chgData name="Aritra Mitra" userId="ed282abb-f77d-4912-ae2d-92fef056a80d" providerId="ADAL" clId="{0E76058E-06E8-43B3-B49B-C102015B6163}" dt="2020-02-02T18:55:22.009" v="960"/>
        <pc:sldMkLst>
          <pc:docMk/>
          <pc:sldMk cId="3789624933" sldId="1181"/>
        </pc:sldMkLst>
      </pc:sldChg>
      <pc:sldChg chg="add">
        <pc:chgData name="Aritra Mitra" userId="ed282abb-f77d-4912-ae2d-92fef056a80d" providerId="ADAL" clId="{0E76058E-06E8-43B3-B49B-C102015B6163}" dt="2020-02-02T18:55:22.009" v="960"/>
        <pc:sldMkLst>
          <pc:docMk/>
          <pc:sldMk cId="90164970" sldId="1182"/>
        </pc:sldMkLst>
      </pc:sldChg>
      <pc:sldChg chg="add">
        <pc:chgData name="Aritra Mitra" userId="ed282abb-f77d-4912-ae2d-92fef056a80d" providerId="ADAL" clId="{0E76058E-06E8-43B3-B49B-C102015B6163}" dt="2020-02-02T18:55:22.009" v="960"/>
        <pc:sldMkLst>
          <pc:docMk/>
          <pc:sldMk cId="97355825" sldId="1183"/>
        </pc:sldMkLst>
      </pc:sldChg>
      <pc:sldChg chg="add del">
        <pc:chgData name="Aritra Mitra" userId="ed282abb-f77d-4912-ae2d-92fef056a80d" providerId="ADAL" clId="{0E76058E-06E8-43B3-B49B-C102015B6163}" dt="2020-02-05T21:07:56.503" v="9652" actId="2696"/>
        <pc:sldMkLst>
          <pc:docMk/>
          <pc:sldMk cId="2618152041" sldId="1184"/>
        </pc:sldMkLst>
      </pc:sldChg>
      <pc:sldChg chg="add del">
        <pc:chgData name="Aritra Mitra" userId="ed282abb-f77d-4912-ae2d-92fef056a80d" providerId="ADAL" clId="{0E76058E-06E8-43B3-B49B-C102015B6163}" dt="2020-02-05T21:07:57.303" v="9653" actId="2696"/>
        <pc:sldMkLst>
          <pc:docMk/>
          <pc:sldMk cId="475705295" sldId="1185"/>
        </pc:sldMkLst>
      </pc:sldChg>
      <pc:sldChg chg="add">
        <pc:chgData name="Aritra Mitra" userId="ed282abb-f77d-4912-ae2d-92fef056a80d" providerId="ADAL" clId="{0E76058E-06E8-43B3-B49B-C102015B6163}" dt="2020-02-02T19:24:40.436" v="967"/>
        <pc:sldMkLst>
          <pc:docMk/>
          <pc:sldMk cId="682186531" sldId="1186"/>
        </pc:sldMkLst>
      </pc:sldChg>
      <pc:sldChg chg="add del">
        <pc:chgData name="Aritra Mitra" userId="ed282abb-f77d-4912-ae2d-92fef056a80d" providerId="ADAL" clId="{0E76058E-06E8-43B3-B49B-C102015B6163}" dt="2020-02-05T21:08:10.696" v="9656" actId="2696"/>
        <pc:sldMkLst>
          <pc:docMk/>
          <pc:sldMk cId="1005295342" sldId="1187"/>
        </pc:sldMkLst>
      </pc:sldChg>
      <pc:sldChg chg="addSp delSp modSp add delAnim modAnim">
        <pc:chgData name="Aritra Mitra" userId="ed282abb-f77d-4912-ae2d-92fef056a80d" providerId="ADAL" clId="{0E76058E-06E8-43B3-B49B-C102015B6163}" dt="2020-02-02T20:45:12.316" v="1376" actId="1037"/>
        <pc:sldMkLst>
          <pc:docMk/>
          <pc:sldMk cId="1228088145" sldId="1188"/>
        </pc:sldMkLst>
        <pc:spChg chg="mod">
          <ac:chgData name="Aritra Mitra" userId="ed282abb-f77d-4912-ae2d-92fef056a80d" providerId="ADAL" clId="{0E76058E-06E8-43B3-B49B-C102015B6163}" dt="2020-02-02T20:44:41.543" v="1281" actId="20577"/>
          <ac:spMkLst>
            <pc:docMk/>
            <pc:sldMk cId="1228088145" sldId="1188"/>
            <ac:spMk id="4" creationId="{00000000-0000-0000-0000-000000000000}"/>
          </ac:spMkLst>
        </pc:spChg>
        <pc:spChg chg="mod">
          <ac:chgData name="Aritra Mitra" userId="ed282abb-f77d-4912-ae2d-92fef056a80d" providerId="ADAL" clId="{0E76058E-06E8-43B3-B49B-C102015B6163}" dt="2020-02-02T20:44:59.521" v="1284" actId="164"/>
          <ac:spMkLst>
            <pc:docMk/>
            <pc:sldMk cId="1228088145" sldId="1188"/>
            <ac:spMk id="5" creationId="{1C979220-3345-494C-9B72-464C1BE5D372}"/>
          </ac:spMkLst>
        </pc:spChg>
        <pc:spChg chg="add del">
          <ac:chgData name="Aritra Mitra" userId="ed282abb-f77d-4912-ae2d-92fef056a80d" providerId="ADAL" clId="{0E76058E-06E8-43B3-B49B-C102015B6163}" dt="2020-02-02T20:43:48.043" v="1242"/>
          <ac:spMkLst>
            <pc:docMk/>
            <pc:sldMk cId="1228088145" sldId="1188"/>
            <ac:spMk id="8" creationId="{B8B8A744-FC84-4964-AE6E-D48200993045}"/>
          </ac:spMkLst>
        </pc:spChg>
        <pc:spChg chg="del">
          <ac:chgData name="Aritra Mitra" userId="ed282abb-f77d-4912-ae2d-92fef056a80d" providerId="ADAL" clId="{0E76058E-06E8-43B3-B49B-C102015B6163}" dt="2020-02-02T20:38:07.846" v="1135" actId="478"/>
          <ac:spMkLst>
            <pc:docMk/>
            <pc:sldMk cId="1228088145" sldId="1188"/>
            <ac:spMk id="11" creationId="{5F1F8EF7-154E-436E-92A0-337D12357018}"/>
          </ac:spMkLst>
        </pc:spChg>
        <pc:spChg chg="mod">
          <ac:chgData name="Aritra Mitra" userId="ed282abb-f77d-4912-ae2d-92fef056a80d" providerId="ADAL" clId="{0E76058E-06E8-43B3-B49B-C102015B6163}" dt="2020-02-02T20:44:59.521" v="1284" actId="164"/>
          <ac:spMkLst>
            <pc:docMk/>
            <pc:sldMk cId="1228088145" sldId="1188"/>
            <ac:spMk id="12" creationId="{8186CB9C-F4C2-4F41-A82E-4B87EA4FD6F7}"/>
          </ac:spMkLst>
        </pc:spChg>
        <pc:spChg chg="mod">
          <ac:chgData name="Aritra Mitra" userId="ed282abb-f77d-4912-ae2d-92fef056a80d" providerId="ADAL" clId="{0E76058E-06E8-43B3-B49B-C102015B6163}" dt="2020-02-02T20:44:59.521" v="1284" actId="164"/>
          <ac:spMkLst>
            <pc:docMk/>
            <pc:sldMk cId="1228088145" sldId="1188"/>
            <ac:spMk id="17" creationId="{00000000-0000-0000-0000-000000000000}"/>
          </ac:spMkLst>
        </pc:spChg>
        <pc:spChg chg="mod">
          <ac:chgData name="Aritra Mitra" userId="ed282abb-f77d-4912-ae2d-92fef056a80d" providerId="ADAL" clId="{0E76058E-06E8-43B3-B49B-C102015B6163}" dt="2020-02-02T20:44:59.521" v="1284" actId="164"/>
          <ac:spMkLst>
            <pc:docMk/>
            <pc:sldMk cId="1228088145" sldId="1188"/>
            <ac:spMk id="18" creationId="{00000000-0000-0000-0000-000000000000}"/>
          </ac:spMkLst>
        </pc:spChg>
        <pc:spChg chg="add mod">
          <ac:chgData name="Aritra Mitra" userId="ed282abb-f77d-4912-ae2d-92fef056a80d" providerId="ADAL" clId="{0E76058E-06E8-43B3-B49B-C102015B6163}" dt="2020-02-02T20:44:48.251" v="1283" actId="571"/>
          <ac:spMkLst>
            <pc:docMk/>
            <pc:sldMk cId="1228088145" sldId="1188"/>
            <ac:spMk id="20" creationId="{56A2C92C-CBB9-4D78-8E29-E0F6766C288D}"/>
          </ac:spMkLst>
        </pc:spChg>
        <pc:grpChg chg="add mod">
          <ac:chgData name="Aritra Mitra" userId="ed282abb-f77d-4912-ae2d-92fef056a80d" providerId="ADAL" clId="{0E76058E-06E8-43B3-B49B-C102015B6163}" dt="2020-02-02T20:45:12.316" v="1376" actId="1037"/>
          <ac:grpSpMkLst>
            <pc:docMk/>
            <pc:sldMk cId="1228088145" sldId="1188"/>
            <ac:grpSpMk id="14" creationId="{2B36C3A9-2F0C-4975-8F49-E6B3796B455F}"/>
          </ac:grpSpMkLst>
        </pc:grpChg>
        <pc:picChg chg="mod">
          <ac:chgData name="Aritra Mitra" userId="ed282abb-f77d-4912-ae2d-92fef056a80d" providerId="ADAL" clId="{0E76058E-06E8-43B3-B49B-C102015B6163}" dt="2020-02-02T20:44:59.521" v="1284" actId="164"/>
          <ac:picMkLst>
            <pc:docMk/>
            <pc:sldMk cId="1228088145" sldId="1188"/>
            <ac:picMk id="6" creationId="{409838D2-4002-47DB-A346-0A92113367F1}"/>
          </ac:picMkLst>
        </pc:picChg>
        <pc:picChg chg="del">
          <ac:chgData name="Aritra Mitra" userId="ed282abb-f77d-4912-ae2d-92fef056a80d" providerId="ADAL" clId="{0E76058E-06E8-43B3-B49B-C102015B6163}" dt="2020-02-02T20:38:43.532" v="1140" actId="478"/>
          <ac:picMkLst>
            <pc:docMk/>
            <pc:sldMk cId="1228088145" sldId="1188"/>
            <ac:picMk id="10" creationId="{166D0142-5089-4282-85E3-54F25C9B4695}"/>
          </ac:picMkLst>
        </pc:picChg>
        <pc:picChg chg="add mod">
          <ac:chgData name="Aritra Mitra" userId="ed282abb-f77d-4912-ae2d-92fef056a80d" providerId="ADAL" clId="{0E76058E-06E8-43B3-B49B-C102015B6163}" dt="2020-02-02T20:44:48.251" v="1283" actId="571"/>
          <ac:picMkLst>
            <pc:docMk/>
            <pc:sldMk cId="1228088145" sldId="1188"/>
            <ac:picMk id="21" creationId="{82BBFA71-ABAF-4EDD-ACEA-A76C70635690}"/>
          </ac:picMkLst>
        </pc:picChg>
        <pc:cxnChg chg="del mod">
          <ac:chgData name="Aritra Mitra" userId="ed282abb-f77d-4912-ae2d-92fef056a80d" providerId="ADAL" clId="{0E76058E-06E8-43B3-B49B-C102015B6163}" dt="2020-02-02T20:42:04.376" v="1229" actId="478"/>
          <ac:cxnSpMkLst>
            <pc:docMk/>
            <pc:sldMk cId="1228088145" sldId="1188"/>
            <ac:cxnSpMk id="9" creationId="{00000000-0000-0000-0000-000000000000}"/>
          </ac:cxnSpMkLst>
        </pc:cxnChg>
        <pc:cxnChg chg="del mod">
          <ac:chgData name="Aritra Mitra" userId="ed282abb-f77d-4912-ae2d-92fef056a80d" providerId="ADAL" clId="{0E76058E-06E8-43B3-B49B-C102015B6163}" dt="2020-02-02T20:42:08.032" v="1230" actId="478"/>
          <ac:cxnSpMkLst>
            <pc:docMk/>
            <pc:sldMk cId="1228088145" sldId="1188"/>
            <ac:cxnSpMk id="13" creationId="{00000000-0000-0000-0000-000000000000}"/>
          </ac:cxnSpMkLst>
        </pc:cxnChg>
        <pc:cxnChg chg="mod">
          <ac:chgData name="Aritra Mitra" userId="ed282abb-f77d-4912-ae2d-92fef056a80d" providerId="ADAL" clId="{0E76058E-06E8-43B3-B49B-C102015B6163}" dt="2020-02-02T20:44:59.521" v="1284" actId="164"/>
          <ac:cxnSpMkLst>
            <pc:docMk/>
            <pc:sldMk cId="1228088145" sldId="1188"/>
            <ac:cxnSpMk id="15" creationId="{5B17A4E6-3109-464F-AC41-E73066E03A4B}"/>
          </ac:cxnSpMkLst>
        </pc:cxnChg>
        <pc:cxnChg chg="add mod">
          <ac:chgData name="Aritra Mitra" userId="ed282abb-f77d-4912-ae2d-92fef056a80d" providerId="ADAL" clId="{0E76058E-06E8-43B3-B49B-C102015B6163}" dt="2020-02-02T20:44:59.521" v="1284" actId="164"/>
          <ac:cxnSpMkLst>
            <pc:docMk/>
            <pc:sldMk cId="1228088145" sldId="1188"/>
            <ac:cxnSpMk id="16" creationId="{DE7C265D-9922-453D-93D1-CC870D697CF9}"/>
          </ac:cxnSpMkLst>
        </pc:cxnChg>
        <pc:cxnChg chg="add mod">
          <ac:chgData name="Aritra Mitra" userId="ed282abb-f77d-4912-ae2d-92fef056a80d" providerId="ADAL" clId="{0E76058E-06E8-43B3-B49B-C102015B6163}" dt="2020-02-02T20:44:59.521" v="1284" actId="164"/>
          <ac:cxnSpMkLst>
            <pc:docMk/>
            <pc:sldMk cId="1228088145" sldId="1188"/>
            <ac:cxnSpMk id="19" creationId="{5651A917-403C-46FC-A826-A62F4576FE2B}"/>
          </ac:cxnSpMkLst>
        </pc:cxnChg>
      </pc:sldChg>
      <pc:sldChg chg="addSp delSp modSp add modAnim">
        <pc:chgData name="Aritra Mitra" userId="ed282abb-f77d-4912-ae2d-92fef056a80d" providerId="ADAL" clId="{0E76058E-06E8-43B3-B49B-C102015B6163}" dt="2020-02-03T18:55:50.737" v="2741" actId="1582"/>
        <pc:sldMkLst>
          <pc:docMk/>
          <pc:sldMk cId="1226206689" sldId="1189"/>
        </pc:sldMkLst>
        <pc:spChg chg="mod">
          <ac:chgData name="Aritra Mitra" userId="ed282abb-f77d-4912-ae2d-92fef056a80d" providerId="ADAL" clId="{0E76058E-06E8-43B3-B49B-C102015B6163}" dt="2020-02-02T20:47:30.892" v="1463" actId="207"/>
          <ac:spMkLst>
            <pc:docMk/>
            <pc:sldMk cId="1226206689" sldId="1189"/>
            <ac:spMk id="4" creationId="{00000000-0000-0000-0000-000000000000}"/>
          </ac:spMkLst>
        </pc:spChg>
        <pc:spChg chg="add mod">
          <ac:chgData name="Aritra Mitra" userId="ed282abb-f77d-4912-ae2d-92fef056a80d" providerId="ADAL" clId="{0E76058E-06E8-43B3-B49B-C102015B6163}" dt="2020-02-03T18:55:50.737" v="2741" actId="1582"/>
          <ac:spMkLst>
            <pc:docMk/>
            <pc:sldMk cId="1226206689" sldId="1189"/>
            <ac:spMk id="21" creationId="{A5E0CCA3-9B88-49F7-B4DE-D60C7BFB307D}"/>
          </ac:spMkLst>
        </pc:spChg>
        <pc:grpChg chg="del">
          <ac:chgData name="Aritra Mitra" userId="ed282abb-f77d-4912-ae2d-92fef056a80d" providerId="ADAL" clId="{0E76058E-06E8-43B3-B49B-C102015B6163}" dt="2020-02-02T20:45:58.438" v="1386" actId="478"/>
          <ac:grpSpMkLst>
            <pc:docMk/>
            <pc:sldMk cId="1226206689" sldId="1189"/>
            <ac:grpSpMk id="14" creationId="{2B36C3A9-2F0C-4975-8F49-E6B3796B455F}"/>
          </ac:grpSpMkLst>
        </pc:grpChg>
        <pc:picChg chg="add mod">
          <ac:chgData name="Aritra Mitra" userId="ed282abb-f77d-4912-ae2d-92fef056a80d" providerId="ADAL" clId="{0E76058E-06E8-43B3-B49B-C102015B6163}" dt="2020-02-02T20:46:52.677" v="1392" actId="1076"/>
          <ac:picMkLst>
            <pc:docMk/>
            <pc:sldMk cId="1226206689" sldId="1189"/>
            <ac:picMk id="20" creationId="{C665FF95-6459-4BF0-BF11-5E24C93A8953}"/>
          </ac:picMkLst>
        </pc:picChg>
        <pc:cxnChg chg="mod">
          <ac:chgData name="Aritra Mitra" userId="ed282abb-f77d-4912-ae2d-92fef056a80d" providerId="ADAL" clId="{0E76058E-06E8-43B3-B49B-C102015B6163}" dt="2020-02-02T20:45:58.438" v="1386" actId="478"/>
          <ac:cxnSpMkLst>
            <pc:docMk/>
            <pc:sldMk cId="1226206689" sldId="1189"/>
            <ac:cxnSpMk id="15" creationId="{5B17A4E6-3109-464F-AC41-E73066E03A4B}"/>
          </ac:cxnSpMkLst>
        </pc:cxnChg>
      </pc:sldChg>
      <pc:sldChg chg="addSp delSp modSp add">
        <pc:chgData name="Aritra Mitra" userId="ed282abb-f77d-4912-ae2d-92fef056a80d" providerId="ADAL" clId="{0E76058E-06E8-43B3-B49B-C102015B6163}" dt="2020-02-02T23:21:06.907" v="1744" actId="1038"/>
        <pc:sldMkLst>
          <pc:docMk/>
          <pc:sldMk cId="751811388" sldId="1190"/>
        </pc:sldMkLst>
        <pc:spChg chg="mod">
          <ac:chgData name="Aritra Mitra" userId="ed282abb-f77d-4912-ae2d-92fef056a80d" providerId="ADAL" clId="{0E76058E-06E8-43B3-B49B-C102015B6163}" dt="2020-02-02T23:18:20.285" v="1703"/>
          <ac:spMkLst>
            <pc:docMk/>
            <pc:sldMk cId="751811388" sldId="1190"/>
            <ac:spMk id="3" creationId="{00000000-0000-0000-0000-000000000000}"/>
          </ac:spMkLst>
        </pc:spChg>
        <pc:spChg chg="add del mod">
          <ac:chgData name="Aritra Mitra" userId="ed282abb-f77d-4912-ae2d-92fef056a80d" providerId="ADAL" clId="{0E76058E-06E8-43B3-B49B-C102015B6163}" dt="2020-02-02T23:21:01.231" v="1727"/>
          <ac:spMkLst>
            <pc:docMk/>
            <pc:sldMk cId="751811388" sldId="1190"/>
            <ac:spMk id="8" creationId="{D67599DE-A3D4-4D23-B651-5813B05016E8}"/>
          </ac:spMkLst>
        </pc:spChg>
        <pc:grpChg chg="del">
          <ac:chgData name="Aritra Mitra" userId="ed282abb-f77d-4912-ae2d-92fef056a80d" providerId="ADAL" clId="{0E76058E-06E8-43B3-B49B-C102015B6163}" dt="2020-02-02T23:09:25.930" v="1483" actId="478"/>
          <ac:grpSpMkLst>
            <pc:docMk/>
            <pc:sldMk cId="751811388" sldId="1190"/>
            <ac:grpSpMk id="54" creationId="{0302556C-1FA9-4909-B8E7-1EA60FAEE12B}"/>
          </ac:grpSpMkLst>
        </pc:grpChg>
        <pc:grpChg chg="add mod">
          <ac:chgData name="Aritra Mitra" userId="ed282abb-f77d-4912-ae2d-92fef056a80d" providerId="ADAL" clId="{0E76058E-06E8-43B3-B49B-C102015B6163}" dt="2020-02-02T23:21:06.907" v="1744" actId="1038"/>
          <ac:grpSpMkLst>
            <pc:docMk/>
            <pc:sldMk cId="751811388" sldId="1190"/>
            <ac:grpSpMk id="101" creationId="{D548D508-7D89-4A5F-8473-3A1755DC8547}"/>
          </ac:grpSpMkLst>
        </pc:grpChg>
        <pc:grpChg chg="mod">
          <ac:chgData name="Aritra Mitra" userId="ed282abb-f77d-4912-ae2d-92fef056a80d" providerId="ADAL" clId="{0E76058E-06E8-43B3-B49B-C102015B6163}" dt="2020-02-02T23:09:23.561" v="1482" actId="571"/>
          <ac:grpSpMkLst>
            <pc:docMk/>
            <pc:sldMk cId="751811388" sldId="1190"/>
            <ac:grpSpMk id="102" creationId="{02192D61-5AAC-4FB7-A245-44484421FCBD}"/>
          </ac:grpSpMkLst>
        </pc:grpChg>
        <pc:grpChg chg="mod">
          <ac:chgData name="Aritra Mitra" userId="ed282abb-f77d-4912-ae2d-92fef056a80d" providerId="ADAL" clId="{0E76058E-06E8-43B3-B49B-C102015B6163}" dt="2020-02-02T23:09:23.561" v="1482" actId="571"/>
          <ac:grpSpMkLst>
            <pc:docMk/>
            <pc:sldMk cId="751811388" sldId="1190"/>
            <ac:grpSpMk id="104" creationId="{0100D693-A621-4136-AD14-5E3FEBF93F71}"/>
          </ac:grpSpMkLst>
        </pc:grpChg>
        <pc:grpChg chg="mod">
          <ac:chgData name="Aritra Mitra" userId="ed282abb-f77d-4912-ae2d-92fef056a80d" providerId="ADAL" clId="{0E76058E-06E8-43B3-B49B-C102015B6163}" dt="2020-02-02T23:09:23.561" v="1482" actId="571"/>
          <ac:grpSpMkLst>
            <pc:docMk/>
            <pc:sldMk cId="751811388" sldId="1190"/>
            <ac:grpSpMk id="115" creationId="{413F2730-F66B-40D0-9A86-2CF266BBACCF}"/>
          </ac:grpSpMkLst>
        </pc:grpChg>
        <pc:picChg chg="del mod">
          <ac:chgData name="Aritra Mitra" userId="ed282abb-f77d-4912-ae2d-92fef056a80d" providerId="ADAL" clId="{0E76058E-06E8-43B3-B49B-C102015B6163}" dt="2020-02-02T23:14:57.040" v="1599" actId="478"/>
          <ac:picMkLst>
            <pc:docMk/>
            <pc:sldMk cId="751811388" sldId="1190"/>
            <ac:picMk id="5" creationId="{53A86AC2-6307-43CF-96ED-A56A01ADAC37}"/>
          </ac:picMkLst>
        </pc:picChg>
        <pc:picChg chg="mod">
          <ac:chgData name="Aritra Mitra" userId="ed282abb-f77d-4912-ae2d-92fef056a80d" providerId="ADAL" clId="{0E76058E-06E8-43B3-B49B-C102015B6163}" dt="2020-02-02T23:15:55.740" v="1630" actId="1036"/>
          <ac:picMkLst>
            <pc:docMk/>
            <pc:sldMk cId="751811388" sldId="1190"/>
            <ac:picMk id="7" creationId="{5521D4D0-1474-4131-AD74-346A1523734B}"/>
          </ac:picMkLst>
        </pc:picChg>
        <pc:picChg chg="mod">
          <ac:chgData name="Aritra Mitra" userId="ed282abb-f77d-4912-ae2d-92fef056a80d" providerId="ADAL" clId="{0E76058E-06E8-43B3-B49B-C102015B6163}" dt="2020-02-02T23:10:13.251" v="1497" actId="1035"/>
          <ac:picMkLst>
            <pc:docMk/>
            <pc:sldMk cId="751811388" sldId="1190"/>
            <ac:picMk id="49" creationId="{00000000-0000-0000-0000-000000000000}"/>
          </ac:picMkLst>
        </pc:picChg>
        <pc:picChg chg="mod">
          <ac:chgData name="Aritra Mitra" userId="ed282abb-f77d-4912-ae2d-92fef056a80d" providerId="ADAL" clId="{0E76058E-06E8-43B3-B49B-C102015B6163}" dt="2020-02-02T23:10:33.396" v="1517" actId="1038"/>
          <ac:picMkLst>
            <pc:docMk/>
            <pc:sldMk cId="751811388" sldId="1190"/>
            <ac:picMk id="50" creationId="{00000000-0000-0000-0000-000000000000}"/>
          </ac:picMkLst>
        </pc:picChg>
        <pc:picChg chg="del mod">
          <ac:chgData name="Aritra Mitra" userId="ed282abb-f77d-4912-ae2d-92fef056a80d" providerId="ADAL" clId="{0E76058E-06E8-43B3-B49B-C102015B6163}" dt="2020-02-02T23:15:10.561" v="1600" actId="478"/>
          <ac:picMkLst>
            <pc:docMk/>
            <pc:sldMk cId="751811388" sldId="1190"/>
            <ac:picMk id="52" creationId="{00000000-0000-0000-0000-000000000000}"/>
          </ac:picMkLst>
        </pc:picChg>
        <pc:picChg chg="mod">
          <ac:chgData name="Aritra Mitra" userId="ed282abb-f77d-4912-ae2d-92fef056a80d" providerId="ADAL" clId="{0E76058E-06E8-43B3-B49B-C102015B6163}" dt="2020-02-02T23:10:51.879" v="1520" actId="1076"/>
          <ac:picMkLst>
            <pc:docMk/>
            <pc:sldMk cId="751811388" sldId="1190"/>
            <ac:picMk id="53" creationId="{00000000-0000-0000-0000-000000000000}"/>
          </ac:picMkLst>
        </pc:picChg>
        <pc:picChg chg="del">
          <ac:chgData name="Aritra Mitra" userId="ed282abb-f77d-4912-ae2d-92fef056a80d" providerId="ADAL" clId="{0E76058E-06E8-43B3-B49B-C102015B6163}" dt="2020-02-02T23:10:57.928" v="1521" actId="478"/>
          <ac:picMkLst>
            <pc:docMk/>
            <pc:sldMk cId="751811388" sldId="1190"/>
            <ac:picMk id="56" creationId="{00000000-0000-0000-0000-000000000000}"/>
          </ac:picMkLst>
        </pc:picChg>
        <pc:picChg chg="add mod">
          <ac:chgData name="Aritra Mitra" userId="ed282abb-f77d-4912-ae2d-92fef056a80d" providerId="ADAL" clId="{0E76058E-06E8-43B3-B49B-C102015B6163}" dt="2020-02-02T23:16:30.754" v="1654" actId="1076"/>
          <ac:picMkLst>
            <pc:docMk/>
            <pc:sldMk cId="751811388" sldId="1190"/>
            <ac:picMk id="59" creationId="{F681B754-A058-476B-A207-38E03CB80A1B}"/>
          </ac:picMkLst>
        </pc:picChg>
        <pc:picChg chg="add mod">
          <ac:chgData name="Aritra Mitra" userId="ed282abb-f77d-4912-ae2d-92fef056a80d" providerId="ADAL" clId="{0E76058E-06E8-43B3-B49B-C102015B6163}" dt="2020-02-02T23:18:44.327" v="1711" actId="1037"/>
          <ac:picMkLst>
            <pc:docMk/>
            <pc:sldMk cId="751811388" sldId="1190"/>
            <ac:picMk id="60" creationId="{6CD027BA-3772-4CBF-B1A2-DF3336349A96}"/>
          </ac:picMkLst>
        </pc:picChg>
        <pc:picChg chg="add mod">
          <ac:chgData name="Aritra Mitra" userId="ed282abb-f77d-4912-ae2d-92fef056a80d" providerId="ADAL" clId="{0E76058E-06E8-43B3-B49B-C102015B6163}" dt="2020-02-02T23:21:06.907" v="1744" actId="1038"/>
          <ac:picMkLst>
            <pc:docMk/>
            <pc:sldMk cId="751811388" sldId="1190"/>
            <ac:picMk id="147" creationId="{1AF2114A-56AE-466E-8C49-977DFE9C867E}"/>
          </ac:picMkLst>
        </pc:pic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59" creationId="{2D0EE138-B776-4D18-8E61-C3F18001C10D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64" creationId="{48C8F941-1180-46F7-B295-0C1F4F39B6B6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65" creationId="{FDF8AEB8-770F-443C-8002-375BF2AB30A2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66" creationId="{BA4E2F56-D58B-4674-80BF-CE1FC6232179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67" creationId="{7F102DF5-A10C-4CC6-83FE-EAB9DADDF114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68" creationId="{B7D95FF7-EAE3-46F8-BE1C-7A2F5A42DC9F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0" creationId="{BA10367C-3308-4DC7-831F-A4DA9394462C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1" creationId="{0C9AB435-C409-4348-8B35-A5AE0A21C5F5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2" creationId="{82F11A03-1E87-48ED-9717-CAAF36C00135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3" creationId="{A12F8D6A-440E-4FED-99F4-4155F78C945A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4" creationId="{468EDF6E-B104-4E8B-B1FB-B95E49620ED2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5" creationId="{CE7E1796-DFF2-4CA0-8663-C18ECFAB23F8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6" creationId="{C2F56611-B653-4485-AC0C-DDEC7C0AB1AF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7" creationId="{08FBFCA3-7149-408E-A53C-D854A6E1437F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8" creationId="{409D9009-54F4-46B7-A1D7-EB08FE703592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79" creationId="{1AA34174-B9DA-4441-8FEF-237C8DC02BB0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80" creationId="{2E368052-7040-49FF-A76B-3947CE8003DD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81" creationId="{1E6A0225-68BF-4AFC-827D-6077EBBAD0C5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82" creationId="{015BF92A-5614-4C1D-A332-6ADE929A79BC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83" creationId="{9D70B91A-B2CE-47CC-BBC6-DA5AF7772A65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84" creationId="{BCDD269C-D206-4993-A2E1-35B418DE23AC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85" creationId="{D6D117AA-AFD1-4192-9F53-476B4881123B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86" creationId="{A30371AD-98B3-46E4-B748-C6AF19EC6E46}"/>
          </ac:cxnSpMkLst>
        </pc:cxnChg>
        <pc:cxnChg chg="mod">
          <ac:chgData name="Aritra Mitra" userId="ed282abb-f77d-4912-ae2d-92fef056a80d" providerId="ADAL" clId="{0E76058E-06E8-43B3-B49B-C102015B6163}" dt="2020-02-02T23:09:25.930" v="1483" actId="478"/>
          <ac:cxnSpMkLst>
            <pc:docMk/>
            <pc:sldMk cId="751811388" sldId="1190"/>
            <ac:cxnSpMk id="87" creationId="{1D02656B-30F9-40C0-AE77-EB37B35EF615}"/>
          </ac:cxnSpMkLst>
        </pc:cxnChg>
      </pc:sldChg>
      <pc:sldChg chg="add del">
        <pc:chgData name="Aritra Mitra" userId="ed282abb-f77d-4912-ae2d-92fef056a80d" providerId="ADAL" clId="{0E76058E-06E8-43B3-B49B-C102015B6163}" dt="2020-02-03T21:35:41.652" v="3406" actId="2696"/>
        <pc:sldMkLst>
          <pc:docMk/>
          <pc:sldMk cId="1624275847" sldId="1191"/>
        </pc:sldMkLst>
      </pc:sldChg>
      <pc:sldChg chg="addSp delSp modSp add">
        <pc:chgData name="Aritra Mitra" userId="ed282abb-f77d-4912-ae2d-92fef056a80d" providerId="ADAL" clId="{0E76058E-06E8-43B3-B49B-C102015B6163}" dt="2020-02-03T22:01:13.624" v="4017" actId="1582"/>
        <pc:sldMkLst>
          <pc:docMk/>
          <pc:sldMk cId="2205769333" sldId="1191"/>
        </pc:sldMkLst>
        <pc:spChg chg="mod">
          <ac:chgData name="Aritra Mitra" userId="ed282abb-f77d-4912-ae2d-92fef056a80d" providerId="ADAL" clId="{0E76058E-06E8-43B3-B49B-C102015B6163}" dt="2020-02-03T21:56:36.326" v="3917" actId="207"/>
          <ac:spMkLst>
            <pc:docMk/>
            <pc:sldMk cId="2205769333" sldId="1191"/>
            <ac:spMk id="3" creationId="{BCF55362-9D43-4A23-99D0-0F3D23AA9932}"/>
          </ac:spMkLst>
        </pc:spChg>
        <pc:spChg chg="add mod">
          <ac:chgData name="Aritra Mitra" userId="ed282abb-f77d-4912-ae2d-92fef056a80d" providerId="ADAL" clId="{0E76058E-06E8-43B3-B49B-C102015B6163}" dt="2020-02-03T21:56:21.430" v="3915" actId="1037"/>
          <ac:spMkLst>
            <pc:docMk/>
            <pc:sldMk cId="2205769333" sldId="1191"/>
            <ac:spMk id="51" creationId="{217967D4-D66E-41E0-9EC5-3FBC9C4F892F}"/>
          </ac:spMkLst>
        </pc:spChg>
        <pc:spChg chg="add mod">
          <ac:chgData name="Aritra Mitra" userId="ed282abb-f77d-4912-ae2d-92fef056a80d" providerId="ADAL" clId="{0E76058E-06E8-43B3-B49B-C102015B6163}" dt="2020-02-03T21:57:40.413" v="3918" actId="207"/>
          <ac:spMkLst>
            <pc:docMk/>
            <pc:sldMk cId="2205769333" sldId="1191"/>
            <ac:spMk id="54" creationId="{56F1C0F8-4390-40CB-B12F-9A14AFC0DBE1}"/>
          </ac:spMkLst>
        </pc:spChg>
        <pc:spChg chg="add del mod">
          <ac:chgData name="Aritra Mitra" userId="ed282abb-f77d-4912-ae2d-92fef056a80d" providerId="ADAL" clId="{0E76058E-06E8-43B3-B49B-C102015B6163}" dt="2020-02-03T21:52:01.237" v="3600" actId="478"/>
          <ac:spMkLst>
            <pc:docMk/>
            <pc:sldMk cId="2205769333" sldId="1191"/>
            <ac:spMk id="55" creationId="{1808C29C-DDD7-4256-A8C2-14D67D972E41}"/>
          </ac:spMkLst>
        </pc:spChg>
        <pc:spChg chg="add mod">
          <ac:chgData name="Aritra Mitra" userId="ed282abb-f77d-4912-ae2d-92fef056a80d" providerId="ADAL" clId="{0E76058E-06E8-43B3-B49B-C102015B6163}" dt="2020-02-03T22:01:13.624" v="4017" actId="1582"/>
          <ac:spMkLst>
            <pc:docMk/>
            <pc:sldMk cId="2205769333" sldId="1191"/>
            <ac:spMk id="60" creationId="{3F928E0B-1C05-4A32-A129-8CD21341477A}"/>
          </ac:spMkLst>
        </pc:spChg>
        <pc:grpChg chg="add mod">
          <ac:chgData name="Aritra Mitra" userId="ed282abb-f77d-4912-ae2d-92fef056a80d" providerId="ADAL" clId="{0E76058E-06E8-43B3-B49B-C102015B6163}" dt="2020-02-03T21:56:21.430" v="3915" actId="1037"/>
          <ac:grpSpMkLst>
            <pc:docMk/>
            <pc:sldMk cId="2205769333" sldId="1191"/>
            <ac:grpSpMk id="5" creationId="{16A3B72D-F51B-432F-8F2F-71A95CC1D3C8}"/>
          </ac:grpSpMkLst>
        </pc:grpChg>
        <pc:cxnChg chg="add del mod">
          <ac:chgData name="Aritra Mitra" userId="ed282abb-f77d-4912-ae2d-92fef056a80d" providerId="ADAL" clId="{0E76058E-06E8-43B3-B49B-C102015B6163}" dt="2020-02-03T21:51:47.791" v="3598" actId="478"/>
          <ac:cxnSpMkLst>
            <pc:docMk/>
            <pc:sldMk cId="2205769333" sldId="1191"/>
            <ac:cxnSpMk id="53" creationId="{61A13545-C0D1-443A-9C88-8512443643AE}"/>
          </ac:cxnSpMkLst>
        </pc:cxnChg>
        <pc:cxnChg chg="add mod">
          <ac:chgData name="Aritra Mitra" userId="ed282abb-f77d-4912-ae2d-92fef056a80d" providerId="ADAL" clId="{0E76058E-06E8-43B3-B49B-C102015B6163}" dt="2020-02-03T22:00:57.970" v="4016" actId="14100"/>
          <ac:cxnSpMkLst>
            <pc:docMk/>
            <pc:sldMk cId="2205769333" sldId="1191"/>
            <ac:cxnSpMk id="57" creationId="{8294A3E3-916F-49A1-9707-EACA10B365E2}"/>
          </ac:cxnSpMkLst>
        </pc:cxnChg>
      </pc:sldChg>
      <pc:sldChg chg="add del">
        <pc:chgData name="Aritra Mitra" userId="ed282abb-f77d-4912-ae2d-92fef056a80d" providerId="ADAL" clId="{0E76058E-06E8-43B3-B49B-C102015B6163}" dt="2020-02-03T18:42:30.032" v="2500" actId="2696"/>
        <pc:sldMkLst>
          <pc:docMk/>
          <pc:sldMk cId="4120707831" sldId="1191"/>
        </pc:sldMkLst>
      </pc:sldChg>
      <pc:sldChg chg="delSp modSp add del">
        <pc:chgData name="Aritra Mitra" userId="ed282abb-f77d-4912-ae2d-92fef056a80d" providerId="ADAL" clId="{0E76058E-06E8-43B3-B49B-C102015B6163}" dt="2020-02-03T22:06:04.573" v="4167" actId="2696"/>
        <pc:sldMkLst>
          <pc:docMk/>
          <pc:sldMk cId="250964228" sldId="1192"/>
        </pc:sldMkLst>
        <pc:spChg chg="mod">
          <ac:chgData name="Aritra Mitra" userId="ed282abb-f77d-4912-ae2d-92fef056a80d" providerId="ADAL" clId="{0E76058E-06E8-43B3-B49B-C102015B6163}" dt="2020-02-03T22:03:28.655" v="4106" actId="20577"/>
          <ac:spMkLst>
            <pc:docMk/>
            <pc:sldMk cId="250964228" sldId="1192"/>
            <ac:spMk id="3" creationId="{BCF55362-9D43-4A23-99D0-0F3D23AA9932}"/>
          </ac:spMkLst>
        </pc:spChg>
        <pc:spChg chg="mod">
          <ac:chgData name="Aritra Mitra" userId="ed282abb-f77d-4912-ae2d-92fef056a80d" providerId="ADAL" clId="{0E76058E-06E8-43B3-B49B-C102015B6163}" dt="2020-02-03T22:05:49.871" v="4166" actId="20577"/>
          <ac:spMkLst>
            <pc:docMk/>
            <pc:sldMk cId="250964228" sldId="1192"/>
            <ac:spMk id="7" creationId="{7F408493-63B7-4536-9950-AFE5ACEA2263}"/>
          </ac:spMkLst>
        </pc:spChg>
        <pc:spChg chg="del">
          <ac:chgData name="Aritra Mitra" userId="ed282abb-f77d-4912-ae2d-92fef056a80d" providerId="ADAL" clId="{0E76058E-06E8-43B3-B49B-C102015B6163}" dt="2020-02-03T22:03:39.473" v="4107" actId="478"/>
          <ac:spMkLst>
            <pc:docMk/>
            <pc:sldMk cId="250964228" sldId="1192"/>
            <ac:spMk id="51" creationId="{217967D4-D66E-41E0-9EC5-3FBC9C4F892F}"/>
          </ac:spMkLst>
        </pc:spChg>
        <pc:cxnChg chg="del mod">
          <ac:chgData name="Aritra Mitra" userId="ed282abb-f77d-4912-ae2d-92fef056a80d" providerId="ADAL" clId="{0E76058E-06E8-43B3-B49B-C102015B6163}" dt="2020-02-03T22:03:59.604" v="4109" actId="478"/>
          <ac:cxnSpMkLst>
            <pc:docMk/>
            <pc:sldMk cId="250964228" sldId="1192"/>
            <ac:cxnSpMk id="57" creationId="{8294A3E3-916F-49A1-9707-EACA10B365E2}"/>
          </ac:cxnSpMkLst>
        </pc:cxnChg>
      </pc:sldChg>
      <pc:sldChg chg="add">
        <pc:chgData name="Aritra Mitra" userId="ed282abb-f77d-4912-ae2d-92fef056a80d" providerId="ADAL" clId="{0E76058E-06E8-43B3-B49B-C102015B6163}" dt="2020-02-05T20:42:41.479" v="8368"/>
        <pc:sldMkLst>
          <pc:docMk/>
          <pc:sldMk cId="1259415062" sldId="1192"/>
        </pc:sldMkLst>
      </pc:sldChg>
      <pc:sldChg chg="addSp delSp modSp add del">
        <pc:chgData name="Aritra Mitra" userId="ed282abb-f77d-4912-ae2d-92fef056a80d" providerId="ADAL" clId="{0E76058E-06E8-43B3-B49B-C102015B6163}" dt="2020-02-05T20:42:36.584" v="8367" actId="2696"/>
        <pc:sldMkLst>
          <pc:docMk/>
          <pc:sldMk cId="3274007478" sldId="1192"/>
        </pc:sldMkLst>
        <pc:spChg chg="mod">
          <ac:chgData name="Aritra Mitra" userId="ed282abb-f77d-4912-ae2d-92fef056a80d" providerId="ADAL" clId="{0E76058E-06E8-43B3-B49B-C102015B6163}" dt="2020-02-03T22:17:44.699" v="4359" actId="207"/>
          <ac:spMkLst>
            <pc:docMk/>
            <pc:sldMk cId="3274007478" sldId="1192"/>
            <ac:spMk id="3" creationId="{BCF55362-9D43-4A23-99D0-0F3D23AA9932}"/>
          </ac:spMkLst>
        </pc:spChg>
        <pc:spChg chg="mod">
          <ac:chgData name="Aritra Mitra" userId="ed282abb-f77d-4912-ae2d-92fef056a80d" providerId="ADAL" clId="{0E76058E-06E8-43B3-B49B-C102015B6163}" dt="2020-02-03T22:12:18.634" v="4274" actId="207"/>
          <ac:spMkLst>
            <pc:docMk/>
            <pc:sldMk cId="3274007478" sldId="1192"/>
            <ac:spMk id="7" creationId="{7F408493-63B7-4536-9950-AFE5ACEA2263}"/>
          </ac:spMkLst>
        </pc:spChg>
        <pc:spChg chg="del">
          <ac:chgData name="Aritra Mitra" userId="ed282abb-f77d-4912-ae2d-92fef056a80d" providerId="ADAL" clId="{0E76058E-06E8-43B3-B49B-C102015B6163}" dt="2020-02-03T22:06:42.399" v="4174" actId="478"/>
          <ac:spMkLst>
            <pc:docMk/>
            <pc:sldMk cId="3274007478" sldId="1192"/>
            <ac:spMk id="51" creationId="{217967D4-D66E-41E0-9EC5-3FBC9C4F892F}"/>
          </ac:spMkLst>
        </pc:spChg>
        <pc:spChg chg="add del mod">
          <ac:chgData name="Aritra Mitra" userId="ed282abb-f77d-4912-ae2d-92fef056a80d" providerId="ADAL" clId="{0E76058E-06E8-43B3-B49B-C102015B6163}" dt="2020-02-03T22:19:18.465" v="4360" actId="478"/>
          <ac:spMkLst>
            <pc:docMk/>
            <pc:sldMk cId="3274007478" sldId="1192"/>
            <ac:spMk id="52" creationId="{8461E74C-9D08-4804-A025-32C2CD6BFDDF}"/>
          </ac:spMkLst>
        </pc:spChg>
        <pc:spChg chg="del">
          <ac:chgData name="Aritra Mitra" userId="ed282abb-f77d-4912-ae2d-92fef056a80d" providerId="ADAL" clId="{0E76058E-06E8-43B3-B49B-C102015B6163}" dt="2020-02-03T22:06:16.262" v="4169" actId="478"/>
          <ac:spMkLst>
            <pc:docMk/>
            <pc:sldMk cId="3274007478" sldId="1192"/>
            <ac:spMk id="54" creationId="{56F1C0F8-4390-40CB-B12F-9A14AFC0DBE1}"/>
          </ac:spMkLst>
        </pc:spChg>
        <pc:spChg chg="add mod">
          <ac:chgData name="Aritra Mitra" userId="ed282abb-f77d-4912-ae2d-92fef056a80d" providerId="ADAL" clId="{0E76058E-06E8-43B3-B49B-C102015B6163}" dt="2020-02-03T22:14:03.526" v="4357" actId="1076"/>
          <ac:spMkLst>
            <pc:docMk/>
            <pc:sldMk cId="3274007478" sldId="1192"/>
            <ac:spMk id="56" creationId="{4C9425EA-C6E3-4CE3-93D4-C21DD5D5E0D0}"/>
          </ac:spMkLst>
        </pc:spChg>
        <pc:spChg chg="del">
          <ac:chgData name="Aritra Mitra" userId="ed282abb-f77d-4912-ae2d-92fef056a80d" providerId="ADAL" clId="{0E76058E-06E8-43B3-B49B-C102015B6163}" dt="2020-02-03T22:06:18.216" v="4170" actId="478"/>
          <ac:spMkLst>
            <pc:docMk/>
            <pc:sldMk cId="3274007478" sldId="1192"/>
            <ac:spMk id="60" creationId="{3F928E0B-1C05-4A32-A129-8CD21341477A}"/>
          </ac:spMkLst>
        </pc:spChg>
        <pc:grpChg chg="mod">
          <ac:chgData name="Aritra Mitra" userId="ed282abb-f77d-4912-ae2d-92fef056a80d" providerId="ADAL" clId="{0E76058E-06E8-43B3-B49B-C102015B6163}" dt="2020-02-03T22:09:28.719" v="4265" actId="1076"/>
          <ac:grpSpMkLst>
            <pc:docMk/>
            <pc:sldMk cId="3274007478" sldId="1192"/>
            <ac:grpSpMk id="5" creationId="{16A3B72D-F51B-432F-8F2F-71A95CC1D3C8}"/>
          </ac:grpSpMkLst>
        </pc:grpChg>
        <pc:cxnChg chg="del mod">
          <ac:chgData name="Aritra Mitra" userId="ed282abb-f77d-4912-ae2d-92fef056a80d" providerId="ADAL" clId="{0E76058E-06E8-43B3-B49B-C102015B6163}" dt="2020-02-03T22:06:20.968" v="4171" actId="478"/>
          <ac:cxnSpMkLst>
            <pc:docMk/>
            <pc:sldMk cId="3274007478" sldId="1192"/>
            <ac:cxnSpMk id="57" creationId="{8294A3E3-916F-49A1-9707-EACA10B365E2}"/>
          </ac:cxnSpMkLst>
        </pc:cxnChg>
      </pc:sldChg>
      <pc:sldChg chg="modSp add del">
        <pc:chgData name="Aritra Mitra" userId="ed282abb-f77d-4912-ae2d-92fef056a80d" providerId="ADAL" clId="{0E76058E-06E8-43B3-B49B-C102015B6163}" dt="2020-02-03T22:20:09.903" v="4418" actId="2696"/>
        <pc:sldMkLst>
          <pc:docMk/>
          <pc:sldMk cId="512493173" sldId="1193"/>
        </pc:sldMkLst>
        <pc:spChg chg="mod">
          <ac:chgData name="Aritra Mitra" userId="ed282abb-f77d-4912-ae2d-92fef056a80d" providerId="ADAL" clId="{0E76058E-06E8-43B3-B49B-C102015B6163}" dt="2020-02-03T22:20:02.651" v="4417" actId="20577"/>
          <ac:spMkLst>
            <pc:docMk/>
            <pc:sldMk cId="512493173" sldId="1193"/>
            <ac:spMk id="3" creationId="{BCF55362-9D43-4A23-99D0-0F3D23AA9932}"/>
          </ac:spMkLst>
        </pc:spChg>
      </pc:sldChg>
      <pc:sldChg chg="addSp delSp modSp add">
        <pc:chgData name="Aritra Mitra" userId="ed282abb-f77d-4912-ae2d-92fef056a80d" providerId="ADAL" clId="{0E76058E-06E8-43B3-B49B-C102015B6163}" dt="2020-02-03T22:56:06.118" v="4872" actId="1076"/>
        <pc:sldMkLst>
          <pc:docMk/>
          <pc:sldMk cId="1828349650" sldId="1193"/>
        </pc:sldMkLst>
        <pc:spChg chg="mod">
          <ac:chgData name="Aritra Mitra" userId="ed282abb-f77d-4912-ae2d-92fef056a80d" providerId="ADAL" clId="{0E76058E-06E8-43B3-B49B-C102015B6163}" dt="2020-02-03T22:20:42.201" v="4463" actId="113"/>
          <ac:spMkLst>
            <pc:docMk/>
            <pc:sldMk cId="1828349650" sldId="1193"/>
            <ac:spMk id="3" creationId="{BCF55362-9D43-4A23-99D0-0F3D23AA9932}"/>
          </ac:spMkLst>
        </pc:spChg>
        <pc:spChg chg="del">
          <ac:chgData name="Aritra Mitra" userId="ed282abb-f77d-4912-ae2d-92fef056a80d" providerId="ADAL" clId="{0E76058E-06E8-43B3-B49B-C102015B6163}" dt="2020-02-03T22:21:04.023" v="4464" actId="478"/>
          <ac:spMkLst>
            <pc:docMk/>
            <pc:sldMk cId="1828349650" sldId="1193"/>
            <ac:spMk id="51" creationId="{217967D4-D66E-41E0-9EC5-3FBC9C4F892F}"/>
          </ac:spMkLst>
        </pc:spChg>
        <pc:spChg chg="del">
          <ac:chgData name="Aritra Mitra" userId="ed282abb-f77d-4912-ae2d-92fef056a80d" providerId="ADAL" clId="{0E76058E-06E8-43B3-B49B-C102015B6163}" dt="2020-02-03T22:21:16.928" v="4466" actId="478"/>
          <ac:spMkLst>
            <pc:docMk/>
            <pc:sldMk cId="1828349650" sldId="1193"/>
            <ac:spMk id="54" creationId="{56F1C0F8-4390-40CB-B12F-9A14AFC0DBE1}"/>
          </ac:spMkLst>
        </pc:spChg>
        <pc:spChg chg="del">
          <ac:chgData name="Aritra Mitra" userId="ed282abb-f77d-4912-ae2d-92fef056a80d" providerId="ADAL" clId="{0E76058E-06E8-43B3-B49B-C102015B6163}" dt="2020-02-03T22:21:20.069" v="4467" actId="478"/>
          <ac:spMkLst>
            <pc:docMk/>
            <pc:sldMk cId="1828349650" sldId="1193"/>
            <ac:spMk id="60" creationId="{3F928E0B-1C05-4A32-A129-8CD21341477A}"/>
          </ac:spMkLst>
        </pc:spChg>
        <pc:spChg chg="add mod">
          <ac:chgData name="Aritra Mitra" userId="ed282abb-f77d-4912-ae2d-92fef056a80d" providerId="ADAL" clId="{0E76058E-06E8-43B3-B49B-C102015B6163}" dt="2020-02-03T22:50:59.601" v="4648" actId="1076"/>
          <ac:spMkLst>
            <pc:docMk/>
            <pc:sldMk cId="1828349650" sldId="1193"/>
            <ac:spMk id="65" creationId="{9D2B3C11-E3E6-4861-89EB-F883919C3A1D}"/>
          </ac:spMkLst>
        </pc:spChg>
        <pc:spChg chg="add mod">
          <ac:chgData name="Aritra Mitra" userId="ed282abb-f77d-4912-ae2d-92fef056a80d" providerId="ADAL" clId="{0E76058E-06E8-43B3-B49B-C102015B6163}" dt="2020-02-03T22:52:25.979" v="4653" actId="1076"/>
          <ac:spMkLst>
            <pc:docMk/>
            <pc:sldMk cId="1828349650" sldId="1193"/>
            <ac:spMk id="66" creationId="{451CFD73-CCA5-4DFA-9030-69E9A31662B0}"/>
          </ac:spMkLst>
        </pc:spChg>
        <pc:spChg chg="add mod">
          <ac:chgData name="Aritra Mitra" userId="ed282abb-f77d-4912-ae2d-92fef056a80d" providerId="ADAL" clId="{0E76058E-06E8-43B3-B49B-C102015B6163}" dt="2020-02-03T22:56:06.118" v="4872" actId="1076"/>
          <ac:spMkLst>
            <pc:docMk/>
            <pc:sldMk cId="1828349650" sldId="1193"/>
            <ac:spMk id="71" creationId="{426B542B-E3A1-4D46-9E59-9D4ED51D951E}"/>
          </ac:spMkLst>
        </pc:spChg>
        <pc:grpChg chg="mod">
          <ac:chgData name="Aritra Mitra" userId="ed282abb-f77d-4912-ae2d-92fef056a80d" providerId="ADAL" clId="{0E76058E-06E8-43B3-B49B-C102015B6163}" dt="2020-02-03T22:25:05.551" v="4472" actId="1076"/>
          <ac:grpSpMkLst>
            <pc:docMk/>
            <pc:sldMk cId="1828349650" sldId="1193"/>
            <ac:grpSpMk id="5" creationId="{16A3B72D-F51B-432F-8F2F-71A95CC1D3C8}"/>
          </ac:grpSpMkLst>
        </pc:grpChg>
        <pc:cxnChg chg="add del mod">
          <ac:chgData name="Aritra Mitra" userId="ed282abb-f77d-4912-ae2d-92fef056a80d" providerId="ADAL" clId="{0E76058E-06E8-43B3-B49B-C102015B6163}" dt="2020-02-03T22:22:48.821" v="4470" actId="478"/>
          <ac:cxnSpMkLst>
            <pc:docMk/>
            <pc:sldMk cId="1828349650" sldId="1193"/>
            <ac:cxnSpMk id="53" creationId="{73BC8DCC-FB98-46F9-9A48-CB5B7AFDC4CC}"/>
          </ac:cxnSpMkLst>
        </pc:cxnChg>
        <pc:cxnChg chg="add del mod">
          <ac:chgData name="Aritra Mitra" userId="ed282abb-f77d-4912-ae2d-92fef056a80d" providerId="ADAL" clId="{0E76058E-06E8-43B3-B49B-C102015B6163}" dt="2020-02-03T22:22:50.695" v="4471" actId="478"/>
          <ac:cxnSpMkLst>
            <pc:docMk/>
            <pc:sldMk cId="1828349650" sldId="1193"/>
            <ac:cxnSpMk id="56" creationId="{E5178E23-B565-4085-8AD9-7A574A34ED83}"/>
          </ac:cxnSpMkLst>
        </pc:cxnChg>
        <pc:cxnChg chg="del mod">
          <ac:chgData name="Aritra Mitra" userId="ed282abb-f77d-4912-ae2d-92fef056a80d" providerId="ADAL" clId="{0E76058E-06E8-43B3-B49B-C102015B6163}" dt="2020-02-03T22:21:08.374" v="4465" actId="478"/>
          <ac:cxnSpMkLst>
            <pc:docMk/>
            <pc:sldMk cId="1828349650" sldId="1193"/>
            <ac:cxnSpMk id="57" creationId="{8294A3E3-916F-49A1-9707-EACA10B365E2}"/>
          </ac:cxnSpMkLst>
        </pc:cxnChg>
        <pc:cxnChg chg="add mod">
          <ac:chgData name="Aritra Mitra" userId="ed282abb-f77d-4912-ae2d-92fef056a80d" providerId="ADAL" clId="{0E76058E-06E8-43B3-B49B-C102015B6163}" dt="2020-02-03T22:50:51.801" v="4646" actId="14100"/>
          <ac:cxnSpMkLst>
            <pc:docMk/>
            <pc:sldMk cId="1828349650" sldId="1193"/>
            <ac:cxnSpMk id="59" creationId="{77434902-C8AD-486C-A2C1-22C544601991}"/>
          </ac:cxnSpMkLst>
        </pc:cxnChg>
        <pc:cxnChg chg="add mod">
          <ac:chgData name="Aritra Mitra" userId="ed282abb-f77d-4912-ae2d-92fef056a80d" providerId="ADAL" clId="{0E76058E-06E8-43B3-B49B-C102015B6163}" dt="2020-02-03T22:50:44.721" v="4645" actId="14100"/>
          <ac:cxnSpMkLst>
            <pc:docMk/>
            <pc:sldMk cId="1828349650" sldId="1193"/>
            <ac:cxnSpMk id="62" creationId="{671955EA-8D7A-4825-9B96-95286B544E79}"/>
          </ac:cxnSpMkLst>
        </pc:cxnChg>
        <pc:cxnChg chg="add mod">
          <ac:chgData name="Aritra Mitra" userId="ed282abb-f77d-4912-ae2d-92fef056a80d" providerId="ADAL" clId="{0E76058E-06E8-43B3-B49B-C102015B6163}" dt="2020-02-03T22:25:59.322" v="4479" actId="571"/>
          <ac:cxnSpMkLst>
            <pc:docMk/>
            <pc:sldMk cId="1828349650" sldId="1193"/>
            <ac:cxnSpMk id="63" creationId="{9AD02442-9E48-4319-A309-BDACC39BC078}"/>
          </ac:cxnSpMkLst>
        </pc:cxnChg>
        <pc:cxnChg chg="add mod">
          <ac:chgData name="Aritra Mitra" userId="ed282abb-f77d-4912-ae2d-92fef056a80d" providerId="ADAL" clId="{0E76058E-06E8-43B3-B49B-C102015B6163}" dt="2020-02-03T22:25:59.322" v="4479" actId="571"/>
          <ac:cxnSpMkLst>
            <pc:docMk/>
            <pc:sldMk cId="1828349650" sldId="1193"/>
            <ac:cxnSpMk id="64" creationId="{BA645C4D-7BFB-4BC0-A077-8F4491683F5F}"/>
          </ac:cxnSpMkLst>
        </pc:cxnChg>
      </pc:sldChg>
      <pc:sldChg chg="addSp modSp add modAnim">
        <pc:chgData name="Aritra Mitra" userId="ed282abb-f77d-4912-ae2d-92fef056a80d" providerId="ADAL" clId="{0E76058E-06E8-43B3-B49B-C102015B6163}" dt="2020-02-04T16:54:23.868" v="7299" actId="14100"/>
        <pc:sldMkLst>
          <pc:docMk/>
          <pc:sldMk cId="359952211" sldId="1194"/>
        </pc:sldMkLst>
        <pc:spChg chg="mod">
          <ac:chgData name="Aritra Mitra" userId="ed282abb-f77d-4912-ae2d-92fef056a80d" providerId="ADAL" clId="{0E76058E-06E8-43B3-B49B-C102015B6163}" dt="2020-02-04T12:08:47.030" v="4881" actId="20577"/>
          <ac:spMkLst>
            <pc:docMk/>
            <pc:sldMk cId="359952211" sldId="1194"/>
            <ac:spMk id="2" creationId="{A718DE48-F778-4F61-B1AD-8AE83AFBEC80}"/>
          </ac:spMkLst>
        </pc:spChg>
        <pc:spChg chg="mod">
          <ac:chgData name="Aritra Mitra" userId="ed282abb-f77d-4912-ae2d-92fef056a80d" providerId="ADAL" clId="{0E76058E-06E8-43B3-B49B-C102015B6163}" dt="2020-02-04T16:54:19.352" v="7298" actId="20577"/>
          <ac:spMkLst>
            <pc:docMk/>
            <pc:sldMk cId="359952211" sldId="1194"/>
            <ac:spMk id="3" creationId="{1C359FE6-74E2-47AD-A9DA-9305F6550198}"/>
          </ac:spMkLst>
        </pc:spChg>
        <pc:spChg chg="add mod">
          <ac:chgData name="Aritra Mitra" userId="ed282abb-f77d-4912-ae2d-92fef056a80d" providerId="ADAL" clId="{0E76058E-06E8-43B3-B49B-C102015B6163}" dt="2020-02-04T16:54:23.868" v="7299" actId="14100"/>
          <ac:spMkLst>
            <pc:docMk/>
            <pc:sldMk cId="359952211" sldId="1194"/>
            <ac:spMk id="4" creationId="{78316937-9C8B-4112-9B5C-D7C2D29C2F11}"/>
          </ac:spMkLst>
        </pc:spChg>
        <pc:spChg chg="add mod">
          <ac:chgData name="Aritra Mitra" userId="ed282abb-f77d-4912-ae2d-92fef056a80d" providerId="ADAL" clId="{0E76058E-06E8-43B3-B49B-C102015B6163}" dt="2020-02-04T16:38:53.658" v="7285" actId="1038"/>
          <ac:spMkLst>
            <pc:docMk/>
            <pc:sldMk cId="359952211" sldId="1194"/>
            <ac:spMk id="5" creationId="{2B8306E6-6F83-4F97-AC91-2729BF77C25D}"/>
          </ac:spMkLst>
        </pc:spChg>
      </pc:sldChg>
      <pc:sldChg chg="addSp modSp add">
        <pc:chgData name="Aritra Mitra" userId="ed282abb-f77d-4912-ae2d-92fef056a80d" providerId="ADAL" clId="{0E76058E-06E8-43B3-B49B-C102015B6163}" dt="2020-02-04T12:51:17.532" v="5828" actId="1076"/>
        <pc:sldMkLst>
          <pc:docMk/>
          <pc:sldMk cId="2369709330" sldId="1195"/>
        </pc:sldMkLst>
        <pc:spChg chg="mod">
          <ac:chgData name="Aritra Mitra" userId="ed282abb-f77d-4912-ae2d-92fef056a80d" providerId="ADAL" clId="{0E76058E-06E8-43B3-B49B-C102015B6163}" dt="2020-02-04T12:47:13.188" v="5652" actId="20577"/>
          <ac:spMkLst>
            <pc:docMk/>
            <pc:sldMk cId="2369709330" sldId="1195"/>
            <ac:spMk id="3" creationId="{BCF55362-9D43-4A23-99D0-0F3D23AA9932}"/>
          </ac:spMkLst>
        </pc:spChg>
        <pc:spChg chg="add mod">
          <ac:chgData name="Aritra Mitra" userId="ed282abb-f77d-4912-ae2d-92fef056a80d" providerId="ADAL" clId="{0E76058E-06E8-43B3-B49B-C102015B6163}" dt="2020-02-04T12:48:48.455" v="5804" actId="1076"/>
          <ac:spMkLst>
            <pc:docMk/>
            <pc:sldMk cId="2369709330" sldId="1195"/>
            <ac:spMk id="7" creationId="{50D738D0-B226-4A38-9F41-827A754F7732}"/>
          </ac:spMkLst>
        </pc:spChg>
        <pc:spChg chg="add mod">
          <ac:chgData name="Aritra Mitra" userId="ed282abb-f77d-4912-ae2d-92fef056a80d" providerId="ADAL" clId="{0E76058E-06E8-43B3-B49B-C102015B6163}" dt="2020-02-04T12:51:17.532" v="5828" actId="1076"/>
          <ac:spMkLst>
            <pc:docMk/>
            <pc:sldMk cId="2369709330" sldId="1195"/>
            <ac:spMk id="8" creationId="{26B4F086-4603-4836-8F77-ECB44827F1A5}"/>
          </ac:spMkLst>
        </pc:spChg>
        <pc:picChg chg="add mod">
          <ac:chgData name="Aritra Mitra" userId="ed282abb-f77d-4912-ae2d-92fef056a80d" providerId="ADAL" clId="{0E76058E-06E8-43B3-B49B-C102015B6163}" dt="2020-02-04T12:50:30.463" v="5810" actId="1036"/>
          <ac:picMkLst>
            <pc:docMk/>
            <pc:sldMk cId="2369709330" sldId="1195"/>
            <ac:picMk id="6" creationId="{C7383B0B-F3C5-4AE1-BC6F-C574AF33B7EF}"/>
          </ac:picMkLst>
        </pc:picChg>
      </pc:sldChg>
      <pc:sldChg chg="addSp modSp add">
        <pc:chgData name="Aritra Mitra" userId="ed282abb-f77d-4912-ae2d-92fef056a80d" providerId="ADAL" clId="{0E76058E-06E8-43B3-B49B-C102015B6163}" dt="2020-02-04T12:54:10.474" v="5911" actId="1076"/>
        <pc:sldMkLst>
          <pc:docMk/>
          <pc:sldMk cId="4282194984" sldId="1196"/>
        </pc:sldMkLst>
        <pc:spChg chg="mod">
          <ac:chgData name="Aritra Mitra" userId="ed282abb-f77d-4912-ae2d-92fef056a80d" providerId="ADAL" clId="{0E76058E-06E8-43B3-B49B-C102015B6163}" dt="2020-02-04T12:50:00.760" v="5808" actId="207"/>
          <ac:spMkLst>
            <pc:docMk/>
            <pc:sldMk cId="4282194984" sldId="1196"/>
            <ac:spMk id="3" creationId="{BCF55362-9D43-4A23-99D0-0F3D23AA9932}"/>
          </ac:spMkLst>
        </pc:spChg>
        <pc:spChg chg="add mod">
          <ac:chgData name="Aritra Mitra" userId="ed282abb-f77d-4912-ae2d-92fef056a80d" providerId="ADAL" clId="{0E76058E-06E8-43B3-B49B-C102015B6163}" dt="2020-02-04T12:54:10.474" v="5911" actId="1076"/>
          <ac:spMkLst>
            <pc:docMk/>
            <pc:sldMk cId="4282194984" sldId="1196"/>
            <ac:spMk id="7" creationId="{F5C7FDC9-BC13-40D8-9295-6493D1D06F75}"/>
          </ac:spMkLst>
        </pc:spChg>
        <pc:picChg chg="add mod">
          <ac:chgData name="Aritra Mitra" userId="ed282abb-f77d-4912-ae2d-92fef056a80d" providerId="ADAL" clId="{0E76058E-06E8-43B3-B49B-C102015B6163}" dt="2020-02-04T12:53:23.240" v="5838" actId="1038"/>
          <ac:picMkLst>
            <pc:docMk/>
            <pc:sldMk cId="4282194984" sldId="1196"/>
            <ac:picMk id="6" creationId="{2BEDF71D-4BD8-4680-9738-231532F6A96A}"/>
          </ac:picMkLst>
        </pc:picChg>
      </pc:sldChg>
      <pc:sldChg chg="modSp add">
        <pc:chgData name="Aritra Mitra" userId="ed282abb-f77d-4912-ae2d-92fef056a80d" providerId="ADAL" clId="{0E76058E-06E8-43B3-B49B-C102015B6163}" dt="2020-02-04T18:37:12.503" v="7688" actId="113"/>
        <pc:sldMkLst>
          <pc:docMk/>
          <pc:sldMk cId="4208702201" sldId="1197"/>
        </pc:sldMkLst>
        <pc:spChg chg="mod">
          <ac:chgData name="Aritra Mitra" userId="ed282abb-f77d-4912-ae2d-92fef056a80d" providerId="ADAL" clId="{0E76058E-06E8-43B3-B49B-C102015B6163}" dt="2020-02-04T18:37:12.503" v="7688" actId="113"/>
          <ac:spMkLst>
            <pc:docMk/>
            <pc:sldMk cId="4208702201" sldId="1197"/>
            <ac:spMk id="3" creationId="{00000000-0000-0000-0000-000000000000}"/>
          </ac:spMkLst>
        </pc:spChg>
      </pc:sldChg>
      <pc:sldChg chg="addSp delSp modSp add del">
        <pc:chgData name="Aritra Mitra" userId="ed282abb-f77d-4912-ae2d-92fef056a80d" providerId="ADAL" clId="{0E76058E-06E8-43B3-B49B-C102015B6163}" dt="2020-02-05T21:08:04.729" v="9654" actId="2696"/>
        <pc:sldMkLst>
          <pc:docMk/>
          <pc:sldMk cId="1767707877" sldId="1198"/>
        </pc:sldMkLst>
        <pc:spChg chg="del">
          <ac:chgData name="Aritra Mitra" userId="ed282abb-f77d-4912-ae2d-92fef056a80d" providerId="ADAL" clId="{0E76058E-06E8-43B3-B49B-C102015B6163}" dt="2020-02-05T20:02:08.637" v="7802"/>
          <ac:spMkLst>
            <pc:docMk/>
            <pc:sldMk cId="1767707877" sldId="1198"/>
            <ac:spMk id="3" creationId="{446793B9-F496-46EA-BEF7-A64305CC5E04}"/>
          </ac:spMkLst>
        </pc:spChg>
        <pc:picChg chg="add mod">
          <ac:chgData name="Aritra Mitra" userId="ed282abb-f77d-4912-ae2d-92fef056a80d" providerId="ADAL" clId="{0E76058E-06E8-43B3-B49B-C102015B6163}" dt="2020-02-05T20:02:08.637" v="7802"/>
          <ac:picMkLst>
            <pc:docMk/>
            <pc:sldMk cId="1767707877" sldId="1198"/>
            <ac:picMk id="4" creationId="{66D52D8F-7AEF-4712-8EC8-90C2AA49804C}"/>
          </ac:picMkLst>
        </pc:picChg>
      </pc:sldChg>
      <pc:sldChg chg="modSp add">
        <pc:chgData name="Aritra Mitra" userId="ed282abb-f77d-4912-ae2d-92fef056a80d" providerId="ADAL" clId="{0E76058E-06E8-43B3-B49B-C102015B6163}" dt="2020-02-05T21:05:45.427" v="9651" actId="207"/>
        <pc:sldMkLst>
          <pc:docMk/>
          <pc:sldMk cId="25634850" sldId="1199"/>
        </pc:sldMkLst>
        <pc:spChg chg="mod">
          <ac:chgData name="Aritra Mitra" userId="ed282abb-f77d-4912-ae2d-92fef056a80d" providerId="ADAL" clId="{0E76058E-06E8-43B3-B49B-C102015B6163}" dt="2020-02-05T20:48:39.836" v="8608" actId="20577"/>
          <ac:spMkLst>
            <pc:docMk/>
            <pc:sldMk cId="25634850" sldId="1199"/>
            <ac:spMk id="2" creationId="{36BA1D81-308A-4713-83E9-20BBC397DE42}"/>
          </ac:spMkLst>
        </pc:spChg>
        <pc:spChg chg="mod">
          <ac:chgData name="Aritra Mitra" userId="ed282abb-f77d-4912-ae2d-92fef056a80d" providerId="ADAL" clId="{0E76058E-06E8-43B3-B49B-C102015B6163}" dt="2020-02-05T21:05:45.427" v="9651" actId="207"/>
          <ac:spMkLst>
            <pc:docMk/>
            <pc:sldMk cId="25634850" sldId="1199"/>
            <ac:spMk id="3" creationId="{03B16C43-A96F-44F2-9B69-662C573083BB}"/>
          </ac:spMkLst>
        </pc:spChg>
      </pc:sldChg>
      <pc:sldMasterChg chg="modSp">
        <pc:chgData name="Aritra Mitra" userId="ed282abb-f77d-4912-ae2d-92fef056a80d" providerId="ADAL" clId="{0E76058E-06E8-43B3-B49B-C102015B6163}" dt="2020-01-30T09:38:49.279" v="47" actId="20577"/>
        <pc:sldMasterMkLst>
          <pc:docMk/>
          <pc:sldMasterMk cId="3655026137" sldId="2147483660"/>
        </pc:sldMasterMkLst>
        <pc:spChg chg="mod">
          <ac:chgData name="Aritra Mitra" userId="ed282abb-f77d-4912-ae2d-92fef056a80d" providerId="ADAL" clId="{0E76058E-06E8-43B3-B49B-C102015B6163}" dt="2020-01-30T09:38:49.279" v="47" actId="20577"/>
          <ac:spMkLst>
            <pc:docMk/>
            <pc:sldMasterMk cId="3655026137" sldId="2147483660"/>
            <ac:spMk id="7" creationId="{3B769512-4E08-4FD5-B418-5BC6725721FF}"/>
          </ac:spMkLst>
        </pc:spChg>
      </pc:sldMasterChg>
    </pc:docChg>
  </pc:docChgLst>
  <pc:docChgLst>
    <pc:chgData name="Mitra, Aritra" userId="c0528902-d414-4a78-8a62-a5dcc8d4eb67" providerId="ADAL" clId="{34B0BD04-4666-4677-9291-32CBE77FDEE8}"/>
    <pc:docChg chg="undo custSel addSld delSld modSld modSection">
      <pc:chgData name="Mitra, Aritra" userId="c0528902-d414-4a78-8a62-a5dcc8d4eb67" providerId="ADAL" clId="{34B0BD04-4666-4677-9291-32CBE77FDEE8}" dt="2022-03-15T13:27:19.978" v="5934"/>
      <pc:docMkLst>
        <pc:docMk/>
      </pc:docMkLst>
      <pc:sldChg chg="addSp modSp mod">
        <pc:chgData name="Mitra, Aritra" userId="c0528902-d414-4a78-8a62-a5dcc8d4eb67" providerId="ADAL" clId="{34B0BD04-4666-4677-9291-32CBE77FDEE8}" dt="2022-03-14T17:20:35.485" v="113" actId="1037"/>
        <pc:sldMkLst>
          <pc:docMk/>
          <pc:sldMk cId="3695319144" sldId="301"/>
        </pc:sldMkLst>
        <pc:spChg chg="mod">
          <ac:chgData name="Mitra, Aritra" userId="c0528902-d414-4a78-8a62-a5dcc8d4eb67" providerId="ADAL" clId="{34B0BD04-4666-4677-9291-32CBE77FDEE8}" dt="2022-03-14T17:19:48.026" v="100" actId="1076"/>
          <ac:spMkLst>
            <pc:docMk/>
            <pc:sldMk cId="3695319144" sldId="301"/>
            <ac:spMk id="2" creationId="{00000000-0000-0000-0000-000000000000}"/>
          </ac:spMkLst>
        </pc:spChg>
        <pc:spChg chg="mod">
          <ac:chgData name="Mitra, Aritra" userId="c0528902-d414-4a78-8a62-a5dcc8d4eb67" providerId="ADAL" clId="{34B0BD04-4666-4677-9291-32CBE77FDEE8}" dt="2022-03-14T17:19:39.847" v="99" actId="1076"/>
          <ac:spMkLst>
            <pc:docMk/>
            <pc:sldMk cId="3695319144" sldId="301"/>
            <ac:spMk id="3" creationId="{00000000-0000-0000-0000-000000000000}"/>
          </ac:spMkLst>
        </pc:spChg>
        <pc:picChg chg="add mod">
          <ac:chgData name="Mitra, Aritra" userId="c0528902-d414-4a78-8a62-a5dcc8d4eb67" providerId="ADAL" clId="{34B0BD04-4666-4677-9291-32CBE77FDEE8}" dt="2022-03-14T17:20:35.485" v="113" actId="1037"/>
          <ac:picMkLst>
            <pc:docMk/>
            <pc:sldMk cId="3695319144" sldId="301"/>
            <ac:picMk id="4" creationId="{44B7C4B2-67F6-4FCA-B969-1F343BA15ED1}"/>
          </ac:picMkLst>
        </pc:picChg>
      </pc:sldChg>
      <pc:sldChg chg="del">
        <pc:chgData name="Mitra, Aritra" userId="c0528902-d414-4a78-8a62-a5dcc8d4eb67" providerId="ADAL" clId="{34B0BD04-4666-4677-9291-32CBE77FDEE8}" dt="2022-03-14T21:18:46.800" v="4199" actId="47"/>
        <pc:sldMkLst>
          <pc:docMk/>
          <pc:sldMk cId="2823004002" sldId="308"/>
        </pc:sldMkLst>
      </pc:sldChg>
      <pc:sldChg chg="modSp mod">
        <pc:chgData name="Mitra, Aritra" userId="c0528902-d414-4a78-8a62-a5dcc8d4eb67" providerId="ADAL" clId="{34B0BD04-4666-4677-9291-32CBE77FDEE8}" dt="2022-03-14T21:19:15.891" v="4226" actId="255"/>
        <pc:sldMkLst>
          <pc:docMk/>
          <pc:sldMk cId="2649240562" sldId="312"/>
        </pc:sldMkLst>
        <pc:spChg chg="mod">
          <ac:chgData name="Mitra, Aritra" userId="c0528902-d414-4a78-8a62-a5dcc8d4eb67" providerId="ADAL" clId="{34B0BD04-4666-4677-9291-32CBE77FDEE8}" dt="2022-03-14T21:19:15.891" v="4226" actId="255"/>
          <ac:spMkLst>
            <pc:docMk/>
            <pc:sldMk cId="2649240562" sldId="312"/>
            <ac:spMk id="2" creationId="{A52DD9EE-5CD6-442E-A39B-2A0C1778C23D}"/>
          </ac:spMkLst>
        </pc:spChg>
      </pc:sldChg>
      <pc:sldChg chg="del">
        <pc:chgData name="Mitra, Aritra" userId="c0528902-d414-4a78-8a62-a5dcc8d4eb67" providerId="ADAL" clId="{34B0BD04-4666-4677-9291-32CBE77FDEE8}" dt="2022-03-14T21:18:42.399" v="4198" actId="47"/>
        <pc:sldMkLst>
          <pc:docMk/>
          <pc:sldMk cId="132547152" sldId="314"/>
        </pc:sldMkLst>
      </pc:sldChg>
      <pc:sldChg chg="del">
        <pc:chgData name="Mitra, Aritra" userId="c0528902-d414-4a78-8a62-a5dcc8d4eb67" providerId="ADAL" clId="{34B0BD04-4666-4677-9291-32CBE77FDEE8}" dt="2022-03-14T21:18:39.284" v="4197" actId="47"/>
        <pc:sldMkLst>
          <pc:docMk/>
          <pc:sldMk cId="3096190466" sldId="316"/>
        </pc:sldMkLst>
      </pc:sldChg>
      <pc:sldChg chg="del">
        <pc:chgData name="Mitra, Aritra" userId="c0528902-d414-4a78-8a62-a5dcc8d4eb67" providerId="ADAL" clId="{34B0BD04-4666-4677-9291-32CBE77FDEE8}" dt="2022-03-14T21:18:47.901" v="4200" actId="47"/>
        <pc:sldMkLst>
          <pc:docMk/>
          <pc:sldMk cId="3582558461" sldId="317"/>
        </pc:sldMkLst>
      </pc:sldChg>
      <pc:sldChg chg="new del">
        <pc:chgData name="Mitra, Aritra" userId="c0528902-d414-4a78-8a62-a5dcc8d4eb67" providerId="ADAL" clId="{34B0BD04-4666-4677-9291-32CBE77FDEE8}" dt="2022-03-14T17:21:36.397" v="115" actId="47"/>
        <pc:sldMkLst>
          <pc:docMk/>
          <pc:sldMk cId="692123933" sldId="318"/>
        </pc:sldMkLst>
      </pc:sldChg>
      <pc:sldChg chg="modSp add mod">
        <pc:chgData name="Mitra, Aritra" userId="c0528902-d414-4a78-8a62-a5dcc8d4eb67" providerId="ADAL" clId="{34B0BD04-4666-4677-9291-32CBE77FDEE8}" dt="2022-03-14T21:38:06.636" v="4798" actId="1076"/>
        <pc:sldMkLst>
          <pc:docMk/>
          <pc:sldMk cId="78988702" sldId="365"/>
        </pc:sldMkLst>
        <pc:spChg chg="mod">
          <ac:chgData name="Mitra, Aritra" userId="c0528902-d414-4a78-8a62-a5dcc8d4eb67" providerId="ADAL" clId="{34B0BD04-4666-4677-9291-32CBE77FDEE8}" dt="2022-03-14T21:38:06.636" v="4798" actId="1076"/>
          <ac:spMkLst>
            <pc:docMk/>
            <pc:sldMk cId="78988702" sldId="365"/>
            <ac:spMk id="2" creationId="{C2D081FD-68B8-443E-95C3-1EC5F021CEA1}"/>
          </ac:spMkLst>
        </pc:spChg>
      </pc:sldChg>
      <pc:sldChg chg="add del">
        <pc:chgData name="Mitra, Aritra" userId="c0528902-d414-4a78-8a62-a5dcc8d4eb67" providerId="ADAL" clId="{34B0BD04-4666-4677-9291-32CBE77FDEE8}" dt="2022-03-15T13:11:17.599" v="5573" actId="2696"/>
        <pc:sldMkLst>
          <pc:docMk/>
          <pc:sldMk cId="2355457995" sldId="413"/>
        </pc:sldMkLst>
      </pc:sldChg>
      <pc:sldChg chg="add">
        <pc:chgData name="Mitra, Aritra" userId="c0528902-d414-4a78-8a62-a5dcc8d4eb67" providerId="ADAL" clId="{34B0BD04-4666-4677-9291-32CBE77FDEE8}" dt="2022-03-15T13:11:20.712" v="5574"/>
        <pc:sldMkLst>
          <pc:docMk/>
          <pc:sldMk cId="3429036435" sldId="413"/>
        </pc:sldMkLst>
      </pc:sldChg>
      <pc:sldChg chg="modSp add mod">
        <pc:chgData name="Mitra, Aritra" userId="c0528902-d414-4a78-8a62-a5dcc8d4eb67" providerId="ADAL" clId="{34B0BD04-4666-4677-9291-32CBE77FDEE8}" dt="2022-03-15T13:16:22.986" v="5656" actId="207"/>
        <pc:sldMkLst>
          <pc:docMk/>
          <pc:sldMk cId="1843417017" sldId="428"/>
        </pc:sldMkLst>
        <pc:spChg chg="mod">
          <ac:chgData name="Mitra, Aritra" userId="c0528902-d414-4a78-8a62-a5dcc8d4eb67" providerId="ADAL" clId="{34B0BD04-4666-4677-9291-32CBE77FDEE8}" dt="2022-03-15T13:11:58.368" v="5594" actId="20577"/>
          <ac:spMkLst>
            <pc:docMk/>
            <pc:sldMk cId="1843417017" sldId="428"/>
            <ac:spMk id="2" creationId="{BC37BB80-1A93-4164-82FF-90C474704522}"/>
          </ac:spMkLst>
        </pc:spChg>
        <pc:spChg chg="mod">
          <ac:chgData name="Mitra, Aritra" userId="c0528902-d414-4a78-8a62-a5dcc8d4eb67" providerId="ADAL" clId="{34B0BD04-4666-4677-9291-32CBE77FDEE8}" dt="2022-03-15T13:16:22.986" v="5656" actId="207"/>
          <ac:spMkLst>
            <pc:docMk/>
            <pc:sldMk cId="1843417017" sldId="428"/>
            <ac:spMk id="3" creationId="{D532953D-6C35-4821-B519-EA62C49DBBDF}"/>
          </ac:spMkLst>
        </pc:spChg>
      </pc:sldChg>
      <pc:sldChg chg="add">
        <pc:chgData name="Mitra, Aritra" userId="c0528902-d414-4a78-8a62-a5dcc8d4eb67" providerId="ADAL" clId="{34B0BD04-4666-4677-9291-32CBE77FDEE8}" dt="2022-03-15T13:11:20.712" v="5574"/>
        <pc:sldMkLst>
          <pc:docMk/>
          <pc:sldMk cId="1442250709" sldId="429"/>
        </pc:sldMkLst>
      </pc:sldChg>
      <pc:sldChg chg="modSp add del mod">
        <pc:chgData name="Mitra, Aritra" userId="c0528902-d414-4a78-8a62-a5dcc8d4eb67" providerId="ADAL" clId="{34B0BD04-4666-4677-9291-32CBE77FDEE8}" dt="2022-03-15T13:11:17.599" v="5573" actId="2696"/>
        <pc:sldMkLst>
          <pc:docMk/>
          <pc:sldMk cId="3918029986" sldId="429"/>
        </pc:sldMkLst>
        <pc:spChg chg="mod">
          <ac:chgData name="Mitra, Aritra" userId="c0528902-d414-4a78-8a62-a5dcc8d4eb67" providerId="ADAL" clId="{34B0BD04-4666-4677-9291-32CBE77FDEE8}" dt="2022-03-15T13:10:51.694" v="5572" actId="27636"/>
          <ac:spMkLst>
            <pc:docMk/>
            <pc:sldMk cId="3918029986" sldId="429"/>
            <ac:spMk id="3" creationId="{2A91D173-9378-43E3-82F7-9483CA8CFCBF}"/>
          </ac:spMkLst>
        </pc:spChg>
      </pc:sldChg>
      <pc:sldChg chg="addSp delSp modSp add mod modAnim">
        <pc:chgData name="Mitra, Aritra" userId="c0528902-d414-4a78-8a62-a5dcc8d4eb67" providerId="ADAL" clId="{34B0BD04-4666-4677-9291-32CBE77FDEE8}" dt="2022-03-14T18:51:03.102" v="2247" actId="113"/>
        <pc:sldMkLst>
          <pc:docMk/>
          <pc:sldMk cId="1075109397" sldId="1306"/>
        </pc:sldMkLst>
        <pc:spChg chg="add mod">
          <ac:chgData name="Mitra, Aritra" userId="c0528902-d414-4a78-8a62-a5dcc8d4eb67" providerId="ADAL" clId="{34B0BD04-4666-4677-9291-32CBE77FDEE8}" dt="2022-03-14T17:22:32.337" v="138" actId="1076"/>
          <ac:spMkLst>
            <pc:docMk/>
            <pc:sldMk cId="1075109397" sldId="1306"/>
            <ac:spMk id="13" creationId="{41DB6F4D-50C7-4CD4-8CB2-A9BC10793E60}"/>
          </ac:spMkLst>
        </pc:spChg>
        <pc:spChg chg="add mod">
          <ac:chgData name="Mitra, Aritra" userId="c0528902-d414-4a78-8a62-a5dcc8d4eb67" providerId="ADAL" clId="{34B0BD04-4666-4677-9291-32CBE77FDEE8}" dt="2022-03-14T17:23:26.969" v="152" actId="1038"/>
          <ac:spMkLst>
            <pc:docMk/>
            <pc:sldMk cId="1075109397" sldId="1306"/>
            <ac:spMk id="15" creationId="{6F5DDB0E-9A0C-4EC3-A5F3-784952AA53AA}"/>
          </ac:spMkLst>
        </pc:spChg>
        <pc:spChg chg="add del mod">
          <ac:chgData name="Mitra, Aritra" userId="c0528902-d414-4a78-8a62-a5dcc8d4eb67" providerId="ADAL" clId="{34B0BD04-4666-4677-9291-32CBE77FDEE8}" dt="2022-03-14T17:39:01.997" v="752" actId="478"/>
          <ac:spMkLst>
            <pc:docMk/>
            <pc:sldMk cId="1075109397" sldId="1306"/>
            <ac:spMk id="23" creationId="{DDC5EDB2-5FE4-44E4-98F5-3D0665DB8BAE}"/>
          </ac:spMkLst>
        </pc:spChg>
        <pc:spChg chg="add mod">
          <ac:chgData name="Mitra, Aritra" userId="c0528902-d414-4a78-8a62-a5dcc8d4eb67" providerId="ADAL" clId="{34B0BD04-4666-4677-9291-32CBE77FDEE8}" dt="2022-03-14T18:51:03.102" v="2247" actId="113"/>
          <ac:spMkLst>
            <pc:docMk/>
            <pc:sldMk cId="1075109397" sldId="1306"/>
            <ac:spMk id="24" creationId="{1DF72404-4260-4C3F-B853-52FF1B28FC05}"/>
          </ac:spMkLst>
        </pc:spChg>
        <pc:grpChg chg="mod">
          <ac:chgData name="Mitra, Aritra" userId="c0528902-d414-4a78-8a62-a5dcc8d4eb67" providerId="ADAL" clId="{34B0BD04-4666-4677-9291-32CBE77FDEE8}" dt="2022-03-14T17:26:52.079" v="178" actId="1038"/>
          <ac:grpSpMkLst>
            <pc:docMk/>
            <pc:sldMk cId="1075109397" sldId="1306"/>
            <ac:grpSpMk id="22" creationId="{52A355B7-A786-46E2-BC3C-28C19B238B0C}"/>
          </ac:grpSpMkLst>
        </pc:grpChg>
        <pc:picChg chg="del mod">
          <ac:chgData name="Mitra, Aritra" userId="c0528902-d414-4a78-8a62-a5dcc8d4eb67" providerId="ADAL" clId="{34B0BD04-4666-4677-9291-32CBE77FDEE8}" dt="2022-03-14T17:23:31.715" v="154" actId="478"/>
          <ac:picMkLst>
            <pc:docMk/>
            <pc:sldMk cId="1075109397" sldId="1306"/>
            <ac:picMk id="5" creationId="{A6055CBF-96DA-47AA-A7CE-EE5D786DFE66}"/>
          </ac:picMkLst>
        </pc:picChg>
        <pc:picChg chg="mod">
          <ac:chgData name="Mitra, Aritra" userId="c0528902-d414-4a78-8a62-a5dcc8d4eb67" providerId="ADAL" clId="{34B0BD04-4666-4677-9291-32CBE77FDEE8}" dt="2022-03-14T17:27:33.483" v="189" actId="1037"/>
          <ac:picMkLst>
            <pc:docMk/>
            <pc:sldMk cId="1075109397" sldId="1306"/>
            <ac:picMk id="18" creationId="{19689BC2-407D-41D8-87B4-90BE4B2CA80D}"/>
          </ac:picMkLst>
        </pc:picChg>
      </pc:sldChg>
      <pc:sldChg chg="addSp modSp new mod modAnim">
        <pc:chgData name="Mitra, Aritra" userId="c0528902-d414-4a78-8a62-a5dcc8d4eb67" providerId="ADAL" clId="{34B0BD04-4666-4677-9291-32CBE77FDEE8}" dt="2022-03-14T21:19:37.591" v="4227" actId="255"/>
        <pc:sldMkLst>
          <pc:docMk/>
          <pc:sldMk cId="3820694383" sldId="1307"/>
        </pc:sldMkLst>
        <pc:spChg chg="mod">
          <ac:chgData name="Mitra, Aritra" userId="c0528902-d414-4a78-8a62-a5dcc8d4eb67" providerId="ADAL" clId="{34B0BD04-4666-4677-9291-32CBE77FDEE8}" dt="2022-03-14T21:19:37.591" v="4227" actId="255"/>
          <ac:spMkLst>
            <pc:docMk/>
            <pc:sldMk cId="3820694383" sldId="1307"/>
            <ac:spMk id="2" creationId="{75048563-1F91-4B1E-BA74-FF47560D4CD0}"/>
          </ac:spMkLst>
        </pc:spChg>
        <pc:spChg chg="mod">
          <ac:chgData name="Mitra, Aritra" userId="c0528902-d414-4a78-8a62-a5dcc8d4eb67" providerId="ADAL" clId="{34B0BD04-4666-4677-9291-32CBE77FDEE8}" dt="2022-03-14T17:38:03.172" v="743" actId="1076"/>
          <ac:spMkLst>
            <pc:docMk/>
            <pc:sldMk cId="3820694383" sldId="1307"/>
            <ac:spMk id="3" creationId="{7313465E-902B-463E-9D26-247F90B6BB42}"/>
          </ac:spMkLst>
        </pc:spChg>
        <pc:spChg chg="add mod">
          <ac:chgData name="Mitra, Aritra" userId="c0528902-d414-4a78-8a62-a5dcc8d4eb67" providerId="ADAL" clId="{34B0BD04-4666-4677-9291-32CBE77FDEE8}" dt="2022-03-14T17:38:43.159" v="751" actId="207"/>
          <ac:spMkLst>
            <pc:docMk/>
            <pc:sldMk cId="3820694383" sldId="1307"/>
            <ac:spMk id="4" creationId="{D79CDE9E-8A7A-48C9-AFFC-FAB8971D56FB}"/>
          </ac:spMkLst>
        </pc:spChg>
      </pc:sldChg>
      <pc:sldChg chg="addSp delSp modSp new mod modAnim">
        <pc:chgData name="Mitra, Aritra" userId="c0528902-d414-4a78-8a62-a5dcc8d4eb67" providerId="ADAL" clId="{34B0BD04-4666-4677-9291-32CBE77FDEE8}" dt="2022-03-14T18:50:12.487" v="2242" actId="207"/>
        <pc:sldMkLst>
          <pc:docMk/>
          <pc:sldMk cId="4262882628" sldId="1308"/>
        </pc:sldMkLst>
        <pc:spChg chg="mod">
          <ac:chgData name="Mitra, Aritra" userId="c0528902-d414-4a78-8a62-a5dcc8d4eb67" providerId="ADAL" clId="{34B0BD04-4666-4677-9291-32CBE77FDEE8}" dt="2022-03-14T17:43:29.628" v="928" actId="1076"/>
          <ac:spMkLst>
            <pc:docMk/>
            <pc:sldMk cId="4262882628" sldId="1308"/>
            <ac:spMk id="2" creationId="{A275E91E-FBF2-436F-90B3-BDFB05D80859}"/>
          </ac:spMkLst>
        </pc:spChg>
        <pc:spChg chg="del mod">
          <ac:chgData name="Mitra, Aritra" userId="c0528902-d414-4a78-8a62-a5dcc8d4eb67" providerId="ADAL" clId="{34B0BD04-4666-4677-9291-32CBE77FDEE8}" dt="2022-03-14T17:46:12.906" v="930" actId="478"/>
          <ac:spMkLst>
            <pc:docMk/>
            <pc:sldMk cId="4262882628" sldId="1308"/>
            <ac:spMk id="3" creationId="{B890D1C5-D926-4294-990E-0A1F391D0B74}"/>
          </ac:spMkLst>
        </pc:spChg>
        <pc:spChg chg="add mod topLvl">
          <ac:chgData name="Mitra, Aritra" userId="c0528902-d414-4a78-8a62-a5dcc8d4eb67" providerId="ADAL" clId="{34B0BD04-4666-4677-9291-32CBE77FDEE8}" dt="2022-03-14T18:40:58.958" v="2104" actId="20577"/>
          <ac:spMkLst>
            <pc:docMk/>
            <pc:sldMk cId="4262882628" sldId="1308"/>
            <ac:spMk id="7" creationId="{EF2B754E-EF64-4208-B09D-C7FCFCA7A826}"/>
          </ac:spMkLst>
        </pc:spChg>
        <pc:spChg chg="add mod topLvl">
          <ac:chgData name="Mitra, Aritra" userId="c0528902-d414-4a78-8a62-a5dcc8d4eb67" providerId="ADAL" clId="{34B0BD04-4666-4677-9291-32CBE77FDEE8}" dt="2022-03-14T18:36:21.179" v="2090" actId="165"/>
          <ac:spMkLst>
            <pc:docMk/>
            <pc:sldMk cId="4262882628" sldId="1308"/>
            <ac:spMk id="8" creationId="{21EC508D-F81A-48AD-B943-CAFA2C61793A}"/>
          </ac:spMkLst>
        </pc:spChg>
        <pc:spChg chg="add mod topLvl">
          <ac:chgData name="Mitra, Aritra" userId="c0528902-d414-4a78-8a62-a5dcc8d4eb67" providerId="ADAL" clId="{34B0BD04-4666-4677-9291-32CBE77FDEE8}" dt="2022-03-14T18:36:21.179" v="2090" actId="165"/>
          <ac:spMkLst>
            <pc:docMk/>
            <pc:sldMk cId="4262882628" sldId="1308"/>
            <ac:spMk id="9" creationId="{A5FACBA0-7068-408C-BE10-46F20F5B8269}"/>
          </ac:spMkLst>
        </pc:spChg>
        <pc:spChg chg="add mod topLvl">
          <ac:chgData name="Mitra, Aritra" userId="c0528902-d414-4a78-8a62-a5dcc8d4eb67" providerId="ADAL" clId="{34B0BD04-4666-4677-9291-32CBE77FDEE8}" dt="2022-03-14T18:36:21.179" v="2090" actId="165"/>
          <ac:spMkLst>
            <pc:docMk/>
            <pc:sldMk cId="4262882628" sldId="1308"/>
            <ac:spMk id="15" creationId="{D7665E39-35E9-40F7-8DFD-F79D762745AF}"/>
          </ac:spMkLst>
        </pc:spChg>
        <pc:spChg chg="add mod topLvl">
          <ac:chgData name="Mitra, Aritra" userId="c0528902-d414-4a78-8a62-a5dcc8d4eb67" providerId="ADAL" clId="{34B0BD04-4666-4677-9291-32CBE77FDEE8}" dt="2022-03-14T18:36:21.179" v="2090" actId="165"/>
          <ac:spMkLst>
            <pc:docMk/>
            <pc:sldMk cId="4262882628" sldId="1308"/>
            <ac:spMk id="16" creationId="{DEC631A4-5924-4AA9-9EEC-99505E10F538}"/>
          </ac:spMkLst>
        </pc:spChg>
        <pc:spChg chg="add mod topLvl">
          <ac:chgData name="Mitra, Aritra" userId="c0528902-d414-4a78-8a62-a5dcc8d4eb67" providerId="ADAL" clId="{34B0BD04-4666-4677-9291-32CBE77FDEE8}" dt="2022-03-14T18:36:21.179" v="2090" actId="165"/>
          <ac:spMkLst>
            <pc:docMk/>
            <pc:sldMk cId="4262882628" sldId="1308"/>
            <ac:spMk id="17" creationId="{BB2BDE0D-4CA4-44EC-9C4B-B7E4949FE959}"/>
          </ac:spMkLst>
        </pc:spChg>
        <pc:spChg chg="add del mod">
          <ac:chgData name="Mitra, Aritra" userId="c0528902-d414-4a78-8a62-a5dcc8d4eb67" providerId="ADAL" clId="{34B0BD04-4666-4677-9291-32CBE77FDEE8}" dt="2022-03-14T18:01:25.368" v="1176"/>
          <ac:spMkLst>
            <pc:docMk/>
            <pc:sldMk cId="4262882628" sldId="1308"/>
            <ac:spMk id="18" creationId="{38619824-AE63-4D1E-9288-44A709F4FA53}"/>
          </ac:spMkLst>
        </pc:spChg>
        <pc:spChg chg="add mod">
          <ac:chgData name="Mitra, Aritra" userId="c0528902-d414-4a78-8a62-a5dcc8d4eb67" providerId="ADAL" clId="{34B0BD04-4666-4677-9291-32CBE77FDEE8}" dt="2022-03-14T18:04:59.120" v="1286" actId="20577"/>
          <ac:spMkLst>
            <pc:docMk/>
            <pc:sldMk cId="4262882628" sldId="1308"/>
            <ac:spMk id="19" creationId="{229FCDD3-BC19-46B3-B439-80C8258503A4}"/>
          </ac:spMkLst>
        </pc:spChg>
        <pc:spChg chg="add mod">
          <ac:chgData name="Mitra, Aritra" userId="c0528902-d414-4a78-8a62-a5dcc8d4eb67" providerId="ADAL" clId="{34B0BD04-4666-4677-9291-32CBE77FDEE8}" dt="2022-03-14T18:20:03.094" v="1626" actId="1076"/>
          <ac:spMkLst>
            <pc:docMk/>
            <pc:sldMk cId="4262882628" sldId="1308"/>
            <ac:spMk id="20" creationId="{8712E02C-6AAB-4A0E-A6D6-613934EF9702}"/>
          </ac:spMkLst>
        </pc:spChg>
        <pc:spChg chg="add mod topLvl">
          <ac:chgData name="Mitra, Aritra" userId="c0528902-d414-4a78-8a62-a5dcc8d4eb67" providerId="ADAL" clId="{34B0BD04-4666-4677-9291-32CBE77FDEE8}" dt="2022-03-14T18:49:58.074" v="2240" actId="207"/>
          <ac:spMkLst>
            <pc:docMk/>
            <pc:sldMk cId="4262882628" sldId="1308"/>
            <ac:spMk id="21" creationId="{A3AAA0B5-5369-47B8-8AD2-796544F9B7C4}"/>
          </ac:spMkLst>
        </pc:spChg>
        <pc:spChg chg="add mod">
          <ac:chgData name="Mitra, Aritra" userId="c0528902-d414-4a78-8a62-a5dcc8d4eb67" providerId="ADAL" clId="{34B0BD04-4666-4677-9291-32CBE77FDEE8}" dt="2022-03-14T18:14:52.346" v="1540" actId="1036"/>
          <ac:spMkLst>
            <pc:docMk/>
            <pc:sldMk cId="4262882628" sldId="1308"/>
            <ac:spMk id="22" creationId="{7070A77D-784D-42D8-B7E2-A9C0000765B3}"/>
          </ac:spMkLst>
        </pc:spChg>
        <pc:spChg chg="add mod topLvl">
          <ac:chgData name="Mitra, Aritra" userId="c0528902-d414-4a78-8a62-a5dcc8d4eb67" providerId="ADAL" clId="{34B0BD04-4666-4677-9291-32CBE77FDEE8}" dt="2022-03-14T18:36:21.179" v="2090" actId="165"/>
          <ac:spMkLst>
            <pc:docMk/>
            <pc:sldMk cId="4262882628" sldId="1308"/>
            <ac:spMk id="23" creationId="{6AE069F9-D4AC-4E73-A48D-96E39D3FA867}"/>
          </ac:spMkLst>
        </pc:spChg>
        <pc:spChg chg="mod topLvl">
          <ac:chgData name="Mitra, Aritra" userId="c0528902-d414-4a78-8a62-a5dcc8d4eb67" providerId="ADAL" clId="{34B0BD04-4666-4677-9291-32CBE77FDEE8}" dt="2022-03-14T18:38:02.632" v="2096" actId="164"/>
          <ac:spMkLst>
            <pc:docMk/>
            <pc:sldMk cId="4262882628" sldId="1308"/>
            <ac:spMk id="26" creationId="{FE11FD05-AEC4-4778-9866-5214005C0D95}"/>
          </ac:spMkLst>
        </pc:spChg>
        <pc:spChg chg="mod topLvl">
          <ac:chgData name="Mitra, Aritra" userId="c0528902-d414-4a78-8a62-a5dcc8d4eb67" providerId="ADAL" clId="{34B0BD04-4666-4677-9291-32CBE77FDEE8}" dt="2022-03-14T18:38:02.632" v="2096" actId="164"/>
          <ac:spMkLst>
            <pc:docMk/>
            <pc:sldMk cId="4262882628" sldId="1308"/>
            <ac:spMk id="27" creationId="{A4CF49B0-C64E-418D-806D-E91D8F6E440B}"/>
          </ac:spMkLst>
        </pc:spChg>
        <pc:spChg chg="mod topLvl">
          <ac:chgData name="Mitra, Aritra" userId="c0528902-d414-4a78-8a62-a5dcc8d4eb67" providerId="ADAL" clId="{34B0BD04-4666-4677-9291-32CBE77FDEE8}" dt="2022-03-14T18:38:02.632" v="2096" actId="164"/>
          <ac:spMkLst>
            <pc:docMk/>
            <pc:sldMk cId="4262882628" sldId="1308"/>
            <ac:spMk id="28" creationId="{55E40A93-EC26-462A-BA76-01C25508E09F}"/>
          </ac:spMkLst>
        </pc:spChg>
        <pc:spChg chg="mod topLvl">
          <ac:chgData name="Mitra, Aritra" userId="c0528902-d414-4a78-8a62-a5dcc8d4eb67" providerId="ADAL" clId="{34B0BD04-4666-4677-9291-32CBE77FDEE8}" dt="2022-03-14T18:38:02.632" v="2096" actId="164"/>
          <ac:spMkLst>
            <pc:docMk/>
            <pc:sldMk cId="4262882628" sldId="1308"/>
            <ac:spMk id="31" creationId="{162C3AD7-DF61-4965-BC7C-117339AC522A}"/>
          </ac:spMkLst>
        </pc:spChg>
        <pc:spChg chg="mod topLvl">
          <ac:chgData name="Mitra, Aritra" userId="c0528902-d414-4a78-8a62-a5dcc8d4eb67" providerId="ADAL" clId="{34B0BD04-4666-4677-9291-32CBE77FDEE8}" dt="2022-03-14T18:38:02.632" v="2096" actId="164"/>
          <ac:spMkLst>
            <pc:docMk/>
            <pc:sldMk cId="4262882628" sldId="1308"/>
            <ac:spMk id="32" creationId="{063091A6-B272-4301-B6FB-D17FB14F3341}"/>
          </ac:spMkLst>
        </pc:spChg>
        <pc:spChg chg="mod topLvl">
          <ac:chgData name="Mitra, Aritra" userId="c0528902-d414-4a78-8a62-a5dcc8d4eb67" providerId="ADAL" clId="{34B0BD04-4666-4677-9291-32CBE77FDEE8}" dt="2022-03-14T18:38:02.632" v="2096" actId="164"/>
          <ac:spMkLst>
            <pc:docMk/>
            <pc:sldMk cId="4262882628" sldId="1308"/>
            <ac:spMk id="33" creationId="{78F6D482-A45A-480E-8DD0-9CD25A0A40FA}"/>
          </ac:spMkLst>
        </pc:spChg>
        <pc:spChg chg="mod topLvl">
          <ac:chgData name="Mitra, Aritra" userId="c0528902-d414-4a78-8a62-a5dcc8d4eb67" providerId="ADAL" clId="{34B0BD04-4666-4677-9291-32CBE77FDEE8}" dt="2022-03-14T18:50:12.487" v="2242" actId="207"/>
          <ac:spMkLst>
            <pc:docMk/>
            <pc:sldMk cId="4262882628" sldId="1308"/>
            <ac:spMk id="34" creationId="{08680FE6-12F6-4AF0-AE6D-4F4F893C80AE}"/>
          </ac:spMkLst>
        </pc:spChg>
        <pc:spChg chg="mod topLvl">
          <ac:chgData name="Mitra, Aritra" userId="c0528902-d414-4a78-8a62-a5dcc8d4eb67" providerId="ADAL" clId="{34B0BD04-4666-4677-9291-32CBE77FDEE8}" dt="2022-03-14T18:46:05.579" v="2144" actId="1038"/>
          <ac:spMkLst>
            <pc:docMk/>
            <pc:sldMk cId="4262882628" sldId="1308"/>
            <ac:spMk id="35" creationId="{A271CA96-6E38-414F-97DB-80D99BEB950C}"/>
          </ac:spMkLst>
        </pc:spChg>
        <pc:spChg chg="mod">
          <ac:chgData name="Mitra, Aritra" userId="c0528902-d414-4a78-8a62-a5dcc8d4eb67" providerId="ADAL" clId="{34B0BD04-4666-4677-9291-32CBE77FDEE8}" dt="2022-03-14T18:25:56.570" v="1700" actId="571"/>
          <ac:spMkLst>
            <pc:docMk/>
            <pc:sldMk cId="4262882628" sldId="1308"/>
            <ac:spMk id="37" creationId="{DAA0AC4A-6397-47A5-A8F7-F16E79B44BE2}"/>
          </ac:spMkLst>
        </pc:spChg>
        <pc:spChg chg="mod">
          <ac:chgData name="Mitra, Aritra" userId="c0528902-d414-4a78-8a62-a5dcc8d4eb67" providerId="ADAL" clId="{34B0BD04-4666-4677-9291-32CBE77FDEE8}" dt="2022-03-14T18:25:56.570" v="1700" actId="571"/>
          <ac:spMkLst>
            <pc:docMk/>
            <pc:sldMk cId="4262882628" sldId="1308"/>
            <ac:spMk id="38" creationId="{8EE08043-C498-4618-8845-D8D3422AAC6E}"/>
          </ac:spMkLst>
        </pc:spChg>
        <pc:spChg chg="mod">
          <ac:chgData name="Mitra, Aritra" userId="c0528902-d414-4a78-8a62-a5dcc8d4eb67" providerId="ADAL" clId="{34B0BD04-4666-4677-9291-32CBE77FDEE8}" dt="2022-03-14T18:25:56.570" v="1700" actId="571"/>
          <ac:spMkLst>
            <pc:docMk/>
            <pc:sldMk cId="4262882628" sldId="1308"/>
            <ac:spMk id="39" creationId="{1225ED9B-7A81-4D9A-8FDE-7726E8C44394}"/>
          </ac:spMkLst>
        </pc:spChg>
        <pc:spChg chg="mod">
          <ac:chgData name="Mitra, Aritra" userId="c0528902-d414-4a78-8a62-a5dcc8d4eb67" providerId="ADAL" clId="{34B0BD04-4666-4677-9291-32CBE77FDEE8}" dt="2022-03-14T18:25:56.570" v="1700" actId="571"/>
          <ac:spMkLst>
            <pc:docMk/>
            <pc:sldMk cId="4262882628" sldId="1308"/>
            <ac:spMk id="42" creationId="{E4A4FE9B-2247-4FC9-89AA-C316299A0430}"/>
          </ac:spMkLst>
        </pc:spChg>
        <pc:spChg chg="mod">
          <ac:chgData name="Mitra, Aritra" userId="c0528902-d414-4a78-8a62-a5dcc8d4eb67" providerId="ADAL" clId="{34B0BD04-4666-4677-9291-32CBE77FDEE8}" dt="2022-03-14T18:25:56.570" v="1700" actId="571"/>
          <ac:spMkLst>
            <pc:docMk/>
            <pc:sldMk cId="4262882628" sldId="1308"/>
            <ac:spMk id="43" creationId="{CFAEA6BE-489F-48D9-A56A-685468016E07}"/>
          </ac:spMkLst>
        </pc:spChg>
        <pc:spChg chg="mod">
          <ac:chgData name="Mitra, Aritra" userId="c0528902-d414-4a78-8a62-a5dcc8d4eb67" providerId="ADAL" clId="{34B0BD04-4666-4677-9291-32CBE77FDEE8}" dt="2022-03-14T18:25:56.570" v="1700" actId="571"/>
          <ac:spMkLst>
            <pc:docMk/>
            <pc:sldMk cId="4262882628" sldId="1308"/>
            <ac:spMk id="44" creationId="{D8345A47-D072-4FE5-B7CD-C56D7A22001F}"/>
          </ac:spMkLst>
        </pc:spChg>
        <pc:spChg chg="mod">
          <ac:chgData name="Mitra, Aritra" userId="c0528902-d414-4a78-8a62-a5dcc8d4eb67" providerId="ADAL" clId="{34B0BD04-4666-4677-9291-32CBE77FDEE8}" dt="2022-03-14T18:25:56.570" v="1700" actId="571"/>
          <ac:spMkLst>
            <pc:docMk/>
            <pc:sldMk cId="4262882628" sldId="1308"/>
            <ac:spMk id="45" creationId="{F7C6CB43-410C-4A52-8805-74E237E15B64}"/>
          </ac:spMkLst>
        </pc:spChg>
        <pc:spChg chg="mod">
          <ac:chgData name="Mitra, Aritra" userId="c0528902-d414-4a78-8a62-a5dcc8d4eb67" providerId="ADAL" clId="{34B0BD04-4666-4677-9291-32CBE77FDEE8}" dt="2022-03-14T18:25:56.570" v="1700" actId="571"/>
          <ac:spMkLst>
            <pc:docMk/>
            <pc:sldMk cId="4262882628" sldId="1308"/>
            <ac:spMk id="46" creationId="{F0B970A2-241A-4084-A96F-C9A3A3D4B3A0}"/>
          </ac:spMkLst>
        </pc:spChg>
        <pc:spChg chg="add mod">
          <ac:chgData name="Mitra, Aritra" userId="c0528902-d414-4a78-8a62-a5dcc8d4eb67" providerId="ADAL" clId="{34B0BD04-4666-4677-9291-32CBE77FDEE8}" dt="2022-03-14T18:38:02.632" v="2096" actId="164"/>
          <ac:spMkLst>
            <pc:docMk/>
            <pc:sldMk cId="4262882628" sldId="1308"/>
            <ac:spMk id="47" creationId="{6682714A-523D-4A98-808D-290E916910AB}"/>
          </ac:spMkLst>
        </pc:spChg>
        <pc:spChg chg="add mod">
          <ac:chgData name="Mitra, Aritra" userId="c0528902-d414-4a78-8a62-a5dcc8d4eb67" providerId="ADAL" clId="{34B0BD04-4666-4677-9291-32CBE77FDEE8}" dt="2022-03-14T18:38:02.632" v="2096" actId="164"/>
          <ac:spMkLst>
            <pc:docMk/>
            <pc:sldMk cId="4262882628" sldId="1308"/>
            <ac:spMk id="48" creationId="{F6FA6406-2F11-4C55-87FB-F3C3EE3A5D6B}"/>
          </ac:spMkLst>
        </pc:spChg>
        <pc:spChg chg="add mod">
          <ac:chgData name="Mitra, Aritra" userId="c0528902-d414-4a78-8a62-a5dcc8d4eb67" providerId="ADAL" clId="{34B0BD04-4666-4677-9291-32CBE77FDEE8}" dt="2022-03-14T18:42:15.224" v="2124" actId="1038"/>
          <ac:spMkLst>
            <pc:docMk/>
            <pc:sldMk cId="4262882628" sldId="1308"/>
            <ac:spMk id="49" creationId="{CA3ED3D8-11B4-43A6-B0EC-1DDFAA286A13}"/>
          </ac:spMkLst>
        </pc:spChg>
        <pc:grpChg chg="add del mod">
          <ac:chgData name="Mitra, Aritra" userId="c0528902-d414-4a78-8a62-a5dcc8d4eb67" providerId="ADAL" clId="{34B0BD04-4666-4677-9291-32CBE77FDEE8}" dt="2022-03-14T18:36:21.179" v="2090" actId="165"/>
          <ac:grpSpMkLst>
            <pc:docMk/>
            <pc:sldMk cId="4262882628" sldId="1308"/>
            <ac:grpSpMk id="24" creationId="{3153F7CA-D27F-46A5-9D3D-A67A2201F4EB}"/>
          </ac:grpSpMkLst>
        </pc:grpChg>
        <pc:grpChg chg="add del mod">
          <ac:chgData name="Mitra, Aritra" userId="c0528902-d414-4a78-8a62-a5dcc8d4eb67" providerId="ADAL" clId="{34B0BD04-4666-4677-9291-32CBE77FDEE8}" dt="2022-03-14T18:26:01.489" v="1701" actId="165"/>
          <ac:grpSpMkLst>
            <pc:docMk/>
            <pc:sldMk cId="4262882628" sldId="1308"/>
            <ac:grpSpMk id="25" creationId="{3A7D9BBC-DB5B-4E3A-A743-0F0382C96B68}"/>
          </ac:grpSpMkLst>
        </pc:grpChg>
        <pc:grpChg chg="add mod">
          <ac:chgData name="Mitra, Aritra" userId="c0528902-d414-4a78-8a62-a5dcc8d4eb67" providerId="ADAL" clId="{34B0BD04-4666-4677-9291-32CBE77FDEE8}" dt="2022-03-14T18:25:56.570" v="1700" actId="571"/>
          <ac:grpSpMkLst>
            <pc:docMk/>
            <pc:sldMk cId="4262882628" sldId="1308"/>
            <ac:grpSpMk id="36" creationId="{4A3D9A70-2277-4B67-9F1E-74DAD60009A1}"/>
          </ac:grpSpMkLst>
        </pc:grpChg>
        <pc:grpChg chg="add mod">
          <ac:chgData name="Mitra, Aritra" userId="c0528902-d414-4a78-8a62-a5dcc8d4eb67" providerId="ADAL" clId="{34B0BD04-4666-4677-9291-32CBE77FDEE8}" dt="2022-03-14T18:38:02.632" v="2096" actId="164"/>
          <ac:grpSpMkLst>
            <pc:docMk/>
            <pc:sldMk cId="4262882628" sldId="1308"/>
            <ac:grpSpMk id="50" creationId="{DF51040D-59C9-44ED-B76E-D43B933F4969}"/>
          </ac:grpSpMkLst>
        </pc:grpChg>
        <pc:cxnChg chg="add mod">
          <ac:chgData name="Mitra, Aritra" userId="c0528902-d414-4a78-8a62-a5dcc8d4eb67" providerId="ADAL" clId="{34B0BD04-4666-4677-9291-32CBE77FDEE8}" dt="2022-03-14T18:37:22.751" v="2094" actId="1076"/>
          <ac:cxnSpMkLst>
            <pc:docMk/>
            <pc:sldMk cId="4262882628" sldId="1308"/>
            <ac:cxnSpMk id="5" creationId="{DF982912-ECC1-4CAE-9B70-4D9ED2383A72}"/>
          </ac:cxnSpMkLst>
        </pc:cxnChg>
        <pc:cxnChg chg="add mod topLvl">
          <ac:chgData name="Mitra, Aritra" userId="c0528902-d414-4a78-8a62-a5dcc8d4eb67" providerId="ADAL" clId="{34B0BD04-4666-4677-9291-32CBE77FDEE8}" dt="2022-03-14T18:36:21.179" v="2090" actId="165"/>
          <ac:cxnSpMkLst>
            <pc:docMk/>
            <pc:sldMk cId="4262882628" sldId="1308"/>
            <ac:cxnSpMk id="11" creationId="{1BA3CE49-5F97-4D4B-8F01-6620E4E5422E}"/>
          </ac:cxnSpMkLst>
        </pc:cxnChg>
        <pc:cxnChg chg="add mod topLvl">
          <ac:chgData name="Mitra, Aritra" userId="c0528902-d414-4a78-8a62-a5dcc8d4eb67" providerId="ADAL" clId="{34B0BD04-4666-4677-9291-32CBE77FDEE8}" dt="2022-03-14T18:36:21.179" v="2090" actId="165"/>
          <ac:cxnSpMkLst>
            <pc:docMk/>
            <pc:sldMk cId="4262882628" sldId="1308"/>
            <ac:cxnSpMk id="12" creationId="{06B2AE1A-B43A-4231-9DB2-512E486B4209}"/>
          </ac:cxnSpMkLst>
        </pc:cxnChg>
        <pc:cxnChg chg="mod topLvl">
          <ac:chgData name="Mitra, Aritra" userId="c0528902-d414-4a78-8a62-a5dcc8d4eb67" providerId="ADAL" clId="{34B0BD04-4666-4677-9291-32CBE77FDEE8}" dt="2022-03-14T18:38:02.632" v="2096" actId="164"/>
          <ac:cxnSpMkLst>
            <pc:docMk/>
            <pc:sldMk cId="4262882628" sldId="1308"/>
            <ac:cxnSpMk id="29" creationId="{9BA4167E-9AFA-44DE-AC38-0AE4E680319F}"/>
          </ac:cxnSpMkLst>
        </pc:cxnChg>
        <pc:cxnChg chg="mod topLvl">
          <ac:chgData name="Mitra, Aritra" userId="c0528902-d414-4a78-8a62-a5dcc8d4eb67" providerId="ADAL" clId="{34B0BD04-4666-4677-9291-32CBE77FDEE8}" dt="2022-03-14T18:38:02.632" v="2096" actId="164"/>
          <ac:cxnSpMkLst>
            <pc:docMk/>
            <pc:sldMk cId="4262882628" sldId="1308"/>
            <ac:cxnSpMk id="30" creationId="{F30B43D2-18F0-434B-8FCC-03D343E332A6}"/>
          </ac:cxnSpMkLst>
        </pc:cxnChg>
        <pc:cxnChg chg="mod">
          <ac:chgData name="Mitra, Aritra" userId="c0528902-d414-4a78-8a62-a5dcc8d4eb67" providerId="ADAL" clId="{34B0BD04-4666-4677-9291-32CBE77FDEE8}" dt="2022-03-14T18:25:56.570" v="1700" actId="571"/>
          <ac:cxnSpMkLst>
            <pc:docMk/>
            <pc:sldMk cId="4262882628" sldId="1308"/>
            <ac:cxnSpMk id="40" creationId="{363F8784-52BA-4D25-877E-A42FF37097B0}"/>
          </ac:cxnSpMkLst>
        </pc:cxnChg>
        <pc:cxnChg chg="mod">
          <ac:chgData name="Mitra, Aritra" userId="c0528902-d414-4a78-8a62-a5dcc8d4eb67" providerId="ADAL" clId="{34B0BD04-4666-4677-9291-32CBE77FDEE8}" dt="2022-03-14T18:25:56.570" v="1700" actId="571"/>
          <ac:cxnSpMkLst>
            <pc:docMk/>
            <pc:sldMk cId="4262882628" sldId="1308"/>
            <ac:cxnSpMk id="41" creationId="{C9764084-B865-49DD-9D4C-E7529201A5CD}"/>
          </ac:cxnSpMkLst>
        </pc:cxnChg>
      </pc:sldChg>
      <pc:sldChg chg="addSp delSp modSp new mod modAnim">
        <pc:chgData name="Mitra, Aritra" userId="c0528902-d414-4a78-8a62-a5dcc8d4eb67" providerId="ADAL" clId="{34B0BD04-4666-4677-9291-32CBE77FDEE8}" dt="2022-03-15T12:49:19.243" v="5156" actId="20577"/>
        <pc:sldMkLst>
          <pc:docMk/>
          <pc:sldMk cId="2301325993" sldId="1309"/>
        </pc:sldMkLst>
        <pc:spChg chg="del">
          <ac:chgData name="Mitra, Aritra" userId="c0528902-d414-4a78-8a62-a5dcc8d4eb67" providerId="ADAL" clId="{34B0BD04-4666-4677-9291-32CBE77FDEE8}" dt="2022-03-14T18:46:39.968" v="2146"/>
          <ac:spMkLst>
            <pc:docMk/>
            <pc:sldMk cId="2301325993" sldId="1309"/>
            <ac:spMk id="2" creationId="{C41048D8-0205-4155-9F81-C81E1EF362E1}"/>
          </ac:spMkLst>
        </pc:spChg>
        <pc:spChg chg="del mod">
          <ac:chgData name="Mitra, Aritra" userId="c0528902-d414-4a78-8a62-a5dcc8d4eb67" providerId="ADAL" clId="{34B0BD04-4666-4677-9291-32CBE77FDEE8}" dt="2022-03-14T18:47:57.929" v="2151" actId="478"/>
          <ac:spMkLst>
            <pc:docMk/>
            <pc:sldMk cId="2301325993" sldId="1309"/>
            <ac:spMk id="3" creationId="{B840FF25-EFAB-411A-BE5B-022313D29D5A}"/>
          </ac:spMkLst>
        </pc:spChg>
        <pc:spChg chg="add mod">
          <ac:chgData name="Mitra, Aritra" userId="c0528902-d414-4a78-8a62-a5dcc8d4eb67" providerId="ADAL" clId="{34B0BD04-4666-4677-9291-32CBE77FDEE8}" dt="2022-03-14T19:42:29.424" v="3344" actId="1076"/>
          <ac:spMkLst>
            <pc:docMk/>
            <pc:sldMk cId="2301325993" sldId="1309"/>
            <ac:spMk id="4" creationId="{0AF64611-8546-42DA-B981-92846F33D0B1}"/>
          </ac:spMkLst>
        </pc:spChg>
        <pc:spChg chg="add mod">
          <ac:chgData name="Mitra, Aritra" userId="c0528902-d414-4a78-8a62-a5dcc8d4eb67" providerId="ADAL" clId="{34B0BD04-4666-4677-9291-32CBE77FDEE8}" dt="2022-03-14T19:40:20.453" v="3341" actId="207"/>
          <ac:spMkLst>
            <pc:docMk/>
            <pc:sldMk cId="2301325993" sldId="1309"/>
            <ac:spMk id="5" creationId="{4B1E4848-25E7-46F6-974A-47D307BA5BB1}"/>
          </ac:spMkLst>
        </pc:spChg>
        <pc:spChg chg="mod topLvl">
          <ac:chgData name="Mitra, Aritra" userId="c0528902-d414-4a78-8a62-a5dcc8d4eb67" providerId="ADAL" clId="{34B0BD04-4666-4677-9291-32CBE77FDEE8}" dt="2022-03-14T19:24:14.364" v="2928" actId="164"/>
          <ac:spMkLst>
            <pc:docMk/>
            <pc:sldMk cId="2301325993" sldId="1309"/>
            <ac:spMk id="7" creationId="{B0A7DD50-A7BB-47A6-B58D-D0C99B214214}"/>
          </ac:spMkLst>
        </pc:spChg>
        <pc:spChg chg="mod topLvl">
          <ac:chgData name="Mitra, Aritra" userId="c0528902-d414-4a78-8a62-a5dcc8d4eb67" providerId="ADAL" clId="{34B0BD04-4666-4677-9291-32CBE77FDEE8}" dt="2022-03-14T19:05:04.031" v="2631" actId="20577"/>
          <ac:spMkLst>
            <pc:docMk/>
            <pc:sldMk cId="2301325993" sldId="1309"/>
            <ac:spMk id="8" creationId="{C6DB3926-5405-4A41-8B29-756CEA4AC46A}"/>
          </ac:spMkLst>
        </pc:spChg>
        <pc:spChg chg="mod topLvl">
          <ac:chgData name="Mitra, Aritra" userId="c0528902-d414-4a78-8a62-a5dcc8d4eb67" providerId="ADAL" clId="{34B0BD04-4666-4677-9291-32CBE77FDEE8}" dt="2022-03-14T19:05:04.031" v="2631" actId="20577"/>
          <ac:spMkLst>
            <pc:docMk/>
            <pc:sldMk cId="2301325993" sldId="1309"/>
            <ac:spMk id="9" creationId="{F8DE2A68-8A2F-4330-B808-79BF48192E84}"/>
          </ac:spMkLst>
        </pc:spChg>
        <pc:spChg chg="mod topLvl">
          <ac:chgData name="Mitra, Aritra" userId="c0528902-d414-4a78-8a62-a5dcc8d4eb67" providerId="ADAL" clId="{34B0BD04-4666-4677-9291-32CBE77FDEE8}" dt="2022-03-14T19:05:04.031" v="2631" actId="20577"/>
          <ac:spMkLst>
            <pc:docMk/>
            <pc:sldMk cId="2301325993" sldId="1309"/>
            <ac:spMk id="12" creationId="{3ACE3ECF-0678-4E9C-B3B3-05EDF824B0EC}"/>
          </ac:spMkLst>
        </pc:spChg>
        <pc:spChg chg="mod topLvl">
          <ac:chgData name="Mitra, Aritra" userId="c0528902-d414-4a78-8a62-a5dcc8d4eb67" providerId="ADAL" clId="{34B0BD04-4666-4677-9291-32CBE77FDEE8}" dt="2022-03-14T19:05:04.031" v="2631" actId="20577"/>
          <ac:spMkLst>
            <pc:docMk/>
            <pc:sldMk cId="2301325993" sldId="1309"/>
            <ac:spMk id="13" creationId="{6814004D-BBEE-416A-973D-3765DC827555}"/>
          </ac:spMkLst>
        </pc:spChg>
        <pc:spChg chg="mod topLvl">
          <ac:chgData name="Mitra, Aritra" userId="c0528902-d414-4a78-8a62-a5dcc8d4eb67" providerId="ADAL" clId="{34B0BD04-4666-4677-9291-32CBE77FDEE8}" dt="2022-03-14T19:05:04.031" v="2631" actId="20577"/>
          <ac:spMkLst>
            <pc:docMk/>
            <pc:sldMk cId="2301325993" sldId="1309"/>
            <ac:spMk id="14" creationId="{AA208CB1-DA11-4628-A7EF-2502092CBBF1}"/>
          </ac:spMkLst>
        </pc:spChg>
        <pc:spChg chg="mod topLvl">
          <ac:chgData name="Mitra, Aritra" userId="c0528902-d414-4a78-8a62-a5dcc8d4eb67" providerId="ADAL" clId="{34B0BD04-4666-4677-9291-32CBE77FDEE8}" dt="2022-03-14T19:05:11.170" v="2639" actId="20577"/>
          <ac:spMkLst>
            <pc:docMk/>
            <pc:sldMk cId="2301325993" sldId="1309"/>
            <ac:spMk id="15" creationId="{EEF7F54F-6469-4B1B-A418-B1D0116040F7}"/>
          </ac:spMkLst>
        </pc:spChg>
        <pc:spChg chg="mod topLvl">
          <ac:chgData name="Mitra, Aritra" userId="c0528902-d414-4a78-8a62-a5dcc8d4eb67" providerId="ADAL" clId="{34B0BD04-4666-4677-9291-32CBE77FDEE8}" dt="2022-03-14T19:05:04.031" v="2631" actId="20577"/>
          <ac:spMkLst>
            <pc:docMk/>
            <pc:sldMk cId="2301325993" sldId="1309"/>
            <ac:spMk id="16" creationId="{929F60E8-C856-47A7-A3AC-BCECC75DDA52}"/>
          </ac:spMkLst>
        </pc:spChg>
        <pc:spChg chg="add del">
          <ac:chgData name="Mitra, Aritra" userId="c0528902-d414-4a78-8a62-a5dcc8d4eb67" providerId="ADAL" clId="{34B0BD04-4666-4677-9291-32CBE77FDEE8}" dt="2022-03-14T19:07:18.927" v="2703" actId="478"/>
          <ac:spMkLst>
            <pc:docMk/>
            <pc:sldMk cId="2301325993" sldId="1309"/>
            <ac:spMk id="19" creationId="{11E88C86-0DD8-4287-BC3B-5910969D79D1}"/>
          </ac:spMkLst>
        </pc:spChg>
        <pc:spChg chg="add del mod">
          <ac:chgData name="Mitra, Aritra" userId="c0528902-d414-4a78-8a62-a5dcc8d4eb67" providerId="ADAL" clId="{34B0BD04-4666-4677-9291-32CBE77FDEE8}" dt="2022-03-14T19:07:45.569" v="2706" actId="478"/>
          <ac:spMkLst>
            <pc:docMk/>
            <pc:sldMk cId="2301325993" sldId="1309"/>
            <ac:spMk id="20" creationId="{14452117-EBE5-4390-BE24-418AFE9AFFDC}"/>
          </ac:spMkLst>
        </pc:spChg>
        <pc:spChg chg="add mod">
          <ac:chgData name="Mitra, Aritra" userId="c0528902-d414-4a78-8a62-a5dcc8d4eb67" providerId="ADAL" clId="{34B0BD04-4666-4677-9291-32CBE77FDEE8}" dt="2022-03-14T19:24:14.364" v="2928" actId="164"/>
          <ac:spMkLst>
            <pc:docMk/>
            <pc:sldMk cId="2301325993" sldId="1309"/>
            <ac:spMk id="21" creationId="{9143CF4A-4399-455F-AD27-8E3636FC5C51}"/>
          </ac:spMkLst>
        </pc:spChg>
        <pc:spChg chg="add mod">
          <ac:chgData name="Mitra, Aritra" userId="c0528902-d414-4a78-8a62-a5dcc8d4eb67" providerId="ADAL" clId="{34B0BD04-4666-4677-9291-32CBE77FDEE8}" dt="2022-03-14T19:24:14.364" v="2928" actId="164"/>
          <ac:spMkLst>
            <pc:docMk/>
            <pc:sldMk cId="2301325993" sldId="1309"/>
            <ac:spMk id="22" creationId="{38B5846F-9EE4-406D-9D3F-06B02154FB0E}"/>
          </ac:spMkLst>
        </pc:spChg>
        <pc:spChg chg="add mod">
          <ac:chgData name="Mitra, Aritra" userId="c0528902-d414-4a78-8a62-a5dcc8d4eb67" providerId="ADAL" clId="{34B0BD04-4666-4677-9291-32CBE77FDEE8}" dt="2022-03-14T19:24:14.364" v="2928" actId="164"/>
          <ac:spMkLst>
            <pc:docMk/>
            <pc:sldMk cId="2301325993" sldId="1309"/>
            <ac:spMk id="23" creationId="{BC7C5A2B-1B81-4F80-9071-B80BC17C247F}"/>
          </ac:spMkLst>
        </pc:spChg>
        <pc:spChg chg="add mod">
          <ac:chgData name="Mitra, Aritra" userId="c0528902-d414-4a78-8a62-a5dcc8d4eb67" providerId="ADAL" clId="{34B0BD04-4666-4677-9291-32CBE77FDEE8}" dt="2022-03-14T19:24:14.364" v="2928" actId="164"/>
          <ac:spMkLst>
            <pc:docMk/>
            <pc:sldMk cId="2301325993" sldId="1309"/>
            <ac:spMk id="24" creationId="{E10B50D7-8738-45F4-9392-344D2FA34302}"/>
          </ac:spMkLst>
        </pc:spChg>
        <pc:spChg chg="add mod">
          <ac:chgData name="Mitra, Aritra" userId="c0528902-d414-4a78-8a62-a5dcc8d4eb67" providerId="ADAL" clId="{34B0BD04-4666-4677-9291-32CBE77FDEE8}" dt="2022-03-14T19:24:14.364" v="2928" actId="164"/>
          <ac:spMkLst>
            <pc:docMk/>
            <pc:sldMk cId="2301325993" sldId="1309"/>
            <ac:spMk id="25" creationId="{086A1A4E-FDA1-4377-AC77-BD4A677575F6}"/>
          </ac:spMkLst>
        </pc:spChg>
        <pc:spChg chg="add mod">
          <ac:chgData name="Mitra, Aritra" userId="c0528902-d414-4a78-8a62-a5dcc8d4eb67" providerId="ADAL" clId="{34B0BD04-4666-4677-9291-32CBE77FDEE8}" dt="2022-03-15T12:49:19.243" v="5156" actId="20577"/>
          <ac:spMkLst>
            <pc:docMk/>
            <pc:sldMk cId="2301325993" sldId="1309"/>
            <ac:spMk id="26" creationId="{58758E06-B1B2-4D8D-8017-4943798ED010}"/>
          </ac:spMkLst>
        </pc:spChg>
        <pc:spChg chg="add mod">
          <ac:chgData name="Mitra, Aritra" userId="c0528902-d414-4a78-8a62-a5dcc8d4eb67" providerId="ADAL" clId="{34B0BD04-4666-4677-9291-32CBE77FDEE8}" dt="2022-03-14T19:27:27.661" v="3052" actId="164"/>
          <ac:spMkLst>
            <pc:docMk/>
            <pc:sldMk cId="2301325993" sldId="1309"/>
            <ac:spMk id="29" creationId="{0BDAB277-D1AF-4D5C-9C57-AC28DC7797A5}"/>
          </ac:spMkLst>
        </pc:spChg>
        <pc:spChg chg="add mod">
          <ac:chgData name="Mitra, Aritra" userId="c0528902-d414-4a78-8a62-a5dcc8d4eb67" providerId="ADAL" clId="{34B0BD04-4666-4677-9291-32CBE77FDEE8}" dt="2022-03-14T19:39:09.034" v="3323" actId="1076"/>
          <ac:spMkLst>
            <pc:docMk/>
            <pc:sldMk cId="2301325993" sldId="1309"/>
            <ac:spMk id="34" creationId="{7732A4A4-8813-4D9F-94C2-CD597E8AF9F1}"/>
          </ac:spMkLst>
        </pc:spChg>
        <pc:spChg chg="add mod">
          <ac:chgData name="Mitra, Aritra" userId="c0528902-d414-4a78-8a62-a5dcc8d4eb67" providerId="ADAL" clId="{34B0BD04-4666-4677-9291-32CBE77FDEE8}" dt="2022-03-14T19:27:16.257" v="3051" actId="1076"/>
          <ac:spMkLst>
            <pc:docMk/>
            <pc:sldMk cId="2301325993" sldId="1309"/>
            <ac:spMk id="36" creationId="{BC3084E3-3672-4537-B98E-900DDB81692C}"/>
          </ac:spMkLst>
        </pc:spChg>
        <pc:spChg chg="add mod">
          <ac:chgData name="Mitra, Aritra" userId="c0528902-d414-4a78-8a62-a5dcc8d4eb67" providerId="ADAL" clId="{34B0BD04-4666-4677-9291-32CBE77FDEE8}" dt="2022-03-14T19:44:10.390" v="3373" actId="1036"/>
          <ac:spMkLst>
            <pc:docMk/>
            <pc:sldMk cId="2301325993" sldId="1309"/>
            <ac:spMk id="42" creationId="{D8EAFD06-A67A-478F-B4B0-1646CDA0477A}"/>
          </ac:spMkLst>
        </pc:spChg>
        <pc:spChg chg="add mod">
          <ac:chgData name="Mitra, Aritra" userId="c0528902-d414-4a78-8a62-a5dcc8d4eb67" providerId="ADAL" clId="{34B0BD04-4666-4677-9291-32CBE77FDEE8}" dt="2022-03-14T19:40:47.519" v="3342" actId="1076"/>
          <ac:spMkLst>
            <pc:docMk/>
            <pc:sldMk cId="2301325993" sldId="1309"/>
            <ac:spMk id="44" creationId="{CC59C9C5-DA6F-438E-822F-478CD96D2BA5}"/>
          </ac:spMkLst>
        </pc:spChg>
        <pc:spChg chg="add mod">
          <ac:chgData name="Mitra, Aritra" userId="c0528902-d414-4a78-8a62-a5dcc8d4eb67" providerId="ADAL" clId="{34B0BD04-4666-4677-9291-32CBE77FDEE8}" dt="2022-03-14T19:49:32.067" v="3468" actId="17032"/>
          <ac:spMkLst>
            <pc:docMk/>
            <pc:sldMk cId="2301325993" sldId="1309"/>
            <ac:spMk id="45" creationId="{2E4F4923-877A-4AE0-95E1-1C72DFC46018}"/>
          </ac:spMkLst>
        </pc:spChg>
        <pc:spChg chg="add mod">
          <ac:chgData name="Mitra, Aritra" userId="c0528902-d414-4a78-8a62-a5dcc8d4eb67" providerId="ADAL" clId="{34B0BD04-4666-4677-9291-32CBE77FDEE8}" dt="2022-03-14T19:49:43.461" v="3497" actId="20577"/>
          <ac:spMkLst>
            <pc:docMk/>
            <pc:sldMk cId="2301325993" sldId="1309"/>
            <ac:spMk id="46" creationId="{5D52AEA4-4179-4EC0-977B-E2E1E46DEF61}"/>
          </ac:spMkLst>
        </pc:spChg>
        <pc:grpChg chg="add del mod">
          <ac:chgData name="Mitra, Aritra" userId="c0528902-d414-4a78-8a62-a5dcc8d4eb67" providerId="ADAL" clId="{34B0BD04-4666-4677-9291-32CBE77FDEE8}" dt="2022-03-14T19:01:27.719" v="2372" actId="165"/>
          <ac:grpSpMkLst>
            <pc:docMk/>
            <pc:sldMk cId="2301325993" sldId="1309"/>
            <ac:grpSpMk id="6" creationId="{65E4B2AB-F2B7-4399-854D-819B4FE0100C}"/>
          </ac:grpSpMkLst>
        </pc:grpChg>
        <pc:grpChg chg="add mod">
          <ac:chgData name="Mitra, Aritra" userId="c0528902-d414-4a78-8a62-a5dcc8d4eb67" providerId="ADAL" clId="{34B0BD04-4666-4677-9291-32CBE77FDEE8}" dt="2022-03-14T19:24:14.364" v="2928" actId="164"/>
          <ac:grpSpMkLst>
            <pc:docMk/>
            <pc:sldMk cId="2301325993" sldId="1309"/>
            <ac:grpSpMk id="17" creationId="{56DBD764-8C48-4F79-AE0F-B2DBCF189E78}"/>
          </ac:grpSpMkLst>
        </pc:grpChg>
        <pc:grpChg chg="add mod">
          <ac:chgData name="Mitra, Aritra" userId="c0528902-d414-4a78-8a62-a5dcc8d4eb67" providerId="ADAL" clId="{34B0BD04-4666-4677-9291-32CBE77FDEE8}" dt="2022-03-14T19:27:27.661" v="3052" actId="164"/>
          <ac:grpSpMkLst>
            <pc:docMk/>
            <pc:sldMk cId="2301325993" sldId="1309"/>
            <ac:grpSpMk id="35" creationId="{05692B83-78C9-4D0A-9F93-CD4B7FC2A72B}"/>
          </ac:grpSpMkLst>
        </pc:grpChg>
        <pc:grpChg chg="add mod">
          <ac:chgData name="Mitra, Aritra" userId="c0528902-d414-4a78-8a62-a5dcc8d4eb67" providerId="ADAL" clId="{34B0BD04-4666-4677-9291-32CBE77FDEE8}" dt="2022-03-14T19:37:26.937" v="3312" actId="1076"/>
          <ac:grpSpMkLst>
            <pc:docMk/>
            <pc:sldMk cId="2301325993" sldId="1309"/>
            <ac:grpSpMk id="37" creationId="{2C1AA637-0BA5-46C3-8542-B5BF4EEDE057}"/>
          </ac:grpSpMkLst>
        </pc:grpChg>
        <pc:picChg chg="add mod">
          <ac:chgData name="Mitra, Aritra" userId="c0528902-d414-4a78-8a62-a5dcc8d4eb67" providerId="ADAL" clId="{34B0BD04-4666-4677-9291-32CBE77FDEE8}" dt="2022-03-14T19:24:14.364" v="2928" actId="164"/>
          <ac:picMkLst>
            <pc:docMk/>
            <pc:sldMk cId="2301325993" sldId="1309"/>
            <ac:picMk id="18" creationId="{627CB5CB-DF04-4D2B-8412-F20C08951E86}"/>
          </ac:picMkLst>
        </pc:picChg>
        <pc:cxnChg chg="mod topLvl">
          <ac:chgData name="Mitra, Aritra" userId="c0528902-d414-4a78-8a62-a5dcc8d4eb67" providerId="ADAL" clId="{34B0BD04-4666-4677-9291-32CBE77FDEE8}" dt="2022-03-14T19:05:04.031" v="2631" actId="20577"/>
          <ac:cxnSpMkLst>
            <pc:docMk/>
            <pc:sldMk cId="2301325993" sldId="1309"/>
            <ac:cxnSpMk id="10" creationId="{2C07B78A-BDF0-46E4-B9EA-103DA6D5346C}"/>
          </ac:cxnSpMkLst>
        </pc:cxnChg>
        <pc:cxnChg chg="mod topLvl">
          <ac:chgData name="Mitra, Aritra" userId="c0528902-d414-4a78-8a62-a5dcc8d4eb67" providerId="ADAL" clId="{34B0BD04-4666-4677-9291-32CBE77FDEE8}" dt="2022-03-14T19:05:04.031" v="2631" actId="20577"/>
          <ac:cxnSpMkLst>
            <pc:docMk/>
            <pc:sldMk cId="2301325993" sldId="1309"/>
            <ac:cxnSpMk id="11" creationId="{4FFFD812-20CD-4EE3-A49F-7FFE25C097E0}"/>
          </ac:cxnSpMkLst>
        </pc:cxnChg>
        <pc:cxnChg chg="add mod">
          <ac:chgData name="Mitra, Aritra" userId="c0528902-d414-4a78-8a62-a5dcc8d4eb67" providerId="ADAL" clId="{34B0BD04-4666-4677-9291-32CBE77FDEE8}" dt="2022-03-14T19:24:14.364" v="2928" actId="164"/>
          <ac:cxnSpMkLst>
            <pc:docMk/>
            <pc:sldMk cId="2301325993" sldId="1309"/>
            <ac:cxnSpMk id="28" creationId="{5EE662AA-0FDC-43C4-9198-92EE36334401}"/>
          </ac:cxnSpMkLst>
        </pc:cxnChg>
        <pc:cxnChg chg="add mod">
          <ac:chgData name="Mitra, Aritra" userId="c0528902-d414-4a78-8a62-a5dcc8d4eb67" providerId="ADAL" clId="{34B0BD04-4666-4677-9291-32CBE77FDEE8}" dt="2022-03-14T19:24:14.364" v="2928" actId="164"/>
          <ac:cxnSpMkLst>
            <pc:docMk/>
            <pc:sldMk cId="2301325993" sldId="1309"/>
            <ac:cxnSpMk id="30" creationId="{603EC1C4-4247-4C8D-A595-38A4847EFCE9}"/>
          </ac:cxnSpMkLst>
        </pc:cxnChg>
        <pc:cxnChg chg="add mod">
          <ac:chgData name="Mitra, Aritra" userId="c0528902-d414-4a78-8a62-a5dcc8d4eb67" providerId="ADAL" clId="{34B0BD04-4666-4677-9291-32CBE77FDEE8}" dt="2022-03-14T19:37:39.397" v="3314" actId="14100"/>
          <ac:cxnSpMkLst>
            <pc:docMk/>
            <pc:sldMk cId="2301325993" sldId="1309"/>
            <ac:cxnSpMk id="39" creationId="{1DE484E8-70E0-4915-8ED1-44722733E477}"/>
          </ac:cxnSpMkLst>
        </pc:cxnChg>
      </pc:sldChg>
      <pc:sldChg chg="addSp delSp modSp new mod modAnim">
        <pc:chgData name="Mitra, Aritra" userId="c0528902-d414-4a78-8a62-a5dcc8d4eb67" providerId="ADAL" clId="{34B0BD04-4666-4677-9291-32CBE77FDEE8}" dt="2022-03-14T21:04:34.464" v="3869" actId="20577"/>
        <pc:sldMkLst>
          <pc:docMk/>
          <pc:sldMk cId="2724786655" sldId="1310"/>
        </pc:sldMkLst>
        <pc:spChg chg="mod">
          <ac:chgData name="Mitra, Aritra" userId="c0528902-d414-4a78-8a62-a5dcc8d4eb67" providerId="ADAL" clId="{34B0BD04-4666-4677-9291-32CBE77FDEE8}" dt="2022-03-14T21:04:34.464" v="3869" actId="20577"/>
          <ac:spMkLst>
            <pc:docMk/>
            <pc:sldMk cId="2724786655" sldId="1310"/>
            <ac:spMk id="2" creationId="{7C272555-681A-42EC-8CFD-D033A6C81079}"/>
          </ac:spMkLst>
        </pc:spChg>
        <pc:spChg chg="del mod">
          <ac:chgData name="Mitra, Aritra" userId="c0528902-d414-4a78-8a62-a5dcc8d4eb67" providerId="ADAL" clId="{34B0BD04-4666-4677-9291-32CBE77FDEE8}" dt="2022-03-14T19:37:08.633" v="3309" actId="21"/>
          <ac:spMkLst>
            <pc:docMk/>
            <pc:sldMk cId="2724786655" sldId="1310"/>
            <ac:spMk id="3" creationId="{A563E5E6-F664-4D3A-B442-EEBAC1663A27}"/>
          </ac:spMkLst>
        </pc:spChg>
        <pc:spChg chg="add del mod">
          <ac:chgData name="Mitra, Aritra" userId="c0528902-d414-4a78-8a62-a5dcc8d4eb67" providerId="ADAL" clId="{34B0BD04-4666-4677-9291-32CBE77FDEE8}" dt="2022-03-14T20:11:35.896" v="3560" actId="478"/>
          <ac:spMkLst>
            <pc:docMk/>
            <pc:sldMk cId="2724786655" sldId="1310"/>
            <ac:spMk id="5" creationId="{3D719B84-32F1-4447-88A2-0774A2879315}"/>
          </ac:spMkLst>
        </pc:spChg>
        <pc:spChg chg="add mod">
          <ac:chgData name="Mitra, Aritra" userId="c0528902-d414-4a78-8a62-a5dcc8d4eb67" providerId="ADAL" clId="{34B0BD04-4666-4677-9291-32CBE77FDEE8}" dt="2022-03-14T20:57:27.341" v="3752" actId="14100"/>
          <ac:spMkLst>
            <pc:docMk/>
            <pc:sldMk cId="2724786655" sldId="1310"/>
            <ac:spMk id="8" creationId="{E25FBBFF-3733-43EC-82D1-CECAF1D3E1EC}"/>
          </ac:spMkLst>
        </pc:spChg>
        <pc:spChg chg="add mod">
          <ac:chgData name="Mitra, Aritra" userId="c0528902-d414-4a78-8a62-a5dcc8d4eb67" providerId="ADAL" clId="{34B0BD04-4666-4677-9291-32CBE77FDEE8}" dt="2022-03-14T21:01:19.012" v="3794" actId="1036"/>
          <ac:spMkLst>
            <pc:docMk/>
            <pc:sldMk cId="2724786655" sldId="1310"/>
            <ac:spMk id="13" creationId="{B06AC164-16E1-4112-A4D5-418D42209793}"/>
          </ac:spMkLst>
        </pc:spChg>
        <pc:picChg chg="add mod">
          <ac:chgData name="Mitra, Aritra" userId="c0528902-d414-4a78-8a62-a5dcc8d4eb67" providerId="ADAL" clId="{34B0BD04-4666-4677-9291-32CBE77FDEE8}" dt="2022-03-14T20:57:00.447" v="3747" actId="1076"/>
          <ac:picMkLst>
            <pc:docMk/>
            <pc:sldMk cId="2724786655" sldId="1310"/>
            <ac:picMk id="7" creationId="{CEB2595E-0DBA-4AA8-A833-112C5D13EC4C}"/>
          </ac:picMkLst>
        </pc:picChg>
        <pc:picChg chg="add mod">
          <ac:chgData name="Mitra, Aritra" userId="c0528902-d414-4a78-8a62-a5dcc8d4eb67" providerId="ADAL" clId="{34B0BD04-4666-4677-9291-32CBE77FDEE8}" dt="2022-03-14T20:58:11.740" v="3760" actId="1076"/>
          <ac:picMkLst>
            <pc:docMk/>
            <pc:sldMk cId="2724786655" sldId="1310"/>
            <ac:picMk id="10" creationId="{18AD7292-1755-407F-85E8-3B04CDDF455D}"/>
          </ac:picMkLst>
        </pc:picChg>
        <pc:picChg chg="add mod">
          <ac:chgData name="Mitra, Aritra" userId="c0528902-d414-4a78-8a62-a5dcc8d4eb67" providerId="ADAL" clId="{34B0BD04-4666-4677-9291-32CBE77FDEE8}" dt="2022-03-14T20:59:05.784" v="3769" actId="1037"/>
          <ac:picMkLst>
            <pc:docMk/>
            <pc:sldMk cId="2724786655" sldId="1310"/>
            <ac:picMk id="12" creationId="{05303ED1-3E5C-4FF8-BF18-59CAF880342C}"/>
          </ac:picMkLst>
        </pc:picChg>
        <pc:picChg chg="add mod">
          <ac:chgData name="Mitra, Aritra" userId="c0528902-d414-4a78-8a62-a5dcc8d4eb67" providerId="ADAL" clId="{34B0BD04-4666-4677-9291-32CBE77FDEE8}" dt="2022-03-14T21:00:42.035" v="3775" actId="1076"/>
          <ac:picMkLst>
            <pc:docMk/>
            <pc:sldMk cId="2724786655" sldId="1310"/>
            <ac:picMk id="14" creationId="{2A3654D6-ECF3-420B-B4B2-E5AEBC2B408F}"/>
          </ac:picMkLst>
        </pc:picChg>
        <pc:cxnChg chg="add mod">
          <ac:chgData name="Mitra, Aritra" userId="c0528902-d414-4a78-8a62-a5dcc8d4eb67" providerId="ADAL" clId="{34B0BD04-4666-4677-9291-32CBE77FDEE8}" dt="2022-03-14T21:03:46.332" v="3827" actId="1037"/>
          <ac:cxnSpMkLst>
            <pc:docMk/>
            <pc:sldMk cId="2724786655" sldId="1310"/>
            <ac:cxnSpMk id="15" creationId="{8D1045A5-2900-48D9-99CA-8612BBE20905}"/>
          </ac:cxnSpMkLst>
        </pc:cxnChg>
      </pc:sldChg>
      <pc:sldChg chg="modSp new add del mod">
        <pc:chgData name="Mitra, Aritra" userId="c0528902-d414-4a78-8a62-a5dcc8d4eb67" providerId="ADAL" clId="{34B0BD04-4666-4677-9291-32CBE77FDEE8}" dt="2022-03-14T21:12:07.861" v="3897" actId="680"/>
        <pc:sldMkLst>
          <pc:docMk/>
          <pc:sldMk cId="916825553" sldId="1311"/>
        </pc:sldMkLst>
        <pc:spChg chg="mod">
          <ac:chgData name="Mitra, Aritra" userId="c0528902-d414-4a78-8a62-a5dcc8d4eb67" providerId="ADAL" clId="{34B0BD04-4666-4677-9291-32CBE77FDEE8}" dt="2022-03-14T21:12:07.248" v="3896" actId="20577"/>
          <ac:spMkLst>
            <pc:docMk/>
            <pc:sldMk cId="916825553" sldId="1311"/>
            <ac:spMk id="2" creationId="{89B0941D-0B3B-489B-BF6C-1246495B9915}"/>
          </ac:spMkLst>
        </pc:spChg>
      </pc:sldChg>
      <pc:sldChg chg="addSp delSp modSp add del mod delAnim modAnim">
        <pc:chgData name="Mitra, Aritra" userId="c0528902-d414-4a78-8a62-a5dcc8d4eb67" providerId="ADAL" clId="{34B0BD04-4666-4677-9291-32CBE77FDEE8}" dt="2022-03-14T21:35:46.434" v="4776"/>
        <pc:sldMkLst>
          <pc:docMk/>
          <pc:sldMk cId="3901155546" sldId="1311"/>
        </pc:sldMkLst>
        <pc:spChg chg="del">
          <ac:chgData name="Mitra, Aritra" userId="c0528902-d414-4a78-8a62-a5dcc8d4eb67" providerId="ADAL" clId="{34B0BD04-4666-4677-9291-32CBE77FDEE8}" dt="2022-03-14T21:05:47.980" v="3872" actId="478"/>
          <ac:spMkLst>
            <pc:docMk/>
            <pc:sldMk cId="3901155546" sldId="1311"/>
            <ac:spMk id="8" creationId="{E25FBBFF-3733-43EC-82D1-CECAF1D3E1EC}"/>
          </ac:spMkLst>
        </pc:spChg>
        <pc:spChg chg="add del mod">
          <ac:chgData name="Mitra, Aritra" userId="c0528902-d414-4a78-8a62-a5dcc8d4eb67" providerId="ADAL" clId="{34B0BD04-4666-4677-9291-32CBE77FDEE8}" dt="2022-03-14T21:11:35.472" v="3880" actId="478"/>
          <ac:spMkLst>
            <pc:docMk/>
            <pc:sldMk cId="3901155546" sldId="1311"/>
            <ac:spMk id="11" creationId="{51021F27-014D-46DE-BB01-0CA29EC6A023}"/>
          </ac:spMkLst>
        </pc:spChg>
        <pc:spChg chg="del">
          <ac:chgData name="Mitra, Aritra" userId="c0528902-d414-4a78-8a62-a5dcc8d4eb67" providerId="ADAL" clId="{34B0BD04-4666-4677-9291-32CBE77FDEE8}" dt="2022-03-14T21:05:57.980" v="3877" actId="478"/>
          <ac:spMkLst>
            <pc:docMk/>
            <pc:sldMk cId="3901155546" sldId="1311"/>
            <ac:spMk id="13" creationId="{B06AC164-16E1-4112-A4D5-418D42209793}"/>
          </ac:spMkLst>
        </pc:spChg>
        <pc:spChg chg="add del mod">
          <ac:chgData name="Mitra, Aritra" userId="c0528902-d414-4a78-8a62-a5dcc8d4eb67" providerId="ADAL" clId="{34B0BD04-4666-4677-9291-32CBE77FDEE8}" dt="2022-03-14T21:12:17.053" v="3900"/>
          <ac:spMkLst>
            <pc:docMk/>
            <pc:sldMk cId="3901155546" sldId="1311"/>
            <ac:spMk id="16" creationId="{1DC8D678-11CD-4716-9F4B-92F99976C343}"/>
          </ac:spMkLst>
        </pc:spChg>
        <pc:spChg chg="add del">
          <ac:chgData name="Mitra, Aritra" userId="c0528902-d414-4a78-8a62-a5dcc8d4eb67" providerId="ADAL" clId="{34B0BD04-4666-4677-9291-32CBE77FDEE8}" dt="2022-03-14T21:13:51.818" v="4124" actId="22"/>
          <ac:spMkLst>
            <pc:docMk/>
            <pc:sldMk cId="3901155546" sldId="1311"/>
            <ac:spMk id="17" creationId="{1B9375DD-A732-485D-9592-AAC2AD8E296A}"/>
          </ac:spMkLst>
        </pc:spChg>
        <pc:spChg chg="add mod">
          <ac:chgData name="Mitra, Aritra" userId="c0528902-d414-4a78-8a62-a5dcc8d4eb67" providerId="ADAL" clId="{34B0BD04-4666-4677-9291-32CBE77FDEE8}" dt="2022-03-14T21:33:59.257" v="4765" actId="255"/>
          <ac:spMkLst>
            <pc:docMk/>
            <pc:sldMk cId="3901155546" sldId="1311"/>
            <ac:spMk id="18" creationId="{EEB87E4E-86C6-4E66-BFAF-18F7925ACC49}"/>
          </ac:spMkLst>
        </pc:spChg>
        <pc:spChg chg="add del mod">
          <ac:chgData name="Mitra, Aritra" userId="c0528902-d414-4a78-8a62-a5dcc8d4eb67" providerId="ADAL" clId="{34B0BD04-4666-4677-9291-32CBE77FDEE8}" dt="2022-03-14T21:22:57.932" v="4231" actId="478"/>
          <ac:spMkLst>
            <pc:docMk/>
            <pc:sldMk cId="3901155546" sldId="1311"/>
            <ac:spMk id="19" creationId="{A170F8EF-9DCD-4F07-8816-47CE6DC308D5}"/>
          </ac:spMkLst>
        </pc:spChg>
        <pc:spChg chg="add mod">
          <ac:chgData name="Mitra, Aritra" userId="c0528902-d414-4a78-8a62-a5dcc8d4eb67" providerId="ADAL" clId="{34B0BD04-4666-4677-9291-32CBE77FDEE8}" dt="2022-03-14T21:32:45.782" v="4723" actId="164"/>
          <ac:spMkLst>
            <pc:docMk/>
            <pc:sldMk cId="3901155546" sldId="1311"/>
            <ac:spMk id="20" creationId="{C36F0635-A2E5-4477-82BA-5174A04E3F4C}"/>
          </ac:spMkLst>
        </pc:spChg>
        <pc:spChg chg="add mod">
          <ac:chgData name="Mitra, Aritra" userId="c0528902-d414-4a78-8a62-a5dcc8d4eb67" providerId="ADAL" clId="{34B0BD04-4666-4677-9291-32CBE77FDEE8}" dt="2022-03-14T21:32:45.782" v="4723" actId="164"/>
          <ac:spMkLst>
            <pc:docMk/>
            <pc:sldMk cId="3901155546" sldId="1311"/>
            <ac:spMk id="21" creationId="{76F917C0-64DA-4A88-96F9-FFE162B920C8}"/>
          </ac:spMkLst>
        </pc:spChg>
        <pc:spChg chg="add mod">
          <ac:chgData name="Mitra, Aritra" userId="c0528902-d414-4a78-8a62-a5dcc8d4eb67" providerId="ADAL" clId="{34B0BD04-4666-4677-9291-32CBE77FDEE8}" dt="2022-03-14T21:32:45.782" v="4723" actId="164"/>
          <ac:spMkLst>
            <pc:docMk/>
            <pc:sldMk cId="3901155546" sldId="1311"/>
            <ac:spMk id="22" creationId="{FADAED11-99AD-4A79-A031-F0A5BEC15A8F}"/>
          </ac:spMkLst>
        </pc:spChg>
        <pc:spChg chg="add mod">
          <ac:chgData name="Mitra, Aritra" userId="c0528902-d414-4a78-8a62-a5dcc8d4eb67" providerId="ADAL" clId="{34B0BD04-4666-4677-9291-32CBE77FDEE8}" dt="2022-03-14T21:33:37.491" v="4729" actId="1076"/>
          <ac:spMkLst>
            <pc:docMk/>
            <pc:sldMk cId="3901155546" sldId="1311"/>
            <ac:spMk id="23" creationId="{29E442A5-B1F4-4F0E-9721-3CCB85B5151E}"/>
          </ac:spMkLst>
        </pc:spChg>
        <pc:grpChg chg="add mod">
          <ac:chgData name="Mitra, Aritra" userId="c0528902-d414-4a78-8a62-a5dcc8d4eb67" providerId="ADAL" clId="{34B0BD04-4666-4677-9291-32CBE77FDEE8}" dt="2022-03-14T21:34:19.044" v="4766" actId="1076"/>
          <ac:grpSpMkLst>
            <pc:docMk/>
            <pc:sldMk cId="3901155546" sldId="1311"/>
            <ac:grpSpMk id="5" creationId="{7720344B-EEB0-4CA1-8514-B5C0DC290447}"/>
          </ac:grpSpMkLst>
        </pc:grpChg>
        <pc:picChg chg="del">
          <ac:chgData name="Mitra, Aritra" userId="c0528902-d414-4a78-8a62-a5dcc8d4eb67" providerId="ADAL" clId="{34B0BD04-4666-4677-9291-32CBE77FDEE8}" dt="2022-03-14T21:05:45.850" v="3871" actId="478"/>
          <ac:picMkLst>
            <pc:docMk/>
            <pc:sldMk cId="3901155546" sldId="1311"/>
            <ac:picMk id="7" creationId="{CEB2595E-0DBA-4AA8-A833-112C5D13EC4C}"/>
          </ac:picMkLst>
        </pc:picChg>
        <pc:picChg chg="del">
          <ac:chgData name="Mitra, Aritra" userId="c0528902-d414-4a78-8a62-a5dcc8d4eb67" providerId="ADAL" clId="{34B0BD04-4666-4677-9291-32CBE77FDEE8}" dt="2022-03-14T21:05:49.879" v="3873" actId="478"/>
          <ac:picMkLst>
            <pc:docMk/>
            <pc:sldMk cId="3901155546" sldId="1311"/>
            <ac:picMk id="10" creationId="{18AD7292-1755-407F-85E8-3B04CDDF455D}"/>
          </ac:picMkLst>
        </pc:picChg>
        <pc:picChg chg="del">
          <ac:chgData name="Mitra, Aritra" userId="c0528902-d414-4a78-8a62-a5dcc8d4eb67" providerId="ADAL" clId="{34B0BD04-4666-4677-9291-32CBE77FDEE8}" dt="2022-03-14T21:05:51.889" v="3874" actId="478"/>
          <ac:picMkLst>
            <pc:docMk/>
            <pc:sldMk cId="3901155546" sldId="1311"/>
            <ac:picMk id="12" creationId="{05303ED1-3E5C-4FF8-BF18-59CAF880342C}"/>
          </ac:picMkLst>
        </pc:picChg>
        <pc:picChg chg="del">
          <ac:chgData name="Mitra, Aritra" userId="c0528902-d414-4a78-8a62-a5dcc8d4eb67" providerId="ADAL" clId="{34B0BD04-4666-4677-9291-32CBE77FDEE8}" dt="2022-03-14T21:05:55.838" v="3876" actId="478"/>
          <ac:picMkLst>
            <pc:docMk/>
            <pc:sldMk cId="3901155546" sldId="1311"/>
            <ac:picMk id="14" creationId="{2A3654D6-ECF3-420B-B4B2-E5AEBC2B408F}"/>
          </ac:picMkLst>
        </pc:picChg>
        <pc:cxnChg chg="del">
          <ac:chgData name="Mitra, Aritra" userId="c0528902-d414-4a78-8a62-a5dcc8d4eb67" providerId="ADAL" clId="{34B0BD04-4666-4677-9291-32CBE77FDEE8}" dt="2022-03-14T21:05:54.132" v="3875" actId="478"/>
          <ac:cxnSpMkLst>
            <pc:docMk/>
            <pc:sldMk cId="3901155546" sldId="1311"/>
            <ac:cxnSpMk id="15" creationId="{8D1045A5-2900-48D9-99CA-8612BBE20905}"/>
          </ac:cxnSpMkLst>
        </pc:cxnChg>
      </pc:sldChg>
      <pc:sldChg chg="addSp delSp modSp new mod delAnim modAnim">
        <pc:chgData name="Mitra, Aritra" userId="c0528902-d414-4a78-8a62-a5dcc8d4eb67" providerId="ADAL" clId="{34B0BD04-4666-4677-9291-32CBE77FDEE8}" dt="2022-03-15T13:27:19.978" v="5934"/>
        <pc:sldMkLst>
          <pc:docMk/>
          <pc:sldMk cId="89939661" sldId="1312"/>
        </pc:sldMkLst>
        <pc:spChg chg="mod">
          <ac:chgData name="Mitra, Aritra" userId="c0528902-d414-4a78-8a62-a5dcc8d4eb67" providerId="ADAL" clId="{34B0BD04-4666-4677-9291-32CBE77FDEE8}" dt="2022-03-15T12:43:24.185" v="4894" actId="20577"/>
          <ac:spMkLst>
            <pc:docMk/>
            <pc:sldMk cId="89939661" sldId="1312"/>
            <ac:spMk id="2" creationId="{CA8C752C-96FC-48DD-A4F0-BB26882F3A0C}"/>
          </ac:spMkLst>
        </pc:spChg>
        <pc:spChg chg="add del mod">
          <ac:chgData name="Mitra, Aritra" userId="c0528902-d414-4a78-8a62-a5dcc8d4eb67" providerId="ADAL" clId="{34B0BD04-4666-4677-9291-32CBE77FDEE8}" dt="2022-03-15T13:25:15.764" v="5920" actId="255"/>
          <ac:spMkLst>
            <pc:docMk/>
            <pc:sldMk cId="89939661" sldId="1312"/>
            <ac:spMk id="3" creationId="{019F12E6-8A47-4907-BDF7-FC1B21831041}"/>
          </ac:spMkLst>
        </pc:spChg>
        <pc:spChg chg="add mod">
          <ac:chgData name="Mitra, Aritra" userId="c0528902-d414-4a78-8a62-a5dcc8d4eb67" providerId="ADAL" clId="{34B0BD04-4666-4677-9291-32CBE77FDEE8}" dt="2022-03-15T12:44:52.492" v="4922" actId="1035"/>
          <ac:spMkLst>
            <pc:docMk/>
            <pc:sldMk cId="89939661" sldId="1312"/>
            <ac:spMk id="4" creationId="{72E29EE9-4495-4D4C-9726-AE101AD83C88}"/>
          </ac:spMkLst>
        </pc:spChg>
        <pc:spChg chg="add mod">
          <ac:chgData name="Mitra, Aritra" userId="c0528902-d414-4a78-8a62-a5dcc8d4eb67" providerId="ADAL" clId="{34B0BD04-4666-4677-9291-32CBE77FDEE8}" dt="2022-03-15T12:45:27.823" v="4932" actId="1037"/>
          <ac:spMkLst>
            <pc:docMk/>
            <pc:sldMk cId="89939661" sldId="1312"/>
            <ac:spMk id="7" creationId="{3FFF7A83-7B42-400C-BF7E-70A8FFFAA4C3}"/>
          </ac:spMkLst>
        </pc:spChg>
        <pc:spChg chg="add mod">
          <ac:chgData name="Mitra, Aritra" userId="c0528902-d414-4a78-8a62-a5dcc8d4eb67" providerId="ADAL" clId="{34B0BD04-4666-4677-9291-32CBE77FDEE8}" dt="2022-03-15T13:20:21.878" v="5909" actId="1076"/>
          <ac:spMkLst>
            <pc:docMk/>
            <pc:sldMk cId="89939661" sldId="1312"/>
            <ac:spMk id="23" creationId="{C2763997-ADAD-49F4-85C6-4A3B1CB1DA1C}"/>
          </ac:spMkLst>
        </pc:spChg>
        <pc:spChg chg="add mod">
          <ac:chgData name="Mitra, Aritra" userId="c0528902-d414-4a78-8a62-a5dcc8d4eb67" providerId="ADAL" clId="{34B0BD04-4666-4677-9291-32CBE77FDEE8}" dt="2022-03-15T13:20:35.414" v="5911" actId="1076"/>
          <ac:spMkLst>
            <pc:docMk/>
            <pc:sldMk cId="89939661" sldId="1312"/>
            <ac:spMk id="24" creationId="{AA061ED6-576A-4A63-882F-9629BE87EF45}"/>
          </ac:spMkLst>
        </pc:spChg>
        <pc:spChg chg="add mod">
          <ac:chgData name="Mitra, Aritra" userId="c0528902-d414-4a78-8a62-a5dcc8d4eb67" providerId="ADAL" clId="{34B0BD04-4666-4677-9291-32CBE77FDEE8}" dt="2022-03-15T13:20:44.176" v="5912" actId="1076"/>
          <ac:spMkLst>
            <pc:docMk/>
            <pc:sldMk cId="89939661" sldId="1312"/>
            <ac:spMk id="25" creationId="{5B7D58B4-9D92-4682-BDEA-96F2D73816FF}"/>
          </ac:spMkLst>
        </pc:spChg>
        <pc:spChg chg="add mod">
          <ac:chgData name="Mitra, Aritra" userId="c0528902-d414-4a78-8a62-a5dcc8d4eb67" providerId="ADAL" clId="{34B0BD04-4666-4677-9291-32CBE77FDEE8}" dt="2022-03-15T13:24:58.871" v="5917" actId="1076"/>
          <ac:spMkLst>
            <pc:docMk/>
            <pc:sldMk cId="89939661" sldId="1312"/>
            <ac:spMk id="30" creationId="{814DB0C8-4ABB-4E2B-A2BC-F31EF0A99318}"/>
          </ac:spMkLst>
        </pc:spChg>
        <pc:spChg chg="add mod">
          <ac:chgData name="Mitra, Aritra" userId="c0528902-d414-4a78-8a62-a5dcc8d4eb67" providerId="ADAL" clId="{34B0BD04-4666-4677-9291-32CBE77FDEE8}" dt="2022-03-15T13:25:08.619" v="5919" actId="1076"/>
          <ac:spMkLst>
            <pc:docMk/>
            <pc:sldMk cId="89939661" sldId="1312"/>
            <ac:spMk id="32" creationId="{A30252A5-249D-40E7-9571-625BA6F3CC6A}"/>
          </ac:spMkLst>
        </pc:spChg>
        <pc:spChg chg="add del mod">
          <ac:chgData name="Mitra, Aritra" userId="c0528902-d414-4a78-8a62-a5dcc8d4eb67" providerId="ADAL" clId="{34B0BD04-4666-4677-9291-32CBE77FDEE8}" dt="2022-03-15T13:18:04.695" v="5811" actId="478"/>
          <ac:spMkLst>
            <pc:docMk/>
            <pc:sldMk cId="89939661" sldId="1312"/>
            <ac:spMk id="34" creationId="{E203E60E-EB91-4BEC-97B7-160333687065}"/>
          </ac:spMkLst>
        </pc:spChg>
        <pc:spChg chg="add mod">
          <ac:chgData name="Mitra, Aritra" userId="c0528902-d414-4a78-8a62-a5dcc8d4eb67" providerId="ADAL" clId="{34B0BD04-4666-4677-9291-32CBE77FDEE8}" dt="2022-03-15T13:25:44.856" v="5927" actId="1076"/>
          <ac:spMkLst>
            <pc:docMk/>
            <pc:sldMk cId="89939661" sldId="1312"/>
            <ac:spMk id="38" creationId="{070AE816-82AB-445A-B43B-9AA9E3D8D088}"/>
          </ac:spMkLst>
        </pc:spChg>
        <pc:spChg chg="add mod">
          <ac:chgData name="Mitra, Aritra" userId="c0528902-d414-4a78-8a62-a5dcc8d4eb67" providerId="ADAL" clId="{34B0BD04-4666-4677-9291-32CBE77FDEE8}" dt="2022-03-15T13:25:28.479" v="5923" actId="1076"/>
          <ac:spMkLst>
            <pc:docMk/>
            <pc:sldMk cId="89939661" sldId="1312"/>
            <ac:spMk id="40" creationId="{22BA4D14-9812-4EA3-865C-66300999A1D3}"/>
          </ac:spMkLst>
        </pc:spChg>
        <pc:picChg chg="add mod">
          <ac:chgData name="Mitra, Aritra" userId="c0528902-d414-4a78-8a62-a5dcc8d4eb67" providerId="ADAL" clId="{34B0BD04-4666-4677-9291-32CBE77FDEE8}" dt="2022-03-15T12:44:44.254" v="4915" actId="1036"/>
          <ac:picMkLst>
            <pc:docMk/>
            <pc:sldMk cId="89939661" sldId="1312"/>
            <ac:picMk id="5" creationId="{6D0B9178-8FF3-4E13-B94A-DE15DD8B6110}"/>
          </ac:picMkLst>
        </pc:picChg>
        <pc:picChg chg="add mod">
          <ac:chgData name="Mitra, Aritra" userId="c0528902-d414-4a78-8a62-a5dcc8d4eb67" providerId="ADAL" clId="{34B0BD04-4666-4677-9291-32CBE77FDEE8}" dt="2022-03-15T12:44:20.081" v="4897" actId="1076"/>
          <ac:picMkLst>
            <pc:docMk/>
            <pc:sldMk cId="89939661" sldId="1312"/>
            <ac:picMk id="6" creationId="{22D94846-0B44-455B-A66B-F2076B54A5FD}"/>
          </ac:picMkLst>
        </pc:picChg>
        <pc:cxnChg chg="add mod">
          <ac:chgData name="Mitra, Aritra" userId="c0528902-d414-4a78-8a62-a5dcc8d4eb67" providerId="ADAL" clId="{34B0BD04-4666-4677-9291-32CBE77FDEE8}" dt="2022-03-15T13:20:18.624" v="5908" actId="14100"/>
          <ac:cxnSpMkLst>
            <pc:docMk/>
            <pc:sldMk cId="89939661" sldId="1312"/>
            <ac:cxnSpMk id="9" creationId="{809F33DA-E417-4E1D-8A8F-5738DF637538}"/>
          </ac:cxnSpMkLst>
        </pc:cxnChg>
        <pc:cxnChg chg="add mod">
          <ac:chgData name="Mitra, Aritra" userId="c0528902-d414-4a78-8a62-a5dcc8d4eb67" providerId="ADAL" clId="{34B0BD04-4666-4677-9291-32CBE77FDEE8}" dt="2022-03-15T13:20:27.857" v="5910" actId="1076"/>
          <ac:cxnSpMkLst>
            <pc:docMk/>
            <pc:sldMk cId="89939661" sldId="1312"/>
            <ac:cxnSpMk id="15" creationId="{1CA97398-FAB9-4ADD-B42E-1C71E2F11C56}"/>
          </ac:cxnSpMkLst>
        </pc:cxnChg>
        <pc:cxnChg chg="add mod">
          <ac:chgData name="Mitra, Aritra" userId="c0528902-d414-4a78-8a62-a5dcc8d4eb67" providerId="ADAL" clId="{34B0BD04-4666-4677-9291-32CBE77FDEE8}" dt="2022-03-15T13:20:53.121" v="5914" actId="14100"/>
          <ac:cxnSpMkLst>
            <pc:docMk/>
            <pc:sldMk cId="89939661" sldId="1312"/>
            <ac:cxnSpMk id="20" creationId="{134F92A4-03E2-41C2-80DC-8CA1D0164D66}"/>
          </ac:cxnSpMkLst>
        </pc:cxnChg>
        <pc:cxnChg chg="add mod">
          <ac:chgData name="Mitra, Aritra" userId="c0528902-d414-4a78-8a62-a5dcc8d4eb67" providerId="ADAL" clId="{34B0BD04-4666-4677-9291-32CBE77FDEE8}" dt="2022-03-15T13:24:52.908" v="5916" actId="14100"/>
          <ac:cxnSpMkLst>
            <pc:docMk/>
            <pc:sldMk cId="89939661" sldId="1312"/>
            <ac:cxnSpMk id="26" creationId="{DC5D33FE-4EFE-4A9F-B2AC-DCA2EAA04E33}"/>
          </ac:cxnSpMkLst>
        </pc:cxnChg>
        <pc:cxnChg chg="add mod">
          <ac:chgData name="Mitra, Aritra" userId="c0528902-d414-4a78-8a62-a5dcc8d4eb67" providerId="ADAL" clId="{34B0BD04-4666-4677-9291-32CBE77FDEE8}" dt="2022-03-15T13:25:03.994" v="5918" actId="14100"/>
          <ac:cxnSpMkLst>
            <pc:docMk/>
            <pc:sldMk cId="89939661" sldId="1312"/>
            <ac:cxnSpMk id="31" creationId="{EA2B7AB9-FD0D-489B-8F74-D1B3BC3070DD}"/>
          </ac:cxnSpMkLst>
        </pc:cxnChg>
        <pc:cxnChg chg="add del mod">
          <ac:chgData name="Mitra, Aritra" userId="c0528902-d414-4a78-8a62-a5dcc8d4eb67" providerId="ADAL" clId="{34B0BD04-4666-4677-9291-32CBE77FDEE8}" dt="2022-03-15T13:18:06.241" v="5812" actId="478"/>
          <ac:cxnSpMkLst>
            <pc:docMk/>
            <pc:sldMk cId="89939661" sldId="1312"/>
            <ac:cxnSpMk id="33" creationId="{44D36DD2-4726-4E68-95C1-B4A400F000ED}"/>
          </ac:cxnSpMkLst>
        </pc:cxnChg>
        <pc:cxnChg chg="add mod">
          <ac:chgData name="Mitra, Aritra" userId="c0528902-d414-4a78-8a62-a5dcc8d4eb67" providerId="ADAL" clId="{34B0BD04-4666-4677-9291-32CBE77FDEE8}" dt="2022-03-15T13:25:38.065" v="5926" actId="14100"/>
          <ac:cxnSpMkLst>
            <pc:docMk/>
            <pc:sldMk cId="89939661" sldId="1312"/>
            <ac:cxnSpMk id="35" creationId="{833C1528-81DB-4442-AEB3-0382B8441F6D}"/>
          </ac:cxnSpMkLst>
        </pc:cxnChg>
        <pc:cxnChg chg="add mod">
          <ac:chgData name="Mitra, Aritra" userId="c0528902-d414-4a78-8a62-a5dcc8d4eb67" providerId="ADAL" clId="{34B0BD04-4666-4677-9291-32CBE77FDEE8}" dt="2022-03-15T13:25:22.854" v="5921" actId="1076"/>
          <ac:cxnSpMkLst>
            <pc:docMk/>
            <pc:sldMk cId="89939661" sldId="1312"/>
            <ac:cxnSpMk id="39" creationId="{87DB678D-DBE2-438F-AF7D-08267C87AA54}"/>
          </ac:cxnSpMkLst>
        </pc:cxnChg>
      </pc:sldChg>
      <pc:sldChg chg="addSp delSp modSp add mod">
        <pc:chgData name="Mitra, Aritra" userId="c0528902-d414-4a78-8a62-a5dcc8d4eb67" providerId="ADAL" clId="{34B0BD04-4666-4677-9291-32CBE77FDEE8}" dt="2022-03-14T21:41:38.737" v="4809" actId="22"/>
        <pc:sldMkLst>
          <pc:docMk/>
          <pc:sldMk cId="3773770307" sldId="1313"/>
        </pc:sldMkLst>
        <pc:spChg chg="mod">
          <ac:chgData name="Mitra, Aritra" userId="c0528902-d414-4a78-8a62-a5dcc8d4eb67" providerId="ADAL" clId="{34B0BD04-4666-4677-9291-32CBE77FDEE8}" dt="2022-03-14T21:38:35.543" v="4807" actId="20577"/>
          <ac:spMkLst>
            <pc:docMk/>
            <pc:sldMk cId="3773770307" sldId="1313"/>
            <ac:spMk id="2" creationId="{C2D081FD-68B8-443E-95C3-1EC5F021CEA1}"/>
          </ac:spMkLst>
        </pc:spChg>
        <pc:spChg chg="add del">
          <ac:chgData name="Mitra, Aritra" userId="c0528902-d414-4a78-8a62-a5dcc8d4eb67" providerId="ADAL" clId="{34B0BD04-4666-4677-9291-32CBE77FDEE8}" dt="2022-03-14T21:41:38.737" v="4809" actId="22"/>
          <ac:spMkLst>
            <pc:docMk/>
            <pc:sldMk cId="3773770307" sldId="1313"/>
            <ac:spMk id="4" creationId="{0BFC7A70-3527-4897-8A39-0A8BD9CE6AC5}"/>
          </ac:spMkLst>
        </pc:spChg>
      </pc:sldChg>
    </pc:docChg>
  </pc:docChgLst>
  <pc:docChgLst>
    <pc:chgData name="Mitra, Aritra" userId="c0528902-d414-4a78-8a62-a5dcc8d4eb67" providerId="ADAL" clId="{DE8A0C4D-D6E1-427B-8816-12A6A7F7A5D7}"/>
    <pc:docChg chg="undo custSel addSld delSld modSld sldOrd modSection">
      <pc:chgData name="Mitra, Aritra" userId="c0528902-d414-4a78-8a62-a5dcc8d4eb67" providerId="ADAL" clId="{DE8A0C4D-D6E1-427B-8816-12A6A7F7A5D7}" dt="2022-11-07T23:00:00.266" v="11943" actId="2696"/>
      <pc:docMkLst>
        <pc:docMk/>
      </pc:docMkLst>
      <pc:sldChg chg="addSp modSp mod">
        <pc:chgData name="Mitra, Aritra" userId="c0528902-d414-4a78-8a62-a5dcc8d4eb67" providerId="ADAL" clId="{DE8A0C4D-D6E1-427B-8816-12A6A7F7A5D7}" dt="2022-11-04T14:30:27.991" v="10432" actId="1582"/>
        <pc:sldMkLst>
          <pc:docMk/>
          <pc:sldMk cId="3695319144" sldId="301"/>
        </pc:sldMkLst>
        <pc:spChg chg="mod">
          <ac:chgData name="Mitra, Aritra" userId="c0528902-d414-4a78-8a62-a5dcc8d4eb67" providerId="ADAL" clId="{DE8A0C4D-D6E1-427B-8816-12A6A7F7A5D7}" dt="2022-11-04T14:26:29.828" v="10322" actId="20577"/>
          <ac:spMkLst>
            <pc:docMk/>
            <pc:sldMk cId="3695319144" sldId="301"/>
            <ac:spMk id="2" creationId="{00000000-0000-0000-0000-000000000000}"/>
          </ac:spMkLst>
        </pc:spChg>
        <pc:spChg chg="add mod">
          <ac:chgData name="Mitra, Aritra" userId="c0528902-d414-4a78-8a62-a5dcc8d4eb67" providerId="ADAL" clId="{DE8A0C4D-D6E1-427B-8816-12A6A7F7A5D7}" dt="2022-11-04T14:28:48.551" v="10399" actId="1076"/>
          <ac:spMkLst>
            <pc:docMk/>
            <pc:sldMk cId="3695319144" sldId="301"/>
            <ac:spMk id="5" creationId="{7FF99235-DBD4-2932-F17F-7A5CF03C2CC6}"/>
          </ac:spMkLst>
        </pc:spChg>
        <pc:spChg chg="add mod">
          <ac:chgData name="Mitra, Aritra" userId="c0528902-d414-4a78-8a62-a5dcc8d4eb67" providerId="ADAL" clId="{DE8A0C4D-D6E1-427B-8816-12A6A7F7A5D7}" dt="2022-11-04T14:30:27.991" v="10432" actId="1582"/>
          <ac:spMkLst>
            <pc:docMk/>
            <pc:sldMk cId="3695319144" sldId="301"/>
            <ac:spMk id="6" creationId="{127F2C49-C673-D4D7-A628-E4364A778488}"/>
          </ac:spMkLst>
        </pc:spChg>
        <pc:picChg chg="mod">
          <ac:chgData name="Mitra, Aritra" userId="c0528902-d414-4a78-8a62-a5dcc8d4eb67" providerId="ADAL" clId="{DE8A0C4D-D6E1-427B-8816-12A6A7F7A5D7}" dt="2022-11-04T14:26:45.034" v="10323" actId="1076"/>
          <ac:picMkLst>
            <pc:docMk/>
            <pc:sldMk cId="3695319144" sldId="301"/>
            <ac:picMk id="4" creationId="{44B7C4B2-67F6-4FCA-B969-1F343BA15ED1}"/>
          </ac:picMkLst>
        </pc:picChg>
      </pc:sldChg>
      <pc:sldChg chg="del">
        <pc:chgData name="Mitra, Aritra" userId="c0528902-d414-4a78-8a62-a5dcc8d4eb67" providerId="ADAL" clId="{DE8A0C4D-D6E1-427B-8816-12A6A7F7A5D7}" dt="2022-11-01T19:52:38.827" v="736" actId="47"/>
        <pc:sldMkLst>
          <pc:docMk/>
          <pc:sldMk cId="78988702" sldId="365"/>
        </pc:sldMkLst>
      </pc:sldChg>
      <pc:sldChg chg="add modNotesTx">
        <pc:chgData name="Mitra, Aritra" userId="c0528902-d414-4a78-8a62-a5dcc8d4eb67" providerId="ADAL" clId="{DE8A0C4D-D6E1-427B-8816-12A6A7F7A5D7}" dt="2022-11-04T11:34:01.801" v="10207" actId="20577"/>
        <pc:sldMkLst>
          <pc:docMk/>
          <pc:sldMk cId="2136334472" sldId="412"/>
        </pc:sldMkLst>
      </pc:sldChg>
      <pc:sldChg chg="addSp delSp modSp add mod delAnim modAnim">
        <pc:chgData name="Mitra, Aritra" userId="c0528902-d414-4a78-8a62-a5dcc8d4eb67" providerId="ADAL" clId="{DE8A0C4D-D6E1-427B-8816-12A6A7F7A5D7}" dt="2022-11-01T21:48:00.138" v="875" actId="1038"/>
        <pc:sldMkLst>
          <pc:docMk/>
          <pc:sldMk cId="2931402778" sldId="413"/>
        </pc:sldMkLst>
        <pc:spChg chg="del">
          <ac:chgData name="Mitra, Aritra" userId="c0528902-d414-4a78-8a62-a5dcc8d4eb67" providerId="ADAL" clId="{DE8A0C4D-D6E1-427B-8816-12A6A7F7A5D7}" dt="2022-11-01T21:36:22.560" v="806" actId="478"/>
          <ac:spMkLst>
            <pc:docMk/>
            <pc:sldMk cId="2931402778" sldId="413"/>
            <ac:spMk id="2" creationId="{8BD71FF6-A30B-4B6A-BF1A-C2DBC4AB0F3A}"/>
          </ac:spMkLst>
        </pc:spChg>
        <pc:spChg chg="add del mod">
          <ac:chgData name="Mitra, Aritra" userId="c0528902-d414-4a78-8a62-a5dcc8d4eb67" providerId="ADAL" clId="{DE8A0C4D-D6E1-427B-8816-12A6A7F7A5D7}" dt="2022-11-01T21:36:28.357" v="809" actId="478"/>
          <ac:spMkLst>
            <pc:docMk/>
            <pc:sldMk cId="2931402778" sldId="413"/>
            <ac:spMk id="4" creationId="{927C1C88-E1B9-EEC5-7E9A-3F8898270755}"/>
          </ac:spMkLst>
        </pc:spChg>
        <pc:spChg chg="mod">
          <ac:chgData name="Mitra, Aritra" userId="c0528902-d414-4a78-8a62-a5dcc8d4eb67" providerId="ADAL" clId="{DE8A0C4D-D6E1-427B-8816-12A6A7F7A5D7}" dt="2022-11-01T21:37:13.859" v="814" actId="20577"/>
          <ac:spMkLst>
            <pc:docMk/>
            <pc:sldMk cId="2931402778" sldId="413"/>
            <ac:spMk id="8" creationId="{B905BF0F-E181-2493-5121-33EE7874C8C3}"/>
          </ac:spMkLst>
        </pc:spChg>
        <pc:spChg chg="del">
          <ac:chgData name="Mitra, Aritra" userId="c0528902-d414-4a78-8a62-a5dcc8d4eb67" providerId="ADAL" clId="{DE8A0C4D-D6E1-427B-8816-12A6A7F7A5D7}" dt="2022-11-01T21:35:33.148" v="796" actId="478"/>
          <ac:spMkLst>
            <pc:docMk/>
            <pc:sldMk cId="2931402778" sldId="413"/>
            <ac:spMk id="12" creationId="{ABCEF9F8-9D70-DBFE-7B0B-DD28B9AD0FE7}"/>
          </ac:spMkLst>
        </pc:spChg>
        <pc:spChg chg="del">
          <ac:chgData name="Mitra, Aritra" userId="c0528902-d414-4a78-8a62-a5dcc8d4eb67" providerId="ADAL" clId="{DE8A0C4D-D6E1-427B-8816-12A6A7F7A5D7}" dt="2022-11-01T21:35:15.273" v="792" actId="478"/>
          <ac:spMkLst>
            <pc:docMk/>
            <pc:sldMk cId="2931402778" sldId="413"/>
            <ac:spMk id="13" creationId="{0F639899-7A48-2A30-4249-60CE054488D0}"/>
          </ac:spMkLst>
        </pc:spChg>
        <pc:spChg chg="del">
          <ac:chgData name="Mitra, Aritra" userId="c0528902-d414-4a78-8a62-a5dcc8d4eb67" providerId="ADAL" clId="{DE8A0C4D-D6E1-427B-8816-12A6A7F7A5D7}" dt="2022-11-01T21:35:36.654" v="797" actId="478"/>
          <ac:spMkLst>
            <pc:docMk/>
            <pc:sldMk cId="2931402778" sldId="413"/>
            <ac:spMk id="14" creationId="{7BD107A7-56FF-A2C4-57D6-5E6C7FD6B836}"/>
          </ac:spMkLst>
        </pc:spChg>
        <pc:spChg chg="mod">
          <ac:chgData name="Mitra, Aritra" userId="c0528902-d414-4a78-8a62-a5dcc8d4eb67" providerId="ADAL" clId="{DE8A0C4D-D6E1-427B-8816-12A6A7F7A5D7}" dt="2022-11-01T21:48:00.138" v="875" actId="1038"/>
          <ac:spMkLst>
            <pc:docMk/>
            <pc:sldMk cId="2931402778" sldId="413"/>
            <ac:spMk id="17" creationId="{35A82129-D39B-BE84-BC1E-F7609EAEDF11}"/>
          </ac:spMkLst>
        </pc:spChg>
        <pc:spChg chg="mod">
          <ac:chgData name="Mitra, Aritra" userId="c0528902-d414-4a78-8a62-a5dcc8d4eb67" providerId="ADAL" clId="{DE8A0C4D-D6E1-427B-8816-12A6A7F7A5D7}" dt="2022-11-01T21:36:59.789" v="812" actId="164"/>
          <ac:spMkLst>
            <pc:docMk/>
            <pc:sldMk cId="2931402778" sldId="413"/>
            <ac:spMk id="28" creationId="{ABADDEF8-0DE0-E79A-2DFE-B4286E65E3D2}"/>
          </ac:spMkLst>
        </pc:spChg>
        <pc:spChg chg="mod">
          <ac:chgData name="Mitra, Aritra" userId="c0528902-d414-4a78-8a62-a5dcc8d4eb67" providerId="ADAL" clId="{DE8A0C4D-D6E1-427B-8816-12A6A7F7A5D7}" dt="2022-11-01T21:36:45.181" v="811" actId="1076"/>
          <ac:spMkLst>
            <pc:docMk/>
            <pc:sldMk cId="2931402778" sldId="413"/>
            <ac:spMk id="32" creationId="{600013E3-7905-3F59-6D78-AEDE9A608CDD}"/>
          </ac:spMkLst>
        </pc:spChg>
        <pc:spChg chg="mod">
          <ac:chgData name="Mitra, Aritra" userId="c0528902-d414-4a78-8a62-a5dcc8d4eb67" providerId="ADAL" clId="{DE8A0C4D-D6E1-427B-8816-12A6A7F7A5D7}" dt="2022-11-01T21:36:59.789" v="812" actId="164"/>
          <ac:spMkLst>
            <pc:docMk/>
            <pc:sldMk cId="2931402778" sldId="413"/>
            <ac:spMk id="34" creationId="{4362DD8F-FF8D-0B90-E009-0221385D0BCA}"/>
          </ac:spMkLst>
        </pc:spChg>
        <pc:spChg chg="mod">
          <ac:chgData name="Mitra, Aritra" userId="c0528902-d414-4a78-8a62-a5dcc8d4eb67" providerId="ADAL" clId="{DE8A0C4D-D6E1-427B-8816-12A6A7F7A5D7}" dt="2022-11-01T21:36:59.789" v="812" actId="164"/>
          <ac:spMkLst>
            <pc:docMk/>
            <pc:sldMk cId="2931402778" sldId="413"/>
            <ac:spMk id="36" creationId="{77D40971-02EA-9C62-2C05-41AEFD2E50FA}"/>
          </ac:spMkLst>
        </pc:spChg>
        <pc:spChg chg="mod">
          <ac:chgData name="Mitra, Aritra" userId="c0528902-d414-4a78-8a62-a5dcc8d4eb67" providerId="ADAL" clId="{DE8A0C4D-D6E1-427B-8816-12A6A7F7A5D7}" dt="2022-11-01T21:36:59.789" v="812" actId="164"/>
          <ac:spMkLst>
            <pc:docMk/>
            <pc:sldMk cId="2931402778" sldId="413"/>
            <ac:spMk id="37" creationId="{951C90F0-DA72-48ED-2553-530E0B5D8CFE}"/>
          </ac:spMkLst>
        </pc:spChg>
        <pc:grpChg chg="add mod">
          <ac:chgData name="Mitra, Aritra" userId="c0528902-d414-4a78-8a62-a5dcc8d4eb67" providerId="ADAL" clId="{DE8A0C4D-D6E1-427B-8816-12A6A7F7A5D7}" dt="2022-11-01T21:39:20.633" v="828" actId="1036"/>
          <ac:grpSpMkLst>
            <pc:docMk/>
            <pc:sldMk cId="2931402778" sldId="413"/>
            <ac:grpSpMk id="5" creationId="{8D39067B-1544-1B97-E99C-B8E3AB7FE0C2}"/>
          </ac:grpSpMkLst>
        </pc:grpChg>
        <pc:picChg chg="mod">
          <ac:chgData name="Mitra, Aritra" userId="c0528902-d414-4a78-8a62-a5dcc8d4eb67" providerId="ADAL" clId="{DE8A0C4D-D6E1-427B-8816-12A6A7F7A5D7}" dt="2022-11-01T21:36:36.517" v="810" actId="1076"/>
          <ac:picMkLst>
            <pc:docMk/>
            <pc:sldMk cId="2931402778" sldId="413"/>
            <ac:picMk id="19" creationId="{8C5520E4-E0CF-FA6D-3CD0-7E6E37F1C1AE}"/>
          </ac:picMkLst>
        </pc:picChg>
        <pc:picChg chg="mod">
          <ac:chgData name="Mitra, Aritra" userId="c0528902-d414-4a78-8a62-a5dcc8d4eb67" providerId="ADAL" clId="{DE8A0C4D-D6E1-427B-8816-12A6A7F7A5D7}" dt="2022-11-01T21:36:59.789" v="812" actId="164"/>
          <ac:picMkLst>
            <pc:docMk/>
            <pc:sldMk cId="2931402778" sldId="413"/>
            <ac:picMk id="21" creationId="{F63323E3-C4A3-D37F-548A-37A177FC69C0}"/>
          </ac:picMkLst>
        </pc:picChg>
        <pc:picChg chg="mod">
          <ac:chgData name="Mitra, Aritra" userId="c0528902-d414-4a78-8a62-a5dcc8d4eb67" providerId="ADAL" clId="{DE8A0C4D-D6E1-427B-8816-12A6A7F7A5D7}" dt="2022-11-01T21:36:59.789" v="812" actId="164"/>
          <ac:picMkLst>
            <pc:docMk/>
            <pc:sldMk cId="2931402778" sldId="413"/>
            <ac:picMk id="23" creationId="{6A8B1A43-9611-412B-ED91-7240F127EA21}"/>
          </ac:picMkLst>
        </pc:picChg>
        <pc:picChg chg="mod">
          <ac:chgData name="Mitra, Aritra" userId="c0528902-d414-4a78-8a62-a5dcc8d4eb67" providerId="ADAL" clId="{DE8A0C4D-D6E1-427B-8816-12A6A7F7A5D7}" dt="2022-11-01T21:36:59.789" v="812" actId="164"/>
          <ac:picMkLst>
            <pc:docMk/>
            <pc:sldMk cId="2931402778" sldId="413"/>
            <ac:picMk id="31" creationId="{FD072FF2-7085-7FF0-98AB-D3F8B9A0430D}"/>
          </ac:picMkLst>
        </pc:picChg>
        <pc:picChg chg="mod">
          <ac:chgData name="Mitra, Aritra" userId="c0528902-d414-4a78-8a62-a5dcc8d4eb67" providerId="ADAL" clId="{DE8A0C4D-D6E1-427B-8816-12A6A7F7A5D7}" dt="2022-11-01T21:37:38.037" v="819" actId="1038"/>
          <ac:picMkLst>
            <pc:docMk/>
            <pc:sldMk cId="2931402778" sldId="413"/>
            <ac:picMk id="33" creationId="{7CB93067-96C4-4D6A-0705-C4AB6A1F7401}"/>
          </ac:picMkLst>
        </pc:picChg>
        <pc:cxnChg chg="del">
          <ac:chgData name="Mitra, Aritra" userId="c0528902-d414-4a78-8a62-a5dcc8d4eb67" providerId="ADAL" clId="{DE8A0C4D-D6E1-427B-8816-12A6A7F7A5D7}" dt="2022-11-01T21:35:11.349" v="791" actId="478"/>
          <ac:cxnSpMkLst>
            <pc:docMk/>
            <pc:sldMk cId="2931402778" sldId="413"/>
            <ac:cxnSpMk id="9" creationId="{5C83F503-6446-F2EA-40AA-352C7E4A0965}"/>
          </ac:cxnSpMkLst>
        </pc:cxnChg>
        <pc:cxnChg chg="del mod">
          <ac:chgData name="Mitra, Aritra" userId="c0528902-d414-4a78-8a62-a5dcc8d4eb67" providerId="ADAL" clId="{DE8A0C4D-D6E1-427B-8816-12A6A7F7A5D7}" dt="2022-11-01T21:35:27.557" v="794" actId="478"/>
          <ac:cxnSpMkLst>
            <pc:docMk/>
            <pc:sldMk cId="2931402778" sldId="413"/>
            <ac:cxnSpMk id="10" creationId="{85B6DF13-E57E-9A5E-4D97-E5BA0617007D}"/>
          </ac:cxnSpMkLst>
        </pc:cxnChg>
        <pc:cxnChg chg="del">
          <ac:chgData name="Mitra, Aritra" userId="c0528902-d414-4a78-8a62-a5dcc8d4eb67" providerId="ADAL" clId="{DE8A0C4D-D6E1-427B-8816-12A6A7F7A5D7}" dt="2022-11-01T21:35:30.472" v="795" actId="478"/>
          <ac:cxnSpMkLst>
            <pc:docMk/>
            <pc:sldMk cId="2931402778" sldId="413"/>
            <ac:cxnSpMk id="11" creationId="{3DEF5CC6-8F8F-56AC-992D-EEBE1B7E699A}"/>
          </ac:cxnSpMkLst>
        </pc:cxnChg>
        <pc:cxnChg chg="mod">
          <ac:chgData name="Mitra, Aritra" userId="c0528902-d414-4a78-8a62-a5dcc8d4eb67" providerId="ADAL" clId="{DE8A0C4D-D6E1-427B-8816-12A6A7F7A5D7}" dt="2022-11-01T21:36:59.789" v="812" actId="164"/>
          <ac:cxnSpMkLst>
            <pc:docMk/>
            <pc:sldMk cId="2931402778" sldId="413"/>
            <ac:cxnSpMk id="25" creationId="{242E10BF-FDAB-415B-558E-E3D02F7FAD33}"/>
          </ac:cxnSpMkLst>
        </pc:cxnChg>
        <pc:cxnChg chg="mod">
          <ac:chgData name="Mitra, Aritra" userId="c0528902-d414-4a78-8a62-a5dcc8d4eb67" providerId="ADAL" clId="{DE8A0C4D-D6E1-427B-8816-12A6A7F7A5D7}" dt="2022-11-01T21:36:59.789" v="812" actId="164"/>
          <ac:cxnSpMkLst>
            <pc:docMk/>
            <pc:sldMk cId="2931402778" sldId="413"/>
            <ac:cxnSpMk id="27" creationId="{B37397CE-E2AA-039E-DA56-12AA26A08C5D}"/>
          </ac:cxnSpMkLst>
        </pc:cxnChg>
        <pc:cxnChg chg="mod">
          <ac:chgData name="Mitra, Aritra" userId="c0528902-d414-4a78-8a62-a5dcc8d4eb67" providerId="ADAL" clId="{DE8A0C4D-D6E1-427B-8816-12A6A7F7A5D7}" dt="2022-11-01T21:36:59.789" v="812" actId="164"/>
          <ac:cxnSpMkLst>
            <pc:docMk/>
            <pc:sldMk cId="2931402778" sldId="413"/>
            <ac:cxnSpMk id="35" creationId="{2D96BCE7-BF87-BA7B-A689-F1D8B573EA5F}"/>
          </ac:cxnSpMkLst>
        </pc:cxnChg>
      </pc:sldChg>
      <pc:sldChg chg="modSp add mod">
        <pc:chgData name="Mitra, Aritra" userId="c0528902-d414-4a78-8a62-a5dcc8d4eb67" providerId="ADAL" clId="{DE8A0C4D-D6E1-427B-8816-12A6A7F7A5D7}" dt="2022-11-01T21:52:18.650" v="895" actId="27636"/>
        <pc:sldMkLst>
          <pc:docMk/>
          <pc:sldMk cId="246817215" sldId="414"/>
        </pc:sldMkLst>
        <pc:spChg chg="mod">
          <ac:chgData name="Mitra, Aritra" userId="c0528902-d414-4a78-8a62-a5dcc8d4eb67" providerId="ADAL" clId="{DE8A0C4D-D6E1-427B-8816-12A6A7F7A5D7}" dt="2022-11-01T21:52:18.650" v="895" actId="27636"/>
          <ac:spMkLst>
            <pc:docMk/>
            <pc:sldMk cId="246817215" sldId="414"/>
            <ac:spMk id="2" creationId="{F952817E-2C98-F64D-CEE9-E3BDF5913D68}"/>
          </ac:spMkLst>
        </pc:spChg>
      </pc:sldChg>
      <pc:sldChg chg="modSp add mod modAnim">
        <pc:chgData name="Mitra, Aritra" userId="c0528902-d414-4a78-8a62-a5dcc8d4eb67" providerId="ADAL" clId="{DE8A0C4D-D6E1-427B-8816-12A6A7F7A5D7}" dt="2022-11-04T04:03:24.586" v="9469" actId="207"/>
        <pc:sldMkLst>
          <pc:docMk/>
          <pc:sldMk cId="3747875809" sldId="415"/>
        </pc:sldMkLst>
        <pc:spChg chg="mod">
          <ac:chgData name="Mitra, Aritra" userId="c0528902-d414-4a78-8a62-a5dcc8d4eb67" providerId="ADAL" clId="{DE8A0C4D-D6E1-427B-8816-12A6A7F7A5D7}" dt="2022-11-01T21:52:27.680" v="910" actId="20577"/>
          <ac:spMkLst>
            <pc:docMk/>
            <pc:sldMk cId="3747875809" sldId="415"/>
            <ac:spMk id="2" creationId="{06350BC3-593C-D90B-5E1F-0514055795B0}"/>
          </ac:spMkLst>
        </pc:spChg>
        <pc:spChg chg="mod">
          <ac:chgData name="Mitra, Aritra" userId="c0528902-d414-4a78-8a62-a5dcc8d4eb67" providerId="ADAL" clId="{DE8A0C4D-D6E1-427B-8816-12A6A7F7A5D7}" dt="2022-11-04T04:03:24.586" v="9469" actId="207"/>
          <ac:spMkLst>
            <pc:docMk/>
            <pc:sldMk cId="3747875809" sldId="415"/>
            <ac:spMk id="21" creationId="{1E597F86-6F0E-853A-EB23-D85E085812B3}"/>
          </ac:spMkLst>
        </pc:spChg>
      </pc:sldChg>
      <pc:sldChg chg="add del">
        <pc:chgData name="Mitra, Aritra" userId="c0528902-d414-4a78-8a62-a5dcc8d4eb67" providerId="ADAL" clId="{DE8A0C4D-D6E1-427B-8816-12A6A7F7A5D7}" dt="2022-11-04T02:44:52.756" v="9026"/>
        <pc:sldMkLst>
          <pc:docMk/>
          <pc:sldMk cId="4262882628" sldId="1308"/>
        </pc:sldMkLst>
      </pc:sldChg>
      <pc:sldChg chg="addSp modSp mod modAnim">
        <pc:chgData name="Mitra, Aritra" userId="c0528902-d414-4a78-8a62-a5dcc8d4eb67" providerId="ADAL" clId="{DE8A0C4D-D6E1-427B-8816-12A6A7F7A5D7}" dt="2022-11-01T04:15:04.969" v="102" actId="207"/>
        <pc:sldMkLst>
          <pc:docMk/>
          <pc:sldMk cId="3818192935" sldId="1312"/>
        </pc:sldMkLst>
        <pc:spChg chg="mod">
          <ac:chgData name="Mitra, Aritra" userId="c0528902-d414-4a78-8a62-a5dcc8d4eb67" providerId="ADAL" clId="{DE8A0C4D-D6E1-427B-8816-12A6A7F7A5D7}" dt="2022-11-01T04:15:04.969" v="102" actId="207"/>
          <ac:spMkLst>
            <pc:docMk/>
            <pc:sldMk cId="3818192935" sldId="1312"/>
            <ac:spMk id="3" creationId="{54F4B4AD-FC90-9621-F1E7-A9B7BC7D3FC7}"/>
          </ac:spMkLst>
        </pc:spChg>
        <pc:spChg chg="add mod">
          <ac:chgData name="Mitra, Aritra" userId="c0528902-d414-4a78-8a62-a5dcc8d4eb67" providerId="ADAL" clId="{DE8A0C4D-D6E1-427B-8816-12A6A7F7A5D7}" dt="2022-11-01T04:08:22.014" v="16" actId="17032"/>
          <ac:spMkLst>
            <pc:docMk/>
            <pc:sldMk cId="3818192935" sldId="1312"/>
            <ac:spMk id="4" creationId="{9A871284-DC8D-FFA8-600E-EA9C861C6880}"/>
          </ac:spMkLst>
        </pc:spChg>
        <pc:spChg chg="add mod">
          <ac:chgData name="Mitra, Aritra" userId="c0528902-d414-4a78-8a62-a5dcc8d4eb67" providerId="ADAL" clId="{DE8A0C4D-D6E1-427B-8816-12A6A7F7A5D7}" dt="2022-11-01T04:10:36.090" v="80" actId="1076"/>
          <ac:spMkLst>
            <pc:docMk/>
            <pc:sldMk cId="3818192935" sldId="1312"/>
            <ac:spMk id="8" creationId="{507CA854-F28B-38BC-D50B-1A266B61AFFB}"/>
          </ac:spMkLst>
        </pc:spChg>
        <pc:cxnChg chg="add mod">
          <ac:chgData name="Mitra, Aritra" userId="c0528902-d414-4a78-8a62-a5dcc8d4eb67" providerId="ADAL" clId="{DE8A0C4D-D6E1-427B-8816-12A6A7F7A5D7}" dt="2022-11-01T04:08:45.041" v="20" actId="1582"/>
          <ac:cxnSpMkLst>
            <pc:docMk/>
            <pc:sldMk cId="3818192935" sldId="1312"/>
            <ac:cxnSpMk id="6" creationId="{59716342-EBE5-1E5A-4D8F-82DCCBDE20BF}"/>
          </ac:cxnSpMkLst>
        </pc:cxnChg>
      </pc:sldChg>
      <pc:sldChg chg="addSp delSp modSp mod modAnim modNotesTx">
        <pc:chgData name="Mitra, Aritra" userId="c0528902-d414-4a78-8a62-a5dcc8d4eb67" providerId="ADAL" clId="{DE8A0C4D-D6E1-427B-8816-12A6A7F7A5D7}" dt="2022-11-04T11:00:07.003" v="9751" actId="20577"/>
        <pc:sldMkLst>
          <pc:docMk/>
          <pc:sldMk cId="2042933994" sldId="1314"/>
        </pc:sldMkLst>
        <pc:spChg chg="add mod">
          <ac:chgData name="Mitra, Aritra" userId="c0528902-d414-4a78-8a62-a5dcc8d4eb67" providerId="ADAL" clId="{DE8A0C4D-D6E1-427B-8816-12A6A7F7A5D7}" dt="2022-11-01T21:01:58.641" v="756" actId="1582"/>
          <ac:spMkLst>
            <pc:docMk/>
            <pc:sldMk cId="2042933994" sldId="1314"/>
            <ac:spMk id="3" creationId="{965C96D1-CCB0-E9B9-DD89-AC0957EE6B67}"/>
          </ac:spMkLst>
        </pc:spChg>
        <pc:spChg chg="mod">
          <ac:chgData name="Mitra, Aritra" userId="c0528902-d414-4a78-8a62-a5dcc8d4eb67" providerId="ADAL" clId="{DE8A0C4D-D6E1-427B-8816-12A6A7F7A5D7}" dt="2022-11-01T20:59:22.645" v="752" actId="1076"/>
          <ac:spMkLst>
            <pc:docMk/>
            <pc:sldMk cId="2042933994" sldId="1314"/>
            <ac:spMk id="23" creationId="{6D744F95-3AC0-00D8-5D61-9711D4694270}"/>
          </ac:spMkLst>
        </pc:spChg>
        <pc:picChg chg="add del mod">
          <ac:chgData name="Mitra, Aritra" userId="c0528902-d414-4a78-8a62-a5dcc8d4eb67" providerId="ADAL" clId="{DE8A0C4D-D6E1-427B-8816-12A6A7F7A5D7}" dt="2022-11-01T21:03:09.303" v="759" actId="478"/>
          <ac:picMkLst>
            <pc:docMk/>
            <pc:sldMk cId="2042933994" sldId="1314"/>
            <ac:picMk id="5" creationId="{E38267CA-92BD-1624-4181-4FFE0E688246}"/>
          </ac:picMkLst>
        </pc:picChg>
        <pc:picChg chg="add mod">
          <ac:chgData name="Mitra, Aritra" userId="c0528902-d414-4a78-8a62-a5dcc8d4eb67" providerId="ADAL" clId="{DE8A0C4D-D6E1-427B-8816-12A6A7F7A5D7}" dt="2022-11-01T21:03:59.381" v="765" actId="1076"/>
          <ac:picMkLst>
            <pc:docMk/>
            <pc:sldMk cId="2042933994" sldId="1314"/>
            <ac:picMk id="8" creationId="{472FBD8C-7FEA-D0FD-77FD-2A2B676D575B}"/>
          </ac:picMkLst>
        </pc:picChg>
      </pc:sldChg>
      <pc:sldChg chg="modSp mod modNotesTx">
        <pc:chgData name="Mitra, Aritra" userId="c0528902-d414-4a78-8a62-a5dcc8d4eb67" providerId="ADAL" clId="{DE8A0C4D-D6E1-427B-8816-12A6A7F7A5D7}" dt="2022-11-04T11:15:23.872" v="10049" actId="20577"/>
        <pc:sldMkLst>
          <pc:docMk/>
          <pc:sldMk cId="4077721692" sldId="1315"/>
        </pc:sldMkLst>
        <pc:spChg chg="mod">
          <ac:chgData name="Mitra, Aritra" userId="c0528902-d414-4a78-8a62-a5dcc8d4eb67" providerId="ADAL" clId="{DE8A0C4D-D6E1-427B-8816-12A6A7F7A5D7}" dt="2022-11-01T04:23:06.279" v="106" actId="14100"/>
          <ac:spMkLst>
            <pc:docMk/>
            <pc:sldMk cId="4077721692" sldId="1315"/>
            <ac:spMk id="60" creationId="{E4A0FB94-5BFA-B979-A8F3-A4022DC731EC}"/>
          </ac:spMkLst>
        </pc:spChg>
      </pc:sldChg>
      <pc:sldChg chg="modSp add del mod modAnim">
        <pc:chgData name="Mitra, Aritra" userId="c0528902-d414-4a78-8a62-a5dcc8d4eb67" providerId="ADAL" clId="{DE8A0C4D-D6E1-427B-8816-12A6A7F7A5D7}" dt="2022-11-01T19:33:09.153" v="265" actId="47"/>
        <pc:sldMkLst>
          <pc:docMk/>
          <pc:sldMk cId="3338042449" sldId="1317"/>
        </pc:sldMkLst>
        <pc:spChg chg="mod">
          <ac:chgData name="Mitra, Aritra" userId="c0528902-d414-4a78-8a62-a5dcc8d4eb67" providerId="ADAL" clId="{DE8A0C4D-D6E1-427B-8816-12A6A7F7A5D7}" dt="2022-11-01T18:22:50.122" v="110" actId="20577"/>
          <ac:spMkLst>
            <pc:docMk/>
            <pc:sldMk cId="3338042449" sldId="1317"/>
            <ac:spMk id="3" creationId="{F2B9D4FD-47D7-CE65-143F-59F513B700B2}"/>
          </ac:spMkLst>
        </pc:spChg>
      </pc:sldChg>
      <pc:sldChg chg="modSp add del mod">
        <pc:chgData name="Mitra, Aritra" userId="c0528902-d414-4a78-8a62-a5dcc8d4eb67" providerId="ADAL" clId="{DE8A0C4D-D6E1-427B-8816-12A6A7F7A5D7}" dt="2022-11-04T02:50:41.117" v="9154" actId="20577"/>
        <pc:sldMkLst>
          <pc:docMk/>
          <pc:sldMk cId="1248598663" sldId="1318"/>
        </pc:sldMkLst>
        <pc:spChg chg="mod">
          <ac:chgData name="Mitra, Aritra" userId="c0528902-d414-4a78-8a62-a5dcc8d4eb67" providerId="ADAL" clId="{DE8A0C4D-D6E1-427B-8816-12A6A7F7A5D7}" dt="2022-11-04T02:50:41.117" v="9154" actId="20577"/>
          <ac:spMkLst>
            <pc:docMk/>
            <pc:sldMk cId="1248598663" sldId="1318"/>
            <ac:spMk id="2" creationId="{853C0817-5228-33BF-3D35-5BA7E4C87613}"/>
          </ac:spMkLst>
        </pc:spChg>
      </pc:sldChg>
      <pc:sldChg chg="addSp modSp add del mod modAnim">
        <pc:chgData name="Mitra, Aritra" userId="c0528902-d414-4a78-8a62-a5dcc8d4eb67" providerId="ADAL" clId="{DE8A0C4D-D6E1-427B-8816-12A6A7F7A5D7}" dt="2022-11-04T02:56:15.094" v="9325" actId="1076"/>
        <pc:sldMkLst>
          <pc:docMk/>
          <pc:sldMk cId="1257023507" sldId="1319"/>
        </pc:sldMkLst>
        <pc:spChg chg="add mod">
          <ac:chgData name="Mitra, Aritra" userId="c0528902-d414-4a78-8a62-a5dcc8d4eb67" providerId="ADAL" clId="{DE8A0C4D-D6E1-427B-8816-12A6A7F7A5D7}" dt="2022-11-04T02:53:46.572" v="9191" actId="1035"/>
          <ac:spMkLst>
            <pc:docMk/>
            <pc:sldMk cId="1257023507" sldId="1319"/>
            <ac:spMk id="3" creationId="{7720D4B4-940A-B409-CA80-16CD7E51B76E}"/>
          </ac:spMkLst>
        </pc:spChg>
        <pc:spChg chg="add mod">
          <ac:chgData name="Mitra, Aritra" userId="c0528902-d414-4a78-8a62-a5dcc8d4eb67" providerId="ADAL" clId="{DE8A0C4D-D6E1-427B-8816-12A6A7F7A5D7}" dt="2022-11-04T02:53:46.572" v="9191" actId="1035"/>
          <ac:spMkLst>
            <pc:docMk/>
            <pc:sldMk cId="1257023507" sldId="1319"/>
            <ac:spMk id="4" creationId="{8624B53A-D673-698C-D765-9CBE86C6F127}"/>
          </ac:spMkLst>
        </pc:spChg>
        <pc:spChg chg="mod">
          <ac:chgData name="Mitra, Aritra" userId="c0528902-d414-4a78-8a62-a5dcc8d4eb67" providerId="ADAL" clId="{DE8A0C4D-D6E1-427B-8816-12A6A7F7A5D7}" dt="2022-11-04T02:52:44.024" v="9168" actId="113"/>
          <ac:spMkLst>
            <pc:docMk/>
            <pc:sldMk cId="1257023507" sldId="1319"/>
            <ac:spMk id="5" creationId="{D2858CDE-EACC-7D4C-95A8-13A5D807CA53}"/>
          </ac:spMkLst>
        </pc:spChg>
        <pc:spChg chg="add mod">
          <ac:chgData name="Mitra, Aritra" userId="c0528902-d414-4a78-8a62-a5dcc8d4eb67" providerId="ADAL" clId="{DE8A0C4D-D6E1-427B-8816-12A6A7F7A5D7}" dt="2022-11-04T02:56:15.094" v="9325" actId="1076"/>
          <ac:spMkLst>
            <pc:docMk/>
            <pc:sldMk cId="1257023507" sldId="1319"/>
            <ac:spMk id="6" creationId="{832D1719-E95C-1365-0CFF-3DA786D1727B}"/>
          </ac:spMkLst>
        </pc:spChg>
      </pc:sldChg>
      <pc:sldChg chg="del">
        <pc:chgData name="Mitra, Aritra" userId="c0528902-d414-4a78-8a62-a5dcc8d4eb67" providerId="ADAL" clId="{DE8A0C4D-D6E1-427B-8816-12A6A7F7A5D7}" dt="2022-11-01T21:07:22.086" v="780" actId="47"/>
        <pc:sldMkLst>
          <pc:docMk/>
          <pc:sldMk cId="3014832286" sldId="1320"/>
        </pc:sldMkLst>
      </pc:sldChg>
      <pc:sldChg chg="del">
        <pc:chgData name="Mitra, Aritra" userId="c0528902-d414-4a78-8a62-a5dcc8d4eb67" providerId="ADAL" clId="{DE8A0C4D-D6E1-427B-8816-12A6A7F7A5D7}" dt="2022-11-01T21:07:23.258" v="781" actId="47"/>
        <pc:sldMkLst>
          <pc:docMk/>
          <pc:sldMk cId="3139493685" sldId="1321"/>
        </pc:sldMkLst>
      </pc:sldChg>
      <pc:sldChg chg="del">
        <pc:chgData name="Mitra, Aritra" userId="c0528902-d414-4a78-8a62-a5dcc8d4eb67" providerId="ADAL" clId="{DE8A0C4D-D6E1-427B-8816-12A6A7F7A5D7}" dt="2022-11-01T21:07:24.385" v="782" actId="47"/>
        <pc:sldMkLst>
          <pc:docMk/>
          <pc:sldMk cId="1770323681" sldId="1322"/>
        </pc:sldMkLst>
      </pc:sldChg>
      <pc:sldChg chg="del">
        <pc:chgData name="Mitra, Aritra" userId="c0528902-d414-4a78-8a62-a5dcc8d4eb67" providerId="ADAL" clId="{DE8A0C4D-D6E1-427B-8816-12A6A7F7A5D7}" dt="2022-11-01T21:07:25.102" v="783" actId="47"/>
        <pc:sldMkLst>
          <pc:docMk/>
          <pc:sldMk cId="3349574323" sldId="1323"/>
        </pc:sldMkLst>
      </pc:sldChg>
      <pc:sldChg chg="del">
        <pc:chgData name="Mitra, Aritra" userId="c0528902-d414-4a78-8a62-a5dcc8d4eb67" providerId="ADAL" clId="{DE8A0C4D-D6E1-427B-8816-12A6A7F7A5D7}" dt="2022-11-01T21:07:26.492" v="784" actId="47"/>
        <pc:sldMkLst>
          <pc:docMk/>
          <pc:sldMk cId="1417790064" sldId="1324"/>
        </pc:sldMkLst>
      </pc:sldChg>
      <pc:sldChg chg="del">
        <pc:chgData name="Mitra, Aritra" userId="c0528902-d414-4a78-8a62-a5dcc8d4eb67" providerId="ADAL" clId="{DE8A0C4D-D6E1-427B-8816-12A6A7F7A5D7}" dt="2022-11-01T21:07:27.823" v="785" actId="47"/>
        <pc:sldMkLst>
          <pc:docMk/>
          <pc:sldMk cId="4148180323" sldId="1325"/>
        </pc:sldMkLst>
      </pc:sldChg>
      <pc:sldChg chg="del">
        <pc:chgData name="Mitra, Aritra" userId="c0528902-d414-4a78-8a62-a5dcc8d4eb67" providerId="ADAL" clId="{DE8A0C4D-D6E1-427B-8816-12A6A7F7A5D7}" dt="2022-11-01T21:07:28.819" v="786" actId="47"/>
        <pc:sldMkLst>
          <pc:docMk/>
          <pc:sldMk cId="3706380789" sldId="1326"/>
        </pc:sldMkLst>
      </pc:sldChg>
      <pc:sldChg chg="addSp delSp modSp add del mod delAnim modAnim">
        <pc:chgData name="Mitra, Aritra" userId="c0528902-d414-4a78-8a62-a5dcc8d4eb67" providerId="ADAL" clId="{DE8A0C4D-D6E1-427B-8816-12A6A7F7A5D7}" dt="2022-11-01T21:07:18.067" v="778" actId="47"/>
        <pc:sldMkLst>
          <pc:docMk/>
          <pc:sldMk cId="91478307" sldId="1327"/>
        </pc:sldMkLst>
        <pc:spChg chg="mod">
          <ac:chgData name="Mitra, Aritra" userId="c0528902-d414-4a78-8a62-a5dcc8d4eb67" providerId="ADAL" clId="{DE8A0C4D-D6E1-427B-8816-12A6A7F7A5D7}" dt="2022-11-01T19:09:38.786" v="264" actId="20577"/>
          <ac:spMkLst>
            <pc:docMk/>
            <pc:sldMk cId="91478307" sldId="1327"/>
            <ac:spMk id="3" creationId="{F2B9D4FD-47D7-CE65-143F-59F513B700B2}"/>
          </ac:spMkLst>
        </pc:spChg>
        <pc:spChg chg="add mod">
          <ac:chgData name="Mitra, Aritra" userId="c0528902-d414-4a78-8a62-a5dcc8d4eb67" providerId="ADAL" clId="{DE8A0C4D-D6E1-427B-8816-12A6A7F7A5D7}" dt="2022-11-01T18:26:59.395" v="206" actId="1076"/>
          <ac:spMkLst>
            <pc:docMk/>
            <pc:sldMk cId="91478307" sldId="1327"/>
            <ac:spMk id="4" creationId="{B383C5AF-BE13-5DF5-8FB6-5C458FF90F17}"/>
          </ac:spMkLst>
        </pc:spChg>
        <pc:spChg chg="mod">
          <ac:chgData name="Mitra, Aritra" userId="c0528902-d414-4a78-8a62-a5dcc8d4eb67" providerId="ADAL" clId="{DE8A0C4D-D6E1-427B-8816-12A6A7F7A5D7}" dt="2022-11-01T18:26:32.189" v="203" actId="1076"/>
          <ac:spMkLst>
            <pc:docMk/>
            <pc:sldMk cId="91478307" sldId="1327"/>
            <ac:spMk id="6" creationId="{1EF473BC-DF7A-24F3-BA63-B2F19447AE85}"/>
          </ac:spMkLst>
        </pc:spChg>
        <pc:spChg chg="add mod">
          <ac:chgData name="Mitra, Aritra" userId="c0528902-d414-4a78-8a62-a5dcc8d4eb67" providerId="ADAL" clId="{DE8A0C4D-D6E1-427B-8816-12A6A7F7A5D7}" dt="2022-11-01T18:27:21.532" v="211" actId="1076"/>
          <ac:spMkLst>
            <pc:docMk/>
            <pc:sldMk cId="91478307" sldId="1327"/>
            <ac:spMk id="8" creationId="{67CC762A-F11D-8B3D-17C0-EA71F2A943DB}"/>
          </ac:spMkLst>
        </pc:spChg>
        <pc:spChg chg="add del mod">
          <ac:chgData name="Mitra, Aritra" userId="c0528902-d414-4a78-8a62-a5dcc8d4eb67" providerId="ADAL" clId="{DE8A0C4D-D6E1-427B-8816-12A6A7F7A5D7}" dt="2022-11-01T18:27:51.176" v="215" actId="478"/>
          <ac:spMkLst>
            <pc:docMk/>
            <pc:sldMk cId="91478307" sldId="1327"/>
            <ac:spMk id="10" creationId="{9712B9DA-A3AE-4741-4CF4-203B9EB86205}"/>
          </ac:spMkLst>
        </pc:spChg>
        <pc:spChg chg="add mod">
          <ac:chgData name="Mitra, Aritra" userId="c0528902-d414-4a78-8a62-a5dcc8d4eb67" providerId="ADAL" clId="{DE8A0C4D-D6E1-427B-8816-12A6A7F7A5D7}" dt="2022-11-01T18:28:16.328" v="221" actId="17032"/>
          <ac:spMkLst>
            <pc:docMk/>
            <pc:sldMk cId="91478307" sldId="1327"/>
            <ac:spMk id="11" creationId="{04288958-6B50-85E6-38A6-17830BEDB0A1}"/>
          </ac:spMkLst>
        </pc:spChg>
        <pc:cxnChg chg="mod">
          <ac:chgData name="Mitra, Aritra" userId="c0528902-d414-4a78-8a62-a5dcc8d4eb67" providerId="ADAL" clId="{DE8A0C4D-D6E1-427B-8816-12A6A7F7A5D7}" dt="2022-11-01T18:28:25.972" v="222" actId="1076"/>
          <ac:cxnSpMkLst>
            <pc:docMk/>
            <pc:sldMk cId="91478307" sldId="1327"/>
            <ac:cxnSpMk id="5" creationId="{CC815756-CC6B-8750-F829-C5F68F14C318}"/>
          </ac:cxnSpMkLst>
        </pc:cxnChg>
        <pc:cxnChg chg="add del mod">
          <ac:chgData name="Mitra, Aritra" userId="c0528902-d414-4a78-8a62-a5dcc8d4eb67" providerId="ADAL" clId="{DE8A0C4D-D6E1-427B-8816-12A6A7F7A5D7}" dt="2022-11-01T18:28:28.763" v="223" actId="478"/>
          <ac:cxnSpMkLst>
            <pc:docMk/>
            <pc:sldMk cId="91478307" sldId="1327"/>
            <ac:cxnSpMk id="7" creationId="{48EFE4F4-5D8E-9F9B-39A2-EB99F5CCAFB6}"/>
          </ac:cxnSpMkLst>
        </pc:cxnChg>
        <pc:cxnChg chg="add mod">
          <ac:chgData name="Mitra, Aritra" userId="c0528902-d414-4a78-8a62-a5dcc8d4eb67" providerId="ADAL" clId="{DE8A0C4D-D6E1-427B-8816-12A6A7F7A5D7}" dt="2022-11-01T18:28:50.868" v="226" actId="1076"/>
          <ac:cxnSpMkLst>
            <pc:docMk/>
            <pc:sldMk cId="91478307" sldId="1327"/>
            <ac:cxnSpMk id="12" creationId="{FBC911F4-9E1E-4DE8-F3FD-EBAE090A9DB7}"/>
          </ac:cxnSpMkLst>
        </pc:cxnChg>
      </pc:sldChg>
      <pc:sldChg chg="add del">
        <pc:chgData name="Mitra, Aritra" userId="c0528902-d414-4a78-8a62-a5dcc8d4eb67" providerId="ADAL" clId="{DE8A0C4D-D6E1-427B-8816-12A6A7F7A5D7}" dt="2022-11-01T18:23:26.874" v="114" actId="47"/>
        <pc:sldMkLst>
          <pc:docMk/>
          <pc:sldMk cId="2424683567" sldId="1327"/>
        </pc:sldMkLst>
      </pc:sldChg>
      <pc:sldChg chg="add del">
        <pc:chgData name="Mitra, Aritra" userId="c0528902-d414-4a78-8a62-a5dcc8d4eb67" providerId="ADAL" clId="{DE8A0C4D-D6E1-427B-8816-12A6A7F7A5D7}" dt="2022-11-01T19:33:42.112" v="267" actId="47"/>
        <pc:sldMkLst>
          <pc:docMk/>
          <pc:sldMk cId="1225308805" sldId="1328"/>
        </pc:sldMkLst>
      </pc:sldChg>
      <pc:sldChg chg="addSp delSp modSp add mod delAnim modAnim">
        <pc:chgData name="Mitra, Aritra" userId="c0528902-d414-4a78-8a62-a5dcc8d4eb67" providerId="ADAL" clId="{DE8A0C4D-D6E1-427B-8816-12A6A7F7A5D7}" dt="2022-11-01T19:52:20.368" v="735" actId="207"/>
        <pc:sldMkLst>
          <pc:docMk/>
          <pc:sldMk cId="2956132596" sldId="1328"/>
        </pc:sldMkLst>
        <pc:spChg chg="mod">
          <ac:chgData name="Mitra, Aritra" userId="c0528902-d414-4a78-8a62-a5dcc8d4eb67" providerId="ADAL" clId="{DE8A0C4D-D6E1-427B-8816-12A6A7F7A5D7}" dt="2022-11-01T19:50:37.431" v="727" actId="1076"/>
          <ac:spMkLst>
            <pc:docMk/>
            <pc:sldMk cId="2956132596" sldId="1328"/>
            <ac:spMk id="2" creationId="{B8D814AF-9898-5B26-E9DC-0B4293D177BE}"/>
          </ac:spMkLst>
        </pc:spChg>
        <pc:spChg chg="mod">
          <ac:chgData name="Mitra, Aritra" userId="c0528902-d414-4a78-8a62-a5dcc8d4eb67" providerId="ADAL" clId="{DE8A0C4D-D6E1-427B-8816-12A6A7F7A5D7}" dt="2022-11-01T19:52:20.368" v="735" actId="207"/>
          <ac:spMkLst>
            <pc:docMk/>
            <pc:sldMk cId="2956132596" sldId="1328"/>
            <ac:spMk id="3" creationId="{F2B9D4FD-47D7-CE65-143F-59F513B700B2}"/>
          </ac:spMkLst>
        </pc:spChg>
        <pc:spChg chg="add del mod">
          <ac:chgData name="Mitra, Aritra" userId="c0528902-d414-4a78-8a62-a5dcc8d4eb67" providerId="ADAL" clId="{DE8A0C4D-D6E1-427B-8816-12A6A7F7A5D7}" dt="2022-11-01T19:51:06.907" v="731" actId="478"/>
          <ac:spMkLst>
            <pc:docMk/>
            <pc:sldMk cId="2956132596" sldId="1328"/>
            <ac:spMk id="4" creationId="{B383C5AF-BE13-5DF5-8FB6-5C458FF90F17}"/>
          </ac:spMkLst>
        </pc:spChg>
        <pc:spChg chg="mod">
          <ac:chgData name="Mitra, Aritra" userId="c0528902-d414-4a78-8a62-a5dcc8d4eb67" providerId="ADAL" clId="{DE8A0C4D-D6E1-427B-8816-12A6A7F7A5D7}" dt="2022-11-01T19:49:41.292" v="711" actId="1076"/>
          <ac:spMkLst>
            <pc:docMk/>
            <pc:sldMk cId="2956132596" sldId="1328"/>
            <ac:spMk id="6" creationId="{1EF473BC-DF7A-24F3-BA63-B2F19447AE85}"/>
          </ac:spMkLst>
        </pc:spChg>
        <pc:spChg chg="mod">
          <ac:chgData name="Mitra, Aritra" userId="c0528902-d414-4a78-8a62-a5dcc8d4eb67" providerId="ADAL" clId="{DE8A0C4D-D6E1-427B-8816-12A6A7F7A5D7}" dt="2022-11-01T19:34:33.110" v="275" actId="1076"/>
          <ac:spMkLst>
            <pc:docMk/>
            <pc:sldMk cId="2956132596" sldId="1328"/>
            <ac:spMk id="8" creationId="{67CC762A-F11D-8B3D-17C0-EA71F2A943DB}"/>
          </ac:spMkLst>
        </pc:spChg>
        <pc:spChg chg="add del mod">
          <ac:chgData name="Mitra, Aritra" userId="c0528902-d414-4a78-8a62-a5dcc8d4eb67" providerId="ADAL" clId="{DE8A0C4D-D6E1-427B-8816-12A6A7F7A5D7}" dt="2022-11-01T19:50:55.484" v="729" actId="478"/>
          <ac:spMkLst>
            <pc:docMk/>
            <pc:sldMk cId="2956132596" sldId="1328"/>
            <ac:spMk id="11" creationId="{04288958-6B50-85E6-38A6-17830BEDB0A1}"/>
          </ac:spMkLst>
        </pc:spChg>
        <pc:spChg chg="del mod topLvl">
          <ac:chgData name="Mitra, Aritra" userId="c0528902-d414-4a78-8a62-a5dcc8d4eb67" providerId="ADAL" clId="{DE8A0C4D-D6E1-427B-8816-12A6A7F7A5D7}" dt="2022-11-01T19:35:25.373" v="316" actId="478"/>
          <ac:spMkLst>
            <pc:docMk/>
            <pc:sldMk cId="2956132596" sldId="1328"/>
            <ac:spMk id="14" creationId="{A07D9111-A41E-589E-160E-C02CC6FABAB7}"/>
          </ac:spMkLst>
        </pc:spChg>
        <pc:spChg chg="del mod topLvl">
          <ac:chgData name="Mitra, Aritra" userId="c0528902-d414-4a78-8a62-a5dcc8d4eb67" providerId="ADAL" clId="{DE8A0C4D-D6E1-427B-8816-12A6A7F7A5D7}" dt="2022-11-01T19:35:22.103" v="315" actId="478"/>
          <ac:spMkLst>
            <pc:docMk/>
            <pc:sldMk cId="2956132596" sldId="1328"/>
            <ac:spMk id="15" creationId="{EE138700-4680-AA2A-8C1D-E4694F6BADB1}"/>
          </ac:spMkLst>
        </pc:spChg>
        <pc:spChg chg="del mod topLvl">
          <ac:chgData name="Mitra, Aritra" userId="c0528902-d414-4a78-8a62-a5dcc8d4eb67" providerId="ADAL" clId="{DE8A0C4D-D6E1-427B-8816-12A6A7F7A5D7}" dt="2022-11-01T19:35:08.956" v="280" actId="478"/>
          <ac:spMkLst>
            <pc:docMk/>
            <pc:sldMk cId="2956132596" sldId="1328"/>
            <ac:spMk id="16" creationId="{A7A5DF4D-689B-DAC7-0855-C232EC8D1BBC}"/>
          </ac:spMkLst>
        </pc:spChg>
        <pc:spChg chg="add mod">
          <ac:chgData name="Mitra, Aritra" userId="c0528902-d414-4a78-8a62-a5dcc8d4eb67" providerId="ADAL" clId="{DE8A0C4D-D6E1-427B-8816-12A6A7F7A5D7}" dt="2022-11-01T19:43:23.934" v="546" actId="1035"/>
          <ac:spMkLst>
            <pc:docMk/>
            <pc:sldMk cId="2956132596" sldId="1328"/>
            <ac:spMk id="31" creationId="{E6D89418-DEDC-2C0A-83CB-104BB6222BE6}"/>
          </ac:spMkLst>
        </pc:spChg>
        <pc:spChg chg="add mod">
          <ac:chgData name="Mitra, Aritra" userId="c0528902-d414-4a78-8a62-a5dcc8d4eb67" providerId="ADAL" clId="{DE8A0C4D-D6E1-427B-8816-12A6A7F7A5D7}" dt="2022-11-01T19:43:07.938" v="543" actId="1038"/>
          <ac:spMkLst>
            <pc:docMk/>
            <pc:sldMk cId="2956132596" sldId="1328"/>
            <ac:spMk id="32" creationId="{71109054-7089-DFD9-3E87-2D9AEC886ABC}"/>
          </ac:spMkLst>
        </pc:spChg>
        <pc:spChg chg="add mod">
          <ac:chgData name="Mitra, Aritra" userId="c0528902-d414-4a78-8a62-a5dcc8d4eb67" providerId="ADAL" clId="{DE8A0C4D-D6E1-427B-8816-12A6A7F7A5D7}" dt="2022-11-01T19:45:11.435" v="590" actId="1037"/>
          <ac:spMkLst>
            <pc:docMk/>
            <pc:sldMk cId="2956132596" sldId="1328"/>
            <ac:spMk id="33" creationId="{D922DEA9-D632-1D93-0A93-605AC87A7B39}"/>
          </ac:spMkLst>
        </pc:spChg>
        <pc:grpChg chg="add del mod">
          <ac:chgData name="Mitra, Aritra" userId="c0528902-d414-4a78-8a62-a5dcc8d4eb67" providerId="ADAL" clId="{DE8A0C4D-D6E1-427B-8816-12A6A7F7A5D7}" dt="2022-11-01T19:35:03.491" v="278" actId="165"/>
          <ac:grpSpMkLst>
            <pc:docMk/>
            <pc:sldMk cId="2956132596" sldId="1328"/>
            <ac:grpSpMk id="7" creationId="{25F0C865-DB96-56BC-61A2-67EC6DBB19C7}"/>
          </ac:grpSpMkLst>
        </pc:grpChg>
        <pc:picChg chg="mod topLvl">
          <ac:chgData name="Mitra, Aritra" userId="c0528902-d414-4a78-8a62-a5dcc8d4eb67" providerId="ADAL" clId="{DE8A0C4D-D6E1-427B-8816-12A6A7F7A5D7}" dt="2022-11-01T19:41:52.256" v="418" actId="1076"/>
          <ac:picMkLst>
            <pc:docMk/>
            <pc:sldMk cId="2956132596" sldId="1328"/>
            <ac:picMk id="9" creationId="{61A4D798-E760-002D-FEA7-D7ACA9B71D66}"/>
          </ac:picMkLst>
        </pc:picChg>
        <pc:picChg chg="mod topLvl">
          <ac:chgData name="Mitra, Aritra" userId="c0528902-d414-4a78-8a62-a5dcc8d4eb67" providerId="ADAL" clId="{DE8A0C4D-D6E1-427B-8816-12A6A7F7A5D7}" dt="2022-11-01T19:42:07.488" v="446" actId="1036"/>
          <ac:picMkLst>
            <pc:docMk/>
            <pc:sldMk cId="2956132596" sldId="1328"/>
            <ac:picMk id="10" creationId="{DB49F8EB-CA4F-EBB1-E3BE-31D3CF25E10B}"/>
          </ac:picMkLst>
        </pc:picChg>
        <pc:picChg chg="del mod topLvl">
          <ac:chgData name="Mitra, Aritra" userId="c0528902-d414-4a78-8a62-a5dcc8d4eb67" providerId="ADAL" clId="{DE8A0C4D-D6E1-427B-8816-12A6A7F7A5D7}" dt="2022-11-01T19:35:05.649" v="279" actId="478"/>
          <ac:picMkLst>
            <pc:docMk/>
            <pc:sldMk cId="2956132596" sldId="1328"/>
            <ac:picMk id="13" creationId="{2F15EBA2-E343-5335-E46E-12FB06B6562E}"/>
          </ac:picMkLst>
        </pc:picChg>
        <pc:picChg chg="add del mod">
          <ac:chgData name="Mitra, Aritra" userId="c0528902-d414-4a78-8a62-a5dcc8d4eb67" providerId="ADAL" clId="{DE8A0C4D-D6E1-427B-8816-12A6A7F7A5D7}" dt="2022-11-01T19:36:39.709" v="352" actId="931"/>
          <ac:picMkLst>
            <pc:docMk/>
            <pc:sldMk cId="2956132596" sldId="1328"/>
            <ac:picMk id="18" creationId="{FA299ACC-DB33-F75E-4DF1-F2985D16EE04}"/>
          </ac:picMkLst>
        </pc:picChg>
        <pc:picChg chg="add mod">
          <ac:chgData name="Mitra, Aritra" userId="c0528902-d414-4a78-8a62-a5dcc8d4eb67" providerId="ADAL" clId="{DE8A0C4D-D6E1-427B-8816-12A6A7F7A5D7}" dt="2022-11-01T19:44:33.968" v="580" actId="14100"/>
          <ac:picMkLst>
            <pc:docMk/>
            <pc:sldMk cId="2956132596" sldId="1328"/>
            <ac:picMk id="20" creationId="{4C7975D6-4310-BF34-A3E3-87B8EE77F1F1}"/>
          </ac:picMkLst>
        </pc:picChg>
        <pc:cxnChg chg="mod">
          <ac:chgData name="Mitra, Aritra" userId="c0528902-d414-4a78-8a62-a5dcc8d4eb67" providerId="ADAL" clId="{DE8A0C4D-D6E1-427B-8816-12A6A7F7A5D7}" dt="2022-11-01T19:49:45.397" v="716" actId="1036"/>
          <ac:cxnSpMkLst>
            <pc:docMk/>
            <pc:sldMk cId="2956132596" sldId="1328"/>
            <ac:cxnSpMk id="5" creationId="{CC815756-CC6B-8750-F829-C5F68F14C318}"/>
          </ac:cxnSpMkLst>
        </pc:cxnChg>
        <pc:cxnChg chg="mod">
          <ac:chgData name="Mitra, Aritra" userId="c0528902-d414-4a78-8a62-a5dcc8d4eb67" providerId="ADAL" clId="{DE8A0C4D-D6E1-427B-8816-12A6A7F7A5D7}" dt="2022-11-01T19:49:50.659" v="724" actId="1038"/>
          <ac:cxnSpMkLst>
            <pc:docMk/>
            <pc:sldMk cId="2956132596" sldId="1328"/>
            <ac:cxnSpMk id="12" creationId="{FBC911F4-9E1E-4DE8-F3FD-EBAE090A9DB7}"/>
          </ac:cxnSpMkLst>
        </pc:cxnChg>
        <pc:cxnChg chg="add del">
          <ac:chgData name="Mitra, Aritra" userId="c0528902-d414-4a78-8a62-a5dcc8d4eb67" providerId="ADAL" clId="{DE8A0C4D-D6E1-427B-8816-12A6A7F7A5D7}" dt="2022-11-01T19:40:09.587" v="407" actId="478"/>
          <ac:cxnSpMkLst>
            <pc:docMk/>
            <pc:sldMk cId="2956132596" sldId="1328"/>
            <ac:cxnSpMk id="22" creationId="{5C6A869D-9E6F-CFE8-1318-46ACC2283DA9}"/>
          </ac:cxnSpMkLst>
        </pc:cxnChg>
        <pc:cxnChg chg="add del mod">
          <ac:chgData name="Mitra, Aritra" userId="c0528902-d414-4a78-8a62-a5dcc8d4eb67" providerId="ADAL" clId="{DE8A0C4D-D6E1-427B-8816-12A6A7F7A5D7}" dt="2022-11-01T19:41:37.221" v="415" actId="478"/>
          <ac:cxnSpMkLst>
            <pc:docMk/>
            <pc:sldMk cId="2956132596" sldId="1328"/>
            <ac:cxnSpMk id="28" creationId="{723574B0-FBCC-C117-EA9A-B32C159310CA}"/>
          </ac:cxnSpMkLst>
        </pc:cxnChg>
      </pc:sldChg>
      <pc:sldChg chg="new del">
        <pc:chgData name="Mitra, Aritra" userId="c0528902-d414-4a78-8a62-a5dcc8d4eb67" providerId="ADAL" clId="{DE8A0C4D-D6E1-427B-8816-12A6A7F7A5D7}" dt="2022-11-01T21:34:10.795" v="788" actId="47"/>
        <pc:sldMkLst>
          <pc:docMk/>
          <pc:sldMk cId="204095417" sldId="1329"/>
        </pc:sldMkLst>
      </pc:sldChg>
      <pc:sldChg chg="new del">
        <pc:chgData name="Mitra, Aritra" userId="c0528902-d414-4a78-8a62-a5dcc8d4eb67" providerId="ADAL" clId="{DE8A0C4D-D6E1-427B-8816-12A6A7F7A5D7}" dt="2022-11-02T04:18:03.647" v="912" actId="47"/>
        <pc:sldMkLst>
          <pc:docMk/>
          <pc:sldMk cId="711467572" sldId="1329"/>
        </pc:sldMkLst>
      </pc:sldChg>
      <pc:sldChg chg="addSp delSp modSp new del mod ord">
        <pc:chgData name="Mitra, Aritra" userId="c0528902-d414-4a78-8a62-a5dcc8d4eb67" providerId="ADAL" clId="{DE8A0C4D-D6E1-427B-8816-12A6A7F7A5D7}" dt="2022-11-03T02:32:18.089" v="2462" actId="47"/>
        <pc:sldMkLst>
          <pc:docMk/>
          <pc:sldMk cId="1713429345" sldId="1329"/>
        </pc:sldMkLst>
        <pc:spChg chg="mod">
          <ac:chgData name="Mitra, Aritra" userId="c0528902-d414-4a78-8a62-a5dcc8d4eb67" providerId="ADAL" clId="{DE8A0C4D-D6E1-427B-8816-12A6A7F7A5D7}" dt="2022-11-02T04:18:26.946" v="948" actId="20577"/>
          <ac:spMkLst>
            <pc:docMk/>
            <pc:sldMk cId="1713429345" sldId="1329"/>
            <ac:spMk id="2" creationId="{AFF4A840-EF32-2200-E651-081DA0355103}"/>
          </ac:spMkLst>
        </pc:spChg>
        <pc:spChg chg="del">
          <ac:chgData name="Mitra, Aritra" userId="c0528902-d414-4a78-8a62-a5dcc8d4eb67" providerId="ADAL" clId="{DE8A0C4D-D6E1-427B-8816-12A6A7F7A5D7}" dt="2022-11-02T04:18:30.472" v="949" actId="478"/>
          <ac:spMkLst>
            <pc:docMk/>
            <pc:sldMk cId="1713429345" sldId="1329"/>
            <ac:spMk id="3" creationId="{2EC80A10-F8BE-9EDD-0474-0B321E584CDE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8" creationId="{7A268DF3-122F-5970-0C19-D49D32E5950B}"/>
          </ac:spMkLst>
        </pc:spChg>
        <pc:spChg chg="mod topLvl">
          <ac:chgData name="Mitra, Aritra" userId="c0528902-d414-4a78-8a62-a5dcc8d4eb67" providerId="ADAL" clId="{DE8A0C4D-D6E1-427B-8816-12A6A7F7A5D7}" dt="2022-11-02T04:19:54.128" v="957" actId="1076"/>
          <ac:spMkLst>
            <pc:docMk/>
            <pc:sldMk cId="1713429345" sldId="1329"/>
            <ac:spMk id="9" creationId="{B937716E-D5A0-97A9-04E3-9DE4C1B941FD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10" creationId="{C5AF1F8E-D219-484E-F6FE-03BF8E69EB66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11" creationId="{316415FB-31DE-D5C1-AFAD-5465830AAD45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12" creationId="{B48BA1C1-A9B9-F976-7B1A-2EA38D50F01F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13" creationId="{12691E6F-4C36-548D-ACEA-9A6C5BBF74CB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21" creationId="{615B6B7C-2D45-F9E6-19F7-8D114DB5B0FB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23" creationId="{4EFD3E8D-329E-A899-0F0A-8957A7372E75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24" creationId="{28970222-062E-2751-6A4E-FCD5589F8098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25" creationId="{A470A6CA-2522-C7F0-77EB-11DAAD5CFDEB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26" creationId="{7C267CB1-A687-44CD-E5F3-A3962340925E}"/>
          </ac:spMkLst>
        </pc:spChg>
        <pc:spChg chg="mod topLvl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27" creationId="{AB523EC7-49A0-E1BF-8E8F-D82348049B7B}"/>
          </ac:spMkLst>
        </pc:spChg>
        <pc:spChg chg="mod topLvl">
          <ac:chgData name="Mitra, Aritra" userId="c0528902-d414-4a78-8a62-a5dcc8d4eb67" providerId="ADAL" clId="{DE8A0C4D-D6E1-427B-8816-12A6A7F7A5D7}" dt="2022-11-02T04:19:46.506" v="956" actId="1076"/>
          <ac:spMkLst>
            <pc:docMk/>
            <pc:sldMk cId="1713429345" sldId="1329"/>
            <ac:spMk id="28" creationId="{ED229899-2CDD-ACC1-861D-36CEE35E4AEF}"/>
          </ac:spMkLst>
        </pc:spChg>
        <pc:spChg chg="mod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35" creationId="{F44ED1EA-DFE6-F06C-2176-CB65F919D3FA}"/>
          </ac:spMkLst>
        </pc:spChg>
        <pc:spChg chg="mod">
          <ac:chgData name="Mitra, Aritra" userId="c0528902-d414-4a78-8a62-a5dcc8d4eb67" providerId="ADAL" clId="{DE8A0C4D-D6E1-427B-8816-12A6A7F7A5D7}" dt="2022-11-02T04:19:33.584" v="955" actId="165"/>
          <ac:spMkLst>
            <pc:docMk/>
            <pc:sldMk cId="1713429345" sldId="1329"/>
            <ac:spMk id="36" creationId="{0865E7B9-E535-732E-8711-D01A2FC4C951}"/>
          </ac:spMkLst>
        </pc:spChg>
        <pc:grpChg chg="add del mod">
          <ac:chgData name="Mitra, Aritra" userId="c0528902-d414-4a78-8a62-a5dcc8d4eb67" providerId="ADAL" clId="{DE8A0C4D-D6E1-427B-8816-12A6A7F7A5D7}" dt="2022-11-02T04:19:33.584" v="955" actId="165"/>
          <ac:grpSpMkLst>
            <pc:docMk/>
            <pc:sldMk cId="1713429345" sldId="1329"/>
            <ac:grpSpMk id="4" creationId="{BA4BC6F6-7659-F8B2-46E3-12D2A4403685}"/>
          </ac:grpSpMkLst>
        </pc:grpChg>
        <pc:grpChg chg="mod topLvl">
          <ac:chgData name="Mitra, Aritra" userId="c0528902-d414-4a78-8a62-a5dcc8d4eb67" providerId="ADAL" clId="{DE8A0C4D-D6E1-427B-8816-12A6A7F7A5D7}" dt="2022-11-02T04:19:33.584" v="955" actId="165"/>
          <ac:grpSpMkLst>
            <pc:docMk/>
            <pc:sldMk cId="1713429345" sldId="1329"/>
            <ac:grpSpMk id="5" creationId="{D14250C2-DF3B-A78E-D78C-BE831AD77A98}"/>
          </ac:grpSpMkLst>
        </pc:grpChg>
        <pc:picChg chg="mod topLvl">
          <ac:chgData name="Mitra, Aritra" userId="c0528902-d414-4a78-8a62-a5dcc8d4eb67" providerId="ADAL" clId="{DE8A0C4D-D6E1-427B-8816-12A6A7F7A5D7}" dt="2022-11-02T04:19:33.584" v="955" actId="165"/>
          <ac:picMkLst>
            <pc:docMk/>
            <pc:sldMk cId="1713429345" sldId="1329"/>
            <ac:picMk id="14" creationId="{CB2AC853-CF7C-9643-2F3F-5FBA999A48E3}"/>
          </ac:picMkLst>
        </pc:picChg>
        <pc:picChg chg="mod topLvl">
          <ac:chgData name="Mitra, Aritra" userId="c0528902-d414-4a78-8a62-a5dcc8d4eb67" providerId="ADAL" clId="{DE8A0C4D-D6E1-427B-8816-12A6A7F7A5D7}" dt="2022-11-02T04:19:33.584" v="955" actId="165"/>
          <ac:picMkLst>
            <pc:docMk/>
            <pc:sldMk cId="1713429345" sldId="1329"/>
            <ac:picMk id="15" creationId="{49F52738-2CDD-6EBE-65C4-B2D52BB48D59}"/>
          </ac:picMkLst>
        </pc:picChg>
        <pc:picChg chg="mod topLvl">
          <ac:chgData name="Mitra, Aritra" userId="c0528902-d414-4a78-8a62-a5dcc8d4eb67" providerId="ADAL" clId="{DE8A0C4D-D6E1-427B-8816-12A6A7F7A5D7}" dt="2022-11-02T04:19:33.584" v="955" actId="165"/>
          <ac:picMkLst>
            <pc:docMk/>
            <pc:sldMk cId="1713429345" sldId="1329"/>
            <ac:picMk id="16" creationId="{5FD6F136-046D-0099-0BF9-429CABC508F7}"/>
          </ac:picMkLst>
        </pc:picChg>
        <pc:picChg chg="mod topLvl">
          <ac:chgData name="Mitra, Aritra" userId="c0528902-d414-4a78-8a62-a5dcc8d4eb67" providerId="ADAL" clId="{DE8A0C4D-D6E1-427B-8816-12A6A7F7A5D7}" dt="2022-11-02T04:19:33.584" v="955" actId="165"/>
          <ac:picMkLst>
            <pc:docMk/>
            <pc:sldMk cId="1713429345" sldId="1329"/>
            <ac:picMk id="20" creationId="{2416A185-2D8D-1728-E2AC-0640FE2C9FB7}"/>
          </ac:picMkLst>
        </pc:picChg>
        <pc:picChg chg="mod topLvl">
          <ac:chgData name="Mitra, Aritra" userId="c0528902-d414-4a78-8a62-a5dcc8d4eb67" providerId="ADAL" clId="{DE8A0C4D-D6E1-427B-8816-12A6A7F7A5D7}" dt="2022-11-02T04:19:33.584" v="955" actId="165"/>
          <ac:picMkLst>
            <pc:docMk/>
            <pc:sldMk cId="1713429345" sldId="1329"/>
            <ac:picMk id="22" creationId="{3DB29E36-C7E0-4897-88AB-607EF8CBBB86}"/>
          </ac:picMkLst>
        </pc:picChg>
        <pc:cxnChg chg="mod topLvl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6" creationId="{1E7BB105-2CB7-158C-30F5-9D33B2676972}"/>
          </ac:cxnSpMkLst>
        </pc:cxnChg>
        <pc:cxnChg chg="mod topLvl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7" creationId="{27F298D5-D5A7-23C8-51E0-29C4675C1E23}"/>
          </ac:cxnSpMkLst>
        </pc:cxnChg>
        <pc:cxnChg chg="mod topLvl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17" creationId="{75AF1536-B3BC-99EC-5E15-D8DF5CFC4282}"/>
          </ac:cxnSpMkLst>
        </pc:cxnChg>
        <pc:cxnChg chg="mod topLvl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18" creationId="{43B0845A-F9DA-EE60-EFE2-F9FE243988B3}"/>
          </ac:cxnSpMkLst>
        </pc:cxnChg>
        <pc:cxnChg chg="mod topLvl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19" creationId="{C386134A-DFC9-4C97-34A9-C28568550644}"/>
          </ac:cxnSpMkLst>
        </pc:cxnChg>
        <pc:cxnChg chg="mod topLvl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29" creationId="{BF294908-0BD9-F8CB-0ABB-D9F46304A2AB}"/>
          </ac:cxnSpMkLst>
        </pc:cxnChg>
        <pc:cxnChg chg="mod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30" creationId="{4D42897F-B494-76F6-41CC-8280C900FDF2}"/>
          </ac:cxnSpMkLst>
        </pc:cxnChg>
        <pc:cxnChg chg="mod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31" creationId="{69D1C0E0-A9F6-59C6-3134-033B09926702}"/>
          </ac:cxnSpMkLst>
        </pc:cxnChg>
        <pc:cxnChg chg="mod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32" creationId="{D27E289D-28D8-3E58-6A30-DD460CA5F22E}"/>
          </ac:cxnSpMkLst>
        </pc:cxnChg>
        <pc:cxnChg chg="mod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33" creationId="{A51CE304-9DE6-E0B1-9BCA-A88D75F21B3A}"/>
          </ac:cxnSpMkLst>
        </pc:cxnChg>
        <pc:cxnChg chg="mod">
          <ac:chgData name="Mitra, Aritra" userId="c0528902-d414-4a78-8a62-a5dcc8d4eb67" providerId="ADAL" clId="{DE8A0C4D-D6E1-427B-8816-12A6A7F7A5D7}" dt="2022-11-02T04:19:33.584" v="955" actId="165"/>
          <ac:cxnSpMkLst>
            <pc:docMk/>
            <pc:sldMk cId="1713429345" sldId="1329"/>
            <ac:cxnSpMk id="34" creationId="{17251953-5952-911D-6473-6FA1ABF24436}"/>
          </ac:cxnSpMkLst>
        </pc:cxnChg>
      </pc:sldChg>
      <pc:sldChg chg="delSp modSp add del mod ord">
        <pc:chgData name="Mitra, Aritra" userId="c0528902-d414-4a78-8a62-a5dcc8d4eb67" providerId="ADAL" clId="{DE8A0C4D-D6E1-427B-8816-12A6A7F7A5D7}" dt="2022-11-03T02:32:20.564" v="2463" actId="47"/>
        <pc:sldMkLst>
          <pc:docMk/>
          <pc:sldMk cId="2698655593" sldId="1330"/>
        </pc:sldMkLst>
        <pc:spChg chg="del">
          <ac:chgData name="Mitra, Aritra" userId="c0528902-d414-4a78-8a62-a5dcc8d4eb67" providerId="ADAL" clId="{DE8A0C4D-D6E1-427B-8816-12A6A7F7A5D7}" dt="2022-11-02T04:24:55.146" v="1003" actId="478"/>
          <ac:spMkLst>
            <pc:docMk/>
            <pc:sldMk cId="2698655593" sldId="1330"/>
            <ac:spMk id="8" creationId="{7A268DF3-122F-5970-0C19-D49D32E5950B}"/>
          </ac:spMkLst>
        </pc:spChg>
        <pc:spChg chg="mod">
          <ac:chgData name="Mitra, Aritra" userId="c0528902-d414-4a78-8a62-a5dcc8d4eb67" providerId="ADAL" clId="{DE8A0C4D-D6E1-427B-8816-12A6A7F7A5D7}" dt="2022-11-02T04:22:04.358" v="978" actId="1076"/>
          <ac:spMkLst>
            <pc:docMk/>
            <pc:sldMk cId="2698655593" sldId="1330"/>
            <ac:spMk id="9" creationId="{B937716E-D5A0-97A9-04E3-9DE4C1B941FD}"/>
          </ac:spMkLst>
        </pc:spChg>
        <pc:spChg chg="mod">
          <ac:chgData name="Mitra, Aritra" userId="c0528902-d414-4a78-8a62-a5dcc8d4eb67" providerId="ADAL" clId="{DE8A0C4D-D6E1-427B-8816-12A6A7F7A5D7}" dt="2022-11-02T04:23:34.109" v="995" actId="1076"/>
          <ac:spMkLst>
            <pc:docMk/>
            <pc:sldMk cId="2698655593" sldId="1330"/>
            <ac:spMk id="10" creationId="{C5AF1F8E-D219-484E-F6FE-03BF8E69EB66}"/>
          </ac:spMkLst>
        </pc:spChg>
        <pc:spChg chg="mod">
          <ac:chgData name="Mitra, Aritra" userId="c0528902-d414-4a78-8a62-a5dcc8d4eb67" providerId="ADAL" clId="{DE8A0C4D-D6E1-427B-8816-12A6A7F7A5D7}" dt="2022-11-02T04:30:24.396" v="1115" actId="1076"/>
          <ac:spMkLst>
            <pc:docMk/>
            <pc:sldMk cId="2698655593" sldId="1330"/>
            <ac:spMk id="11" creationId="{316415FB-31DE-D5C1-AFAD-5465830AAD45}"/>
          </ac:spMkLst>
        </pc:spChg>
        <pc:spChg chg="del">
          <ac:chgData name="Mitra, Aritra" userId="c0528902-d414-4a78-8a62-a5dcc8d4eb67" providerId="ADAL" clId="{DE8A0C4D-D6E1-427B-8816-12A6A7F7A5D7}" dt="2022-11-02T04:30:42.160" v="1117" actId="478"/>
          <ac:spMkLst>
            <pc:docMk/>
            <pc:sldMk cId="2698655593" sldId="1330"/>
            <ac:spMk id="12" creationId="{B48BA1C1-A9B9-F976-7B1A-2EA38D50F01F}"/>
          </ac:spMkLst>
        </pc:spChg>
        <pc:spChg chg="mod">
          <ac:chgData name="Mitra, Aritra" userId="c0528902-d414-4a78-8a62-a5dcc8d4eb67" providerId="ADAL" clId="{DE8A0C4D-D6E1-427B-8816-12A6A7F7A5D7}" dt="2022-11-02T04:29:27.097" v="1109" actId="1076"/>
          <ac:spMkLst>
            <pc:docMk/>
            <pc:sldMk cId="2698655593" sldId="1330"/>
            <ac:spMk id="13" creationId="{12691E6F-4C36-548D-ACEA-9A6C5BBF74CB}"/>
          </ac:spMkLst>
        </pc:spChg>
        <pc:spChg chg="del">
          <ac:chgData name="Mitra, Aritra" userId="c0528902-d414-4a78-8a62-a5dcc8d4eb67" providerId="ADAL" clId="{DE8A0C4D-D6E1-427B-8816-12A6A7F7A5D7}" dt="2022-11-02T04:30:36.504" v="1116" actId="478"/>
          <ac:spMkLst>
            <pc:docMk/>
            <pc:sldMk cId="2698655593" sldId="1330"/>
            <ac:spMk id="21" creationId="{615B6B7C-2D45-F9E6-19F7-8D114DB5B0FB}"/>
          </ac:spMkLst>
        </pc:spChg>
        <pc:spChg chg="mod">
          <ac:chgData name="Mitra, Aritra" userId="c0528902-d414-4a78-8a62-a5dcc8d4eb67" providerId="ADAL" clId="{DE8A0C4D-D6E1-427B-8816-12A6A7F7A5D7}" dt="2022-11-02T04:30:01.158" v="1111" actId="1076"/>
          <ac:spMkLst>
            <pc:docMk/>
            <pc:sldMk cId="2698655593" sldId="1330"/>
            <ac:spMk id="24" creationId="{28970222-062E-2751-6A4E-FCD5589F8098}"/>
          </ac:spMkLst>
        </pc:spChg>
        <pc:spChg chg="mod">
          <ac:chgData name="Mitra, Aritra" userId="c0528902-d414-4a78-8a62-a5dcc8d4eb67" providerId="ADAL" clId="{DE8A0C4D-D6E1-427B-8816-12A6A7F7A5D7}" dt="2022-11-02T04:30:06.365" v="1112" actId="1076"/>
          <ac:spMkLst>
            <pc:docMk/>
            <pc:sldMk cId="2698655593" sldId="1330"/>
            <ac:spMk id="25" creationId="{A470A6CA-2522-C7F0-77EB-11DAAD5CFDEB}"/>
          </ac:spMkLst>
        </pc:spChg>
        <pc:spChg chg="mod">
          <ac:chgData name="Mitra, Aritra" userId="c0528902-d414-4a78-8a62-a5dcc8d4eb67" providerId="ADAL" clId="{DE8A0C4D-D6E1-427B-8816-12A6A7F7A5D7}" dt="2022-11-02T04:30:21.284" v="1114" actId="1076"/>
          <ac:spMkLst>
            <pc:docMk/>
            <pc:sldMk cId="2698655593" sldId="1330"/>
            <ac:spMk id="26" creationId="{7C267CB1-A687-44CD-E5F3-A3962340925E}"/>
          </ac:spMkLst>
        </pc:spChg>
        <pc:spChg chg="del">
          <ac:chgData name="Mitra, Aritra" userId="c0528902-d414-4a78-8a62-a5dcc8d4eb67" providerId="ADAL" clId="{DE8A0C4D-D6E1-427B-8816-12A6A7F7A5D7}" dt="2022-11-02T04:20:17.324" v="960" actId="478"/>
          <ac:spMkLst>
            <pc:docMk/>
            <pc:sldMk cId="2698655593" sldId="1330"/>
            <ac:spMk id="27" creationId="{AB523EC7-49A0-E1BF-8E8F-D82348049B7B}"/>
          </ac:spMkLst>
        </pc:spChg>
        <pc:spChg chg="del">
          <ac:chgData name="Mitra, Aritra" userId="c0528902-d414-4a78-8a62-a5dcc8d4eb67" providerId="ADAL" clId="{DE8A0C4D-D6E1-427B-8816-12A6A7F7A5D7}" dt="2022-11-02T04:24:51.179" v="1002" actId="478"/>
          <ac:spMkLst>
            <pc:docMk/>
            <pc:sldMk cId="2698655593" sldId="1330"/>
            <ac:spMk id="28" creationId="{ED229899-2CDD-ACC1-861D-36CEE35E4AEF}"/>
          </ac:spMkLst>
        </pc:spChg>
        <pc:spChg chg="mod">
          <ac:chgData name="Mitra, Aritra" userId="c0528902-d414-4a78-8a62-a5dcc8d4eb67" providerId="ADAL" clId="{DE8A0C4D-D6E1-427B-8816-12A6A7F7A5D7}" dt="2022-11-02T04:25:06.175" v="1005" actId="1076"/>
          <ac:spMkLst>
            <pc:docMk/>
            <pc:sldMk cId="2698655593" sldId="1330"/>
            <ac:spMk id="35" creationId="{F44ED1EA-DFE6-F06C-2176-CB65F919D3FA}"/>
          </ac:spMkLst>
        </pc:spChg>
        <pc:spChg chg="del">
          <ac:chgData name="Mitra, Aritra" userId="c0528902-d414-4a78-8a62-a5dcc8d4eb67" providerId="ADAL" clId="{DE8A0C4D-D6E1-427B-8816-12A6A7F7A5D7}" dt="2022-11-02T04:29:55.708" v="1110" actId="478"/>
          <ac:spMkLst>
            <pc:docMk/>
            <pc:sldMk cId="2698655593" sldId="1330"/>
            <ac:spMk id="36" creationId="{0865E7B9-E535-732E-8711-D01A2FC4C951}"/>
          </ac:spMkLst>
        </pc:spChg>
        <pc:grpChg chg="mod">
          <ac:chgData name="Mitra, Aritra" userId="c0528902-d414-4a78-8a62-a5dcc8d4eb67" providerId="ADAL" clId="{DE8A0C4D-D6E1-427B-8816-12A6A7F7A5D7}" dt="2022-11-02T04:22:25.142" v="979" actId="1076"/>
          <ac:grpSpMkLst>
            <pc:docMk/>
            <pc:sldMk cId="2698655593" sldId="1330"/>
            <ac:grpSpMk id="5" creationId="{D14250C2-DF3B-A78E-D78C-BE831AD77A98}"/>
          </ac:grpSpMkLst>
        </pc:grpChg>
        <pc:picChg chg="mod">
          <ac:chgData name="Mitra, Aritra" userId="c0528902-d414-4a78-8a62-a5dcc8d4eb67" providerId="ADAL" clId="{DE8A0C4D-D6E1-427B-8816-12A6A7F7A5D7}" dt="2022-11-02T04:27:05.181" v="1076" actId="1036"/>
          <ac:picMkLst>
            <pc:docMk/>
            <pc:sldMk cId="2698655593" sldId="1330"/>
            <ac:picMk id="14" creationId="{CB2AC853-CF7C-9643-2F3F-5FBA999A48E3}"/>
          </ac:picMkLst>
        </pc:picChg>
        <pc:picChg chg="mod">
          <ac:chgData name="Mitra, Aritra" userId="c0528902-d414-4a78-8a62-a5dcc8d4eb67" providerId="ADAL" clId="{DE8A0C4D-D6E1-427B-8816-12A6A7F7A5D7}" dt="2022-11-02T04:27:08.552" v="1093" actId="1035"/>
          <ac:picMkLst>
            <pc:docMk/>
            <pc:sldMk cId="2698655593" sldId="1330"/>
            <ac:picMk id="15" creationId="{49F52738-2CDD-6EBE-65C4-B2D52BB48D59}"/>
          </ac:picMkLst>
        </pc:picChg>
        <pc:picChg chg="mod">
          <ac:chgData name="Mitra, Aritra" userId="c0528902-d414-4a78-8a62-a5dcc8d4eb67" providerId="ADAL" clId="{DE8A0C4D-D6E1-427B-8816-12A6A7F7A5D7}" dt="2022-11-02T04:27:16.855" v="1095" actId="1037"/>
          <ac:picMkLst>
            <pc:docMk/>
            <pc:sldMk cId="2698655593" sldId="1330"/>
            <ac:picMk id="16" creationId="{5FD6F136-046D-0099-0BF9-429CABC508F7}"/>
          </ac:picMkLst>
        </pc:picChg>
        <pc:picChg chg="mod">
          <ac:chgData name="Mitra, Aritra" userId="c0528902-d414-4a78-8a62-a5dcc8d4eb67" providerId="ADAL" clId="{DE8A0C4D-D6E1-427B-8816-12A6A7F7A5D7}" dt="2022-11-02T04:46:03.020" v="1118" actId="1076"/>
          <ac:picMkLst>
            <pc:docMk/>
            <pc:sldMk cId="2698655593" sldId="1330"/>
            <ac:picMk id="22" creationId="{3DB29E36-C7E0-4897-88AB-607EF8CBBB86}"/>
          </ac:picMkLst>
        </pc:picChg>
        <pc:cxnChg chg="mod">
          <ac:chgData name="Mitra, Aritra" userId="c0528902-d414-4a78-8a62-a5dcc8d4eb67" providerId="ADAL" clId="{DE8A0C4D-D6E1-427B-8816-12A6A7F7A5D7}" dt="2022-11-02T04:24:12.443" v="1000" actId="14100"/>
          <ac:cxnSpMkLst>
            <pc:docMk/>
            <pc:sldMk cId="2698655593" sldId="1330"/>
            <ac:cxnSpMk id="6" creationId="{1E7BB105-2CB7-158C-30F5-9D33B2676972}"/>
          </ac:cxnSpMkLst>
        </pc:cxnChg>
        <pc:cxnChg chg="del">
          <ac:chgData name="Mitra, Aritra" userId="c0528902-d414-4a78-8a62-a5dcc8d4eb67" providerId="ADAL" clId="{DE8A0C4D-D6E1-427B-8816-12A6A7F7A5D7}" dt="2022-11-02T04:25:00.449" v="1004" actId="478"/>
          <ac:cxnSpMkLst>
            <pc:docMk/>
            <pc:sldMk cId="2698655593" sldId="1330"/>
            <ac:cxnSpMk id="7" creationId="{27F298D5-D5A7-23C8-51E0-29C4675C1E23}"/>
          </ac:cxnSpMkLst>
        </pc:cxnChg>
        <pc:cxnChg chg="del mod">
          <ac:chgData name="Mitra, Aritra" userId="c0528902-d414-4a78-8a62-a5dcc8d4eb67" providerId="ADAL" clId="{DE8A0C4D-D6E1-427B-8816-12A6A7F7A5D7}" dt="2022-11-02T04:27:26.114" v="1098" actId="478"/>
          <ac:cxnSpMkLst>
            <pc:docMk/>
            <pc:sldMk cId="2698655593" sldId="1330"/>
            <ac:cxnSpMk id="17" creationId="{75AF1536-B3BC-99EC-5E15-D8DF5CFC4282}"/>
          </ac:cxnSpMkLst>
        </pc:cxnChg>
        <pc:cxnChg chg="del mod">
          <ac:chgData name="Mitra, Aritra" userId="c0528902-d414-4a78-8a62-a5dcc8d4eb67" providerId="ADAL" clId="{DE8A0C4D-D6E1-427B-8816-12A6A7F7A5D7}" dt="2022-11-02T04:27:24.016" v="1097" actId="478"/>
          <ac:cxnSpMkLst>
            <pc:docMk/>
            <pc:sldMk cId="2698655593" sldId="1330"/>
            <ac:cxnSpMk id="18" creationId="{43B0845A-F9DA-EE60-EFE2-F9FE243988B3}"/>
          </ac:cxnSpMkLst>
        </pc:cxnChg>
        <pc:cxnChg chg="mod">
          <ac:chgData name="Mitra, Aritra" userId="c0528902-d414-4a78-8a62-a5dcc8d4eb67" providerId="ADAL" clId="{DE8A0C4D-D6E1-427B-8816-12A6A7F7A5D7}" dt="2022-11-02T04:30:11.084" v="1113" actId="1076"/>
          <ac:cxnSpMkLst>
            <pc:docMk/>
            <pc:sldMk cId="2698655593" sldId="1330"/>
            <ac:cxnSpMk id="19" creationId="{C386134A-DFC9-4C97-34A9-C28568550644}"/>
          </ac:cxnSpMkLst>
        </pc:cxnChg>
        <pc:cxnChg chg="del mod">
          <ac:chgData name="Mitra, Aritra" userId="c0528902-d414-4a78-8a62-a5dcc8d4eb67" providerId="ADAL" clId="{DE8A0C4D-D6E1-427B-8816-12A6A7F7A5D7}" dt="2022-11-02T04:25:10.506" v="1007" actId="478"/>
          <ac:cxnSpMkLst>
            <pc:docMk/>
            <pc:sldMk cId="2698655593" sldId="1330"/>
            <ac:cxnSpMk id="29" creationId="{BF294908-0BD9-F8CB-0ABB-D9F46304A2AB}"/>
          </ac:cxnSpMkLst>
        </pc:cxnChg>
        <pc:cxnChg chg="mod">
          <ac:chgData name="Mitra, Aritra" userId="c0528902-d414-4a78-8a62-a5dcc8d4eb67" providerId="ADAL" clId="{DE8A0C4D-D6E1-427B-8816-12A6A7F7A5D7}" dt="2022-11-02T04:23:54.834" v="998" actId="1076"/>
          <ac:cxnSpMkLst>
            <pc:docMk/>
            <pc:sldMk cId="2698655593" sldId="1330"/>
            <ac:cxnSpMk id="32" creationId="{D27E289D-28D8-3E58-6A30-DD460CA5F22E}"/>
          </ac:cxnSpMkLst>
        </pc:cxnChg>
        <pc:cxnChg chg="mod">
          <ac:chgData name="Mitra, Aritra" userId="c0528902-d414-4a78-8a62-a5dcc8d4eb67" providerId="ADAL" clId="{DE8A0C4D-D6E1-427B-8816-12A6A7F7A5D7}" dt="2022-11-02T04:24:02.639" v="999" actId="1076"/>
          <ac:cxnSpMkLst>
            <pc:docMk/>
            <pc:sldMk cId="2698655593" sldId="1330"/>
            <ac:cxnSpMk id="33" creationId="{A51CE304-9DE6-E0B1-9BCA-A88D75F21B3A}"/>
          </ac:cxnSpMkLst>
        </pc:cxnChg>
      </pc:sldChg>
      <pc:sldChg chg="addSp delSp modSp add mod ord modAnim">
        <pc:chgData name="Mitra, Aritra" userId="c0528902-d414-4a78-8a62-a5dcc8d4eb67" providerId="ADAL" clId="{DE8A0C4D-D6E1-427B-8816-12A6A7F7A5D7}" dt="2022-11-03T01:39:56.326" v="1643" actId="20577"/>
        <pc:sldMkLst>
          <pc:docMk/>
          <pc:sldMk cId="4275176066" sldId="1331"/>
        </pc:sldMkLst>
        <pc:spChg chg="mod">
          <ac:chgData name="Mitra, Aritra" userId="c0528902-d414-4a78-8a62-a5dcc8d4eb67" providerId="ADAL" clId="{DE8A0C4D-D6E1-427B-8816-12A6A7F7A5D7}" dt="2022-11-02T04:48:38.249" v="1164" actId="1037"/>
          <ac:spMkLst>
            <pc:docMk/>
            <pc:sldMk cId="4275176066" sldId="1331"/>
            <ac:spMk id="9" creationId="{B937716E-D5A0-97A9-04E3-9DE4C1B941FD}"/>
          </ac:spMkLst>
        </pc:spChg>
        <pc:spChg chg="del">
          <ac:chgData name="Mitra, Aritra" userId="c0528902-d414-4a78-8a62-a5dcc8d4eb67" providerId="ADAL" clId="{DE8A0C4D-D6E1-427B-8816-12A6A7F7A5D7}" dt="2022-11-02T04:58:36.481" v="1268" actId="478"/>
          <ac:spMkLst>
            <pc:docMk/>
            <pc:sldMk cId="4275176066" sldId="1331"/>
            <ac:spMk id="11" creationId="{316415FB-31DE-D5C1-AFAD-5465830AAD45}"/>
          </ac:spMkLst>
        </pc:spChg>
        <pc:spChg chg="mod">
          <ac:chgData name="Mitra, Aritra" userId="c0528902-d414-4a78-8a62-a5dcc8d4eb67" providerId="ADAL" clId="{DE8A0C4D-D6E1-427B-8816-12A6A7F7A5D7}" dt="2022-11-02T04:52:31.392" v="1222" actId="1076"/>
          <ac:spMkLst>
            <pc:docMk/>
            <pc:sldMk cId="4275176066" sldId="1331"/>
            <ac:spMk id="13" creationId="{12691E6F-4C36-548D-ACEA-9A6C5BBF74CB}"/>
          </ac:spMkLst>
        </pc:spChg>
        <pc:spChg chg="add mod">
          <ac:chgData name="Mitra, Aritra" userId="c0528902-d414-4a78-8a62-a5dcc8d4eb67" providerId="ADAL" clId="{DE8A0C4D-D6E1-427B-8816-12A6A7F7A5D7}" dt="2022-11-02T04:50:25.080" v="1202" actId="1076"/>
          <ac:spMkLst>
            <pc:docMk/>
            <pc:sldMk cId="4275176066" sldId="1331"/>
            <ac:spMk id="17" creationId="{FD653487-2E42-7CBB-C867-1AD5311A9262}"/>
          </ac:spMkLst>
        </pc:spChg>
        <pc:spChg chg="del mod">
          <ac:chgData name="Mitra, Aritra" userId="c0528902-d414-4a78-8a62-a5dcc8d4eb67" providerId="ADAL" clId="{DE8A0C4D-D6E1-427B-8816-12A6A7F7A5D7}" dt="2022-11-02T04:58:45.805" v="1270" actId="478"/>
          <ac:spMkLst>
            <pc:docMk/>
            <pc:sldMk cId="4275176066" sldId="1331"/>
            <ac:spMk id="23" creationId="{4EFD3E8D-329E-A899-0F0A-8957A7372E75}"/>
          </ac:spMkLst>
        </pc:spChg>
        <pc:spChg chg="del mod">
          <ac:chgData name="Mitra, Aritra" userId="c0528902-d414-4a78-8a62-a5dcc8d4eb67" providerId="ADAL" clId="{DE8A0C4D-D6E1-427B-8816-12A6A7F7A5D7}" dt="2022-11-02T04:58:19.392" v="1264" actId="478"/>
          <ac:spMkLst>
            <pc:docMk/>
            <pc:sldMk cId="4275176066" sldId="1331"/>
            <ac:spMk id="24" creationId="{28970222-062E-2751-6A4E-FCD5589F8098}"/>
          </ac:spMkLst>
        </pc:spChg>
        <pc:spChg chg="del mod">
          <ac:chgData name="Mitra, Aritra" userId="c0528902-d414-4a78-8a62-a5dcc8d4eb67" providerId="ADAL" clId="{DE8A0C4D-D6E1-427B-8816-12A6A7F7A5D7}" dt="2022-11-02T04:58:15.574" v="1263" actId="478"/>
          <ac:spMkLst>
            <pc:docMk/>
            <pc:sldMk cId="4275176066" sldId="1331"/>
            <ac:spMk id="25" creationId="{A470A6CA-2522-C7F0-77EB-11DAAD5CFDEB}"/>
          </ac:spMkLst>
        </pc:spChg>
        <pc:spChg chg="del mod">
          <ac:chgData name="Mitra, Aritra" userId="c0528902-d414-4a78-8a62-a5dcc8d4eb67" providerId="ADAL" clId="{DE8A0C4D-D6E1-427B-8816-12A6A7F7A5D7}" dt="2022-11-02T04:58:22.815" v="1265" actId="478"/>
          <ac:spMkLst>
            <pc:docMk/>
            <pc:sldMk cId="4275176066" sldId="1331"/>
            <ac:spMk id="26" creationId="{7C267CB1-A687-44CD-E5F3-A3962340925E}"/>
          </ac:spMkLst>
        </pc:spChg>
        <pc:spChg chg="add mod">
          <ac:chgData name="Mitra, Aritra" userId="c0528902-d414-4a78-8a62-a5dcc8d4eb67" providerId="ADAL" clId="{DE8A0C4D-D6E1-427B-8816-12A6A7F7A5D7}" dt="2022-11-02T04:57:21.143" v="1262" actId="1038"/>
          <ac:spMkLst>
            <pc:docMk/>
            <pc:sldMk cId="4275176066" sldId="1331"/>
            <ac:spMk id="28" creationId="{73975109-2303-A237-9394-2DBAB51E3A77}"/>
          </ac:spMkLst>
        </pc:spChg>
        <pc:spChg chg="add mod">
          <ac:chgData name="Mitra, Aritra" userId="c0528902-d414-4a78-8a62-a5dcc8d4eb67" providerId="ADAL" clId="{DE8A0C4D-D6E1-427B-8816-12A6A7F7A5D7}" dt="2022-11-03T01:39:56.326" v="1643" actId="20577"/>
          <ac:spMkLst>
            <pc:docMk/>
            <pc:sldMk cId="4275176066" sldId="1331"/>
            <ac:spMk id="29" creationId="{D1399B76-EBE2-5729-C47E-DE534669C69A}"/>
          </ac:spMkLst>
        </pc:spChg>
        <pc:spChg chg="del mod">
          <ac:chgData name="Mitra, Aritra" userId="c0528902-d414-4a78-8a62-a5dcc8d4eb67" providerId="ADAL" clId="{DE8A0C4D-D6E1-427B-8816-12A6A7F7A5D7}" dt="2022-11-02T04:47:48.470" v="1139" actId="478"/>
          <ac:spMkLst>
            <pc:docMk/>
            <pc:sldMk cId="4275176066" sldId="1331"/>
            <ac:spMk id="35" creationId="{F44ED1EA-DFE6-F06C-2176-CB65F919D3FA}"/>
          </ac:spMkLst>
        </pc:spChg>
        <pc:grpChg chg="mod">
          <ac:chgData name="Mitra, Aritra" userId="c0528902-d414-4a78-8a62-a5dcc8d4eb67" providerId="ADAL" clId="{DE8A0C4D-D6E1-427B-8816-12A6A7F7A5D7}" dt="2022-11-02T04:51:39.583" v="1218" actId="1035"/>
          <ac:grpSpMkLst>
            <pc:docMk/>
            <pc:sldMk cId="4275176066" sldId="1331"/>
            <ac:grpSpMk id="5" creationId="{D14250C2-DF3B-A78E-D78C-BE831AD77A98}"/>
          </ac:grpSpMkLst>
        </pc:grpChg>
        <pc:picChg chg="mod">
          <ac:chgData name="Mitra, Aritra" userId="c0528902-d414-4a78-8a62-a5dcc8d4eb67" providerId="ADAL" clId="{DE8A0C4D-D6E1-427B-8816-12A6A7F7A5D7}" dt="2022-11-02T04:48:00.708" v="1146" actId="1037"/>
          <ac:picMkLst>
            <pc:docMk/>
            <pc:sldMk cId="4275176066" sldId="1331"/>
            <ac:picMk id="14" creationId="{CB2AC853-CF7C-9643-2F3F-5FBA999A48E3}"/>
          </ac:picMkLst>
        </pc:picChg>
        <pc:picChg chg="mod">
          <ac:chgData name="Mitra, Aritra" userId="c0528902-d414-4a78-8a62-a5dcc8d4eb67" providerId="ADAL" clId="{DE8A0C4D-D6E1-427B-8816-12A6A7F7A5D7}" dt="2022-11-02T04:48:03.448" v="1149" actId="1037"/>
          <ac:picMkLst>
            <pc:docMk/>
            <pc:sldMk cId="4275176066" sldId="1331"/>
            <ac:picMk id="15" creationId="{49F52738-2CDD-6EBE-65C4-B2D52BB48D59}"/>
          </ac:picMkLst>
        </pc:picChg>
        <pc:picChg chg="mod">
          <ac:chgData name="Mitra, Aritra" userId="c0528902-d414-4a78-8a62-a5dcc8d4eb67" providerId="ADAL" clId="{DE8A0C4D-D6E1-427B-8816-12A6A7F7A5D7}" dt="2022-11-02T04:48:06.014" v="1151" actId="1037"/>
          <ac:picMkLst>
            <pc:docMk/>
            <pc:sldMk cId="4275176066" sldId="1331"/>
            <ac:picMk id="16" creationId="{5FD6F136-046D-0099-0BF9-429CABC508F7}"/>
          </ac:picMkLst>
        </pc:picChg>
        <pc:picChg chg="mod">
          <ac:chgData name="Mitra, Aritra" userId="c0528902-d414-4a78-8a62-a5dcc8d4eb67" providerId="ADAL" clId="{DE8A0C4D-D6E1-427B-8816-12A6A7F7A5D7}" dt="2022-11-02T04:56:38.167" v="1237" actId="1076"/>
          <ac:picMkLst>
            <pc:docMk/>
            <pc:sldMk cId="4275176066" sldId="1331"/>
            <ac:picMk id="20" creationId="{2416A185-2D8D-1728-E2AC-0640FE2C9FB7}"/>
          </ac:picMkLst>
        </pc:picChg>
        <pc:picChg chg="add mod">
          <ac:chgData name="Mitra, Aritra" userId="c0528902-d414-4a78-8a62-a5dcc8d4eb67" providerId="ADAL" clId="{DE8A0C4D-D6E1-427B-8816-12A6A7F7A5D7}" dt="2022-11-02T04:50:57.413" v="1206" actId="1076"/>
          <ac:picMkLst>
            <pc:docMk/>
            <pc:sldMk cId="4275176066" sldId="1331"/>
            <ac:picMk id="21" creationId="{717BA6BA-A7E5-25F6-CB75-9CE203E7F69C}"/>
          </ac:picMkLst>
        </pc:picChg>
        <pc:picChg chg="add del mod">
          <ac:chgData name="Mitra, Aritra" userId="c0528902-d414-4a78-8a62-a5dcc8d4eb67" providerId="ADAL" clId="{DE8A0C4D-D6E1-427B-8816-12A6A7F7A5D7}" dt="2022-11-02T05:10:23.141" v="1551" actId="1076"/>
          <ac:picMkLst>
            <pc:docMk/>
            <pc:sldMk cId="4275176066" sldId="1331"/>
            <ac:picMk id="22" creationId="{3DB29E36-C7E0-4897-88AB-607EF8CBBB86}"/>
          </ac:picMkLst>
        </pc:picChg>
        <pc:cxnChg chg="mod">
          <ac:chgData name="Mitra, Aritra" userId="c0528902-d414-4a78-8a62-a5dcc8d4eb67" providerId="ADAL" clId="{DE8A0C4D-D6E1-427B-8816-12A6A7F7A5D7}" dt="2022-11-02T04:51:47.134" v="1220" actId="14100"/>
          <ac:cxnSpMkLst>
            <pc:docMk/>
            <pc:sldMk cId="4275176066" sldId="1331"/>
            <ac:cxnSpMk id="6" creationId="{1E7BB105-2CB7-158C-30F5-9D33B2676972}"/>
          </ac:cxnSpMkLst>
        </pc:cxnChg>
        <pc:cxnChg chg="del mod">
          <ac:chgData name="Mitra, Aritra" userId="c0528902-d414-4a78-8a62-a5dcc8d4eb67" providerId="ADAL" clId="{DE8A0C4D-D6E1-427B-8816-12A6A7F7A5D7}" dt="2022-11-02T04:58:34.469" v="1267" actId="478"/>
          <ac:cxnSpMkLst>
            <pc:docMk/>
            <pc:sldMk cId="4275176066" sldId="1331"/>
            <ac:cxnSpMk id="19" creationId="{C386134A-DFC9-4C97-34A9-C28568550644}"/>
          </ac:cxnSpMkLst>
        </pc:cxnChg>
        <pc:cxnChg chg="del">
          <ac:chgData name="Mitra, Aritra" userId="c0528902-d414-4a78-8a62-a5dcc8d4eb67" providerId="ADAL" clId="{DE8A0C4D-D6E1-427B-8816-12A6A7F7A5D7}" dt="2022-11-02T04:47:00.173" v="1128" actId="478"/>
          <ac:cxnSpMkLst>
            <pc:docMk/>
            <pc:sldMk cId="4275176066" sldId="1331"/>
            <ac:cxnSpMk id="32" creationId="{D27E289D-28D8-3E58-6A30-DD460CA5F22E}"/>
          </ac:cxnSpMkLst>
        </pc:cxnChg>
        <pc:cxnChg chg="del">
          <ac:chgData name="Mitra, Aritra" userId="c0528902-d414-4a78-8a62-a5dcc8d4eb67" providerId="ADAL" clId="{DE8A0C4D-D6E1-427B-8816-12A6A7F7A5D7}" dt="2022-11-02T04:47:06.921" v="1129" actId="478"/>
          <ac:cxnSpMkLst>
            <pc:docMk/>
            <pc:sldMk cId="4275176066" sldId="1331"/>
            <ac:cxnSpMk id="33" creationId="{A51CE304-9DE6-E0B1-9BCA-A88D75F21B3A}"/>
          </ac:cxnSpMkLst>
        </pc:cxnChg>
        <pc:cxnChg chg="del mod">
          <ac:chgData name="Mitra, Aritra" userId="c0528902-d414-4a78-8a62-a5dcc8d4eb67" providerId="ADAL" clId="{DE8A0C4D-D6E1-427B-8816-12A6A7F7A5D7}" dt="2022-11-02T04:47:23.198" v="1133" actId="478"/>
          <ac:cxnSpMkLst>
            <pc:docMk/>
            <pc:sldMk cId="4275176066" sldId="1331"/>
            <ac:cxnSpMk id="34" creationId="{17251953-5952-911D-6473-6FA1ABF24436}"/>
          </ac:cxnSpMkLst>
        </pc:cxnChg>
      </pc:sldChg>
      <pc:sldChg chg="addSp delSp modSp new del mod">
        <pc:chgData name="Mitra, Aritra" userId="c0528902-d414-4a78-8a62-a5dcc8d4eb67" providerId="ADAL" clId="{DE8A0C4D-D6E1-427B-8816-12A6A7F7A5D7}" dt="2022-11-03T02:32:22.917" v="2464" actId="47"/>
        <pc:sldMkLst>
          <pc:docMk/>
          <pc:sldMk cId="3442584016" sldId="1332"/>
        </pc:sldMkLst>
        <pc:spChg chg="del mod">
          <ac:chgData name="Mitra, Aritra" userId="c0528902-d414-4a78-8a62-a5dcc8d4eb67" providerId="ADAL" clId="{DE8A0C4D-D6E1-427B-8816-12A6A7F7A5D7}" dt="2022-11-02T04:59:56.253" v="1368" actId="21"/>
          <ac:spMkLst>
            <pc:docMk/>
            <pc:sldMk cId="3442584016" sldId="1332"/>
            <ac:spMk id="3" creationId="{54B22D69-C086-1F7A-F0A8-EF9A1094F83E}"/>
          </ac:spMkLst>
        </pc:spChg>
        <pc:spChg chg="add mod">
          <ac:chgData name="Mitra, Aritra" userId="c0528902-d414-4a78-8a62-a5dcc8d4eb67" providerId="ADAL" clId="{DE8A0C4D-D6E1-427B-8816-12A6A7F7A5D7}" dt="2022-11-02T04:59:56.253" v="1368" actId="21"/>
          <ac:spMkLst>
            <pc:docMk/>
            <pc:sldMk cId="3442584016" sldId="1332"/>
            <ac:spMk id="5" creationId="{23DF3A82-BB46-19A9-53F0-BE21A645D6B0}"/>
          </ac:spMkLst>
        </pc:spChg>
      </pc:sldChg>
      <pc:sldChg chg="delSp modSp add mod modAnim">
        <pc:chgData name="Mitra, Aritra" userId="c0528902-d414-4a78-8a62-a5dcc8d4eb67" providerId="ADAL" clId="{DE8A0C4D-D6E1-427B-8816-12A6A7F7A5D7}" dt="2022-11-03T01:39:11.964" v="1624" actId="20577"/>
        <pc:sldMkLst>
          <pc:docMk/>
          <pc:sldMk cId="2395416561" sldId="1333"/>
        </pc:sldMkLst>
        <pc:spChg chg="mod">
          <ac:chgData name="Mitra, Aritra" userId="c0528902-d414-4a78-8a62-a5dcc8d4eb67" providerId="ADAL" clId="{DE8A0C4D-D6E1-427B-8816-12A6A7F7A5D7}" dt="2022-11-03T01:39:11.964" v="1624" actId="20577"/>
          <ac:spMkLst>
            <pc:docMk/>
            <pc:sldMk cId="2395416561" sldId="1333"/>
            <ac:spMk id="29" creationId="{D1399B76-EBE2-5729-C47E-DE534669C69A}"/>
          </ac:spMkLst>
        </pc:spChg>
        <pc:picChg chg="del">
          <ac:chgData name="Mitra, Aritra" userId="c0528902-d414-4a78-8a62-a5dcc8d4eb67" providerId="ADAL" clId="{DE8A0C4D-D6E1-427B-8816-12A6A7F7A5D7}" dt="2022-11-02T05:01:28.904" v="1387" actId="478"/>
          <ac:picMkLst>
            <pc:docMk/>
            <pc:sldMk cId="2395416561" sldId="1333"/>
            <ac:picMk id="21" creationId="{717BA6BA-A7E5-25F6-CB75-9CE203E7F69C}"/>
          </ac:picMkLst>
        </pc:picChg>
        <pc:picChg chg="del">
          <ac:chgData name="Mitra, Aritra" userId="c0528902-d414-4a78-8a62-a5dcc8d4eb67" providerId="ADAL" clId="{DE8A0C4D-D6E1-427B-8816-12A6A7F7A5D7}" dt="2022-11-02T05:01:31.009" v="1388" actId="478"/>
          <ac:picMkLst>
            <pc:docMk/>
            <pc:sldMk cId="2395416561" sldId="1333"/>
            <ac:picMk id="22" creationId="{3DB29E36-C7E0-4897-88AB-607EF8CBBB86}"/>
          </ac:picMkLst>
        </pc:picChg>
      </pc:sldChg>
      <pc:sldChg chg="addSp delSp modSp add mod addAnim delAnim modAnim">
        <pc:chgData name="Mitra, Aritra" userId="c0528902-d414-4a78-8a62-a5dcc8d4eb67" providerId="ADAL" clId="{DE8A0C4D-D6E1-427B-8816-12A6A7F7A5D7}" dt="2022-11-04T12:57:42.231" v="10235"/>
        <pc:sldMkLst>
          <pc:docMk/>
          <pc:sldMk cId="291195958" sldId="1334"/>
        </pc:sldMkLst>
        <pc:spChg chg="add mod">
          <ac:chgData name="Mitra, Aritra" userId="c0528902-d414-4a78-8a62-a5dcc8d4eb67" providerId="ADAL" clId="{DE8A0C4D-D6E1-427B-8816-12A6A7F7A5D7}" dt="2022-11-03T04:38:31.572" v="3872" actId="164"/>
          <ac:spMkLst>
            <pc:docMk/>
            <pc:sldMk cId="291195958" sldId="1334"/>
            <ac:spMk id="3" creationId="{7E4F13D5-226D-E97A-7042-B7F2BCCF4A0A}"/>
          </ac:spMkLst>
        </pc:spChg>
        <pc:spChg chg="add del mod">
          <ac:chgData name="Mitra, Aritra" userId="c0528902-d414-4a78-8a62-a5dcc8d4eb67" providerId="ADAL" clId="{DE8A0C4D-D6E1-427B-8816-12A6A7F7A5D7}" dt="2022-11-03T04:38:31.572" v="3872" actId="164"/>
          <ac:spMkLst>
            <pc:docMk/>
            <pc:sldMk cId="291195958" sldId="1334"/>
            <ac:spMk id="4" creationId="{56034D09-9DFE-2789-44E3-B12593392F51}"/>
          </ac:spMkLst>
        </pc:spChg>
        <pc:spChg chg="add mod">
          <ac:chgData name="Mitra, Aritra" userId="c0528902-d414-4a78-8a62-a5dcc8d4eb67" providerId="ADAL" clId="{DE8A0C4D-D6E1-427B-8816-12A6A7F7A5D7}" dt="2022-11-03T04:38:31.572" v="3872" actId="164"/>
          <ac:spMkLst>
            <pc:docMk/>
            <pc:sldMk cId="291195958" sldId="1334"/>
            <ac:spMk id="7" creationId="{BC7F886F-06C6-22C3-92E3-AD05698F6EBD}"/>
          </ac:spMkLst>
        </pc:spChg>
        <pc:spChg chg="del mod">
          <ac:chgData name="Mitra, Aritra" userId="c0528902-d414-4a78-8a62-a5dcc8d4eb67" providerId="ADAL" clId="{DE8A0C4D-D6E1-427B-8816-12A6A7F7A5D7}" dt="2022-11-02T05:08:19.745" v="1519" actId="478"/>
          <ac:spMkLst>
            <pc:docMk/>
            <pc:sldMk cId="291195958" sldId="1334"/>
            <ac:spMk id="13" creationId="{12691E6F-4C36-548D-ACEA-9A6C5BBF74CB}"/>
          </ac:spMkLst>
        </pc:spChg>
        <pc:spChg chg="del">
          <ac:chgData name="Mitra, Aritra" userId="c0528902-d414-4a78-8a62-a5dcc8d4eb67" providerId="ADAL" clId="{DE8A0C4D-D6E1-427B-8816-12A6A7F7A5D7}" dt="2022-11-02T05:08:23.362" v="1520" actId="478"/>
          <ac:spMkLst>
            <pc:docMk/>
            <pc:sldMk cId="291195958" sldId="1334"/>
            <ac:spMk id="17" creationId="{FD653487-2E42-7CBB-C867-1AD5311A9262}"/>
          </ac:spMkLst>
        </pc:spChg>
        <pc:spChg chg="add del mod">
          <ac:chgData name="Mitra, Aritra" userId="c0528902-d414-4a78-8a62-a5dcc8d4eb67" providerId="ADAL" clId="{DE8A0C4D-D6E1-427B-8816-12A6A7F7A5D7}" dt="2022-11-02T05:12:58.065" v="1595" actId="478"/>
          <ac:spMkLst>
            <pc:docMk/>
            <pc:sldMk cId="291195958" sldId="1334"/>
            <ac:spMk id="18" creationId="{D92666F6-191B-C857-1E24-9AB8CFB3F163}"/>
          </ac:spMkLst>
        </pc:spChg>
        <pc:spChg chg="add del mod">
          <ac:chgData name="Mitra, Aritra" userId="c0528902-d414-4a78-8a62-a5dcc8d4eb67" providerId="ADAL" clId="{DE8A0C4D-D6E1-427B-8816-12A6A7F7A5D7}" dt="2022-11-03T01:41:04.683" v="1648" actId="478"/>
          <ac:spMkLst>
            <pc:docMk/>
            <pc:sldMk cId="291195958" sldId="1334"/>
            <ac:spMk id="23" creationId="{AF6D084C-C52F-DF83-F9B4-05D29023C0E2}"/>
          </ac:spMkLst>
        </pc:spChg>
        <pc:spChg chg="add mod">
          <ac:chgData name="Mitra, Aritra" userId="c0528902-d414-4a78-8a62-a5dcc8d4eb67" providerId="ADAL" clId="{DE8A0C4D-D6E1-427B-8816-12A6A7F7A5D7}" dt="2022-11-03T02:17:06.836" v="2009" actId="5793"/>
          <ac:spMkLst>
            <pc:docMk/>
            <pc:sldMk cId="291195958" sldId="1334"/>
            <ac:spMk id="24" creationId="{D11791F0-C0EF-2B6C-5538-78F0A0502B2F}"/>
          </ac:spMkLst>
        </pc:spChg>
        <pc:spChg chg="add mod">
          <ac:chgData name="Mitra, Aritra" userId="c0528902-d414-4a78-8a62-a5dcc8d4eb67" providerId="ADAL" clId="{DE8A0C4D-D6E1-427B-8816-12A6A7F7A5D7}" dt="2022-11-03T04:38:31.572" v="3872" actId="164"/>
          <ac:spMkLst>
            <pc:docMk/>
            <pc:sldMk cId="291195958" sldId="1334"/>
            <ac:spMk id="25" creationId="{02B45F3A-75B8-A443-0831-CDFD12F8FEDB}"/>
          </ac:spMkLst>
        </pc:spChg>
        <pc:spChg chg="add mod">
          <ac:chgData name="Mitra, Aritra" userId="c0528902-d414-4a78-8a62-a5dcc8d4eb67" providerId="ADAL" clId="{DE8A0C4D-D6E1-427B-8816-12A6A7F7A5D7}" dt="2022-11-03T04:38:31.572" v="3872" actId="164"/>
          <ac:spMkLst>
            <pc:docMk/>
            <pc:sldMk cId="291195958" sldId="1334"/>
            <ac:spMk id="26" creationId="{F7FE81AE-4115-F84F-002B-DCC0615ED79F}"/>
          </ac:spMkLst>
        </pc:spChg>
        <pc:spChg chg="add mod">
          <ac:chgData name="Mitra, Aritra" userId="c0528902-d414-4a78-8a62-a5dcc8d4eb67" providerId="ADAL" clId="{DE8A0C4D-D6E1-427B-8816-12A6A7F7A5D7}" dt="2022-11-03T04:38:31.572" v="3872" actId="164"/>
          <ac:spMkLst>
            <pc:docMk/>
            <pc:sldMk cId="291195958" sldId="1334"/>
            <ac:spMk id="27" creationId="{457FAE65-B344-815D-F1EB-348D9552A94B}"/>
          </ac:spMkLst>
        </pc:spChg>
        <pc:spChg chg="del">
          <ac:chgData name="Mitra, Aritra" userId="c0528902-d414-4a78-8a62-a5dcc8d4eb67" providerId="ADAL" clId="{DE8A0C4D-D6E1-427B-8816-12A6A7F7A5D7}" dt="2022-11-03T01:40:46.419" v="1644" actId="478"/>
          <ac:spMkLst>
            <pc:docMk/>
            <pc:sldMk cId="291195958" sldId="1334"/>
            <ac:spMk id="29" creationId="{D1399B76-EBE2-5729-C47E-DE534669C69A}"/>
          </ac:spMkLst>
        </pc:spChg>
        <pc:spChg chg="add mod">
          <ac:chgData name="Mitra, Aritra" userId="c0528902-d414-4a78-8a62-a5dcc8d4eb67" providerId="ADAL" clId="{DE8A0C4D-D6E1-427B-8816-12A6A7F7A5D7}" dt="2022-11-04T12:54:55.379" v="10214" actId="1076"/>
          <ac:spMkLst>
            <pc:docMk/>
            <pc:sldMk cId="291195958" sldId="1334"/>
            <ac:spMk id="33" creationId="{A169334E-3F29-2957-560A-35B22AE3EDD3}"/>
          </ac:spMkLst>
        </pc:spChg>
        <pc:spChg chg="add del mod">
          <ac:chgData name="Mitra, Aritra" userId="c0528902-d414-4a78-8a62-a5dcc8d4eb67" providerId="ADAL" clId="{DE8A0C4D-D6E1-427B-8816-12A6A7F7A5D7}" dt="2022-11-04T12:56:37.265" v="10229" actId="478"/>
          <ac:spMkLst>
            <pc:docMk/>
            <pc:sldMk cId="291195958" sldId="1334"/>
            <ac:spMk id="34" creationId="{CA93BF9A-5AF1-7B82-0FDA-0BEB2FB57CC1}"/>
          </ac:spMkLst>
        </pc:spChg>
        <pc:spChg chg="add del mod">
          <ac:chgData name="Mitra, Aritra" userId="c0528902-d414-4a78-8a62-a5dcc8d4eb67" providerId="ADAL" clId="{DE8A0C4D-D6E1-427B-8816-12A6A7F7A5D7}" dt="2022-11-04T12:57:33.918" v="10233" actId="478"/>
          <ac:spMkLst>
            <pc:docMk/>
            <pc:sldMk cId="291195958" sldId="1334"/>
            <ac:spMk id="35" creationId="{4C96A898-7B89-BBFF-C6A0-6F7CC55D8B35}"/>
          </ac:spMkLst>
        </pc:spChg>
        <pc:spChg chg="add mod">
          <ac:chgData name="Mitra, Aritra" userId="c0528902-d414-4a78-8a62-a5dcc8d4eb67" providerId="ADAL" clId="{DE8A0C4D-D6E1-427B-8816-12A6A7F7A5D7}" dt="2022-11-04T12:56:05.016" v="10224" actId="1076"/>
          <ac:spMkLst>
            <pc:docMk/>
            <pc:sldMk cId="291195958" sldId="1334"/>
            <ac:spMk id="36" creationId="{78AD69A8-1854-13A8-D8DC-39D8E00513E9}"/>
          </ac:spMkLst>
        </pc:spChg>
        <pc:grpChg chg="add mod">
          <ac:chgData name="Mitra, Aritra" userId="c0528902-d414-4a78-8a62-a5dcc8d4eb67" providerId="ADAL" clId="{DE8A0C4D-D6E1-427B-8816-12A6A7F7A5D7}" dt="2022-11-03T04:38:31.572" v="3872" actId="164"/>
          <ac:grpSpMkLst>
            <pc:docMk/>
            <pc:sldMk cId="291195958" sldId="1334"/>
            <ac:grpSpMk id="32" creationId="{F3636F76-6004-8D34-BD92-173E5C89C9BE}"/>
          </ac:grpSpMkLst>
        </pc:grpChg>
        <pc:picChg chg="add del mod">
          <ac:chgData name="Mitra, Aritra" userId="c0528902-d414-4a78-8a62-a5dcc8d4eb67" providerId="ADAL" clId="{DE8A0C4D-D6E1-427B-8816-12A6A7F7A5D7}" dt="2022-11-03T02:17:17.373" v="2011" actId="21"/>
          <ac:picMkLst>
            <pc:docMk/>
            <pc:sldMk cId="291195958" sldId="1334"/>
            <ac:picMk id="8" creationId="{BCE3801D-DAC0-992D-2F95-CC1690C51520}"/>
          </ac:picMkLst>
        </pc:picChg>
        <pc:picChg chg="add del mod">
          <ac:chgData name="Mitra, Aritra" userId="c0528902-d414-4a78-8a62-a5dcc8d4eb67" providerId="ADAL" clId="{DE8A0C4D-D6E1-427B-8816-12A6A7F7A5D7}" dt="2022-11-03T01:42:50.762" v="1745" actId="478"/>
          <ac:picMkLst>
            <pc:docMk/>
            <pc:sldMk cId="291195958" sldId="1334"/>
            <ac:picMk id="11" creationId="{0957055A-C4AF-66BA-3925-CF9953771A65}"/>
          </ac:picMkLst>
        </pc:picChg>
        <pc:picChg chg="add del mod">
          <ac:chgData name="Mitra, Aritra" userId="c0528902-d414-4a78-8a62-a5dcc8d4eb67" providerId="ADAL" clId="{DE8A0C4D-D6E1-427B-8816-12A6A7F7A5D7}" dt="2022-11-03T01:42:52.580" v="1746" actId="478"/>
          <ac:picMkLst>
            <pc:docMk/>
            <pc:sldMk cId="291195958" sldId="1334"/>
            <ac:picMk id="12" creationId="{319E90ED-EABC-A78B-BC28-8B1F1CC0F174}"/>
          </ac:picMkLst>
        </pc:picChg>
        <pc:picChg chg="mod">
          <ac:chgData name="Mitra, Aritra" userId="c0528902-d414-4a78-8a62-a5dcc8d4eb67" providerId="ADAL" clId="{DE8A0C4D-D6E1-427B-8816-12A6A7F7A5D7}" dt="2022-11-03T04:38:31.572" v="3872" actId="164"/>
          <ac:picMkLst>
            <pc:docMk/>
            <pc:sldMk cId="291195958" sldId="1334"/>
            <ac:picMk id="14" creationId="{CB2AC853-CF7C-9643-2F3F-5FBA999A48E3}"/>
          </ac:picMkLst>
        </pc:picChg>
        <pc:picChg chg="mod">
          <ac:chgData name="Mitra, Aritra" userId="c0528902-d414-4a78-8a62-a5dcc8d4eb67" providerId="ADAL" clId="{DE8A0C4D-D6E1-427B-8816-12A6A7F7A5D7}" dt="2022-11-03T04:38:31.572" v="3872" actId="164"/>
          <ac:picMkLst>
            <pc:docMk/>
            <pc:sldMk cId="291195958" sldId="1334"/>
            <ac:picMk id="15" creationId="{49F52738-2CDD-6EBE-65C4-B2D52BB48D59}"/>
          </ac:picMkLst>
        </pc:picChg>
        <pc:picChg chg="mod">
          <ac:chgData name="Mitra, Aritra" userId="c0528902-d414-4a78-8a62-a5dcc8d4eb67" providerId="ADAL" clId="{DE8A0C4D-D6E1-427B-8816-12A6A7F7A5D7}" dt="2022-11-03T04:38:31.572" v="3872" actId="164"/>
          <ac:picMkLst>
            <pc:docMk/>
            <pc:sldMk cId="291195958" sldId="1334"/>
            <ac:picMk id="16" creationId="{5FD6F136-046D-0099-0BF9-429CABC508F7}"/>
          </ac:picMkLst>
        </pc:picChg>
        <pc:picChg chg="mod">
          <ac:chgData name="Mitra, Aritra" userId="c0528902-d414-4a78-8a62-a5dcc8d4eb67" providerId="ADAL" clId="{DE8A0C4D-D6E1-427B-8816-12A6A7F7A5D7}" dt="2022-11-03T02:02:12.492" v="1819" actId="1076"/>
          <ac:picMkLst>
            <pc:docMk/>
            <pc:sldMk cId="291195958" sldId="1334"/>
            <ac:picMk id="20" creationId="{2416A185-2D8D-1728-E2AC-0640FE2C9FB7}"/>
          </ac:picMkLst>
        </pc:picChg>
        <pc:picChg chg="del mod">
          <ac:chgData name="Mitra, Aritra" userId="c0528902-d414-4a78-8a62-a5dcc8d4eb67" providerId="ADAL" clId="{DE8A0C4D-D6E1-427B-8816-12A6A7F7A5D7}" dt="2022-11-02T05:08:03.387" v="1515" actId="478"/>
          <ac:picMkLst>
            <pc:docMk/>
            <pc:sldMk cId="291195958" sldId="1334"/>
            <ac:picMk id="21" creationId="{717BA6BA-A7E5-25F6-CB75-9CE203E7F69C}"/>
          </ac:picMkLst>
        </pc:picChg>
        <pc:picChg chg="del">
          <ac:chgData name="Mitra, Aritra" userId="c0528902-d414-4a78-8a62-a5dcc8d4eb67" providerId="ADAL" clId="{DE8A0C4D-D6E1-427B-8816-12A6A7F7A5D7}" dt="2022-11-02T05:08:05.910" v="1516" actId="478"/>
          <ac:picMkLst>
            <pc:docMk/>
            <pc:sldMk cId="291195958" sldId="1334"/>
            <ac:picMk id="22" creationId="{3DB29E36-C7E0-4897-88AB-607EF8CBBB86}"/>
          </ac:picMkLst>
        </pc:picChg>
        <pc:cxnChg chg="del">
          <ac:chgData name="Mitra, Aritra" userId="c0528902-d414-4a78-8a62-a5dcc8d4eb67" providerId="ADAL" clId="{DE8A0C4D-D6E1-427B-8816-12A6A7F7A5D7}" dt="2022-11-02T05:08:17.891" v="1518" actId="478"/>
          <ac:cxnSpMkLst>
            <pc:docMk/>
            <pc:sldMk cId="291195958" sldId="1334"/>
            <ac:cxnSpMk id="6" creationId="{1E7BB105-2CB7-158C-30F5-9D33B2676972}"/>
          </ac:cxnSpMkLst>
        </pc:cxnChg>
        <pc:cxnChg chg="add mod">
          <ac:chgData name="Mitra, Aritra" userId="c0528902-d414-4a78-8a62-a5dcc8d4eb67" providerId="ADAL" clId="{DE8A0C4D-D6E1-427B-8816-12A6A7F7A5D7}" dt="2022-11-04T12:56:00.885" v="10223" actId="1076"/>
          <ac:cxnSpMkLst>
            <pc:docMk/>
            <pc:sldMk cId="291195958" sldId="1334"/>
            <ac:cxnSpMk id="37" creationId="{3C92ED74-5782-63AE-78B6-5B60B2E06347}"/>
          </ac:cxnSpMkLst>
        </pc:cxnChg>
      </pc:sldChg>
      <pc:sldChg chg="addSp delSp modSp add mod delAnim modAnim">
        <pc:chgData name="Mitra, Aritra" userId="c0528902-d414-4a78-8a62-a5dcc8d4eb67" providerId="ADAL" clId="{DE8A0C4D-D6E1-427B-8816-12A6A7F7A5D7}" dt="2022-11-04T12:56:15.643" v="10226" actId="1076"/>
        <pc:sldMkLst>
          <pc:docMk/>
          <pc:sldMk cId="2644762105" sldId="1335"/>
        </pc:sldMkLst>
        <pc:spChg chg="del">
          <ac:chgData name="Mitra, Aritra" userId="c0528902-d414-4a78-8a62-a5dcc8d4eb67" providerId="ADAL" clId="{DE8A0C4D-D6E1-427B-8816-12A6A7F7A5D7}" dt="2022-11-03T02:04:40.603" v="1830" actId="478"/>
          <ac:spMkLst>
            <pc:docMk/>
            <pc:sldMk cId="2644762105" sldId="1335"/>
            <ac:spMk id="3" creationId="{7E4F13D5-226D-E97A-7042-B7F2BCCF4A0A}"/>
          </ac:spMkLst>
        </pc:spChg>
        <pc:spChg chg="del">
          <ac:chgData name="Mitra, Aritra" userId="c0528902-d414-4a78-8a62-a5dcc8d4eb67" providerId="ADAL" clId="{DE8A0C4D-D6E1-427B-8816-12A6A7F7A5D7}" dt="2022-11-03T02:04:48.853" v="1832" actId="478"/>
          <ac:spMkLst>
            <pc:docMk/>
            <pc:sldMk cId="2644762105" sldId="1335"/>
            <ac:spMk id="4" creationId="{56034D09-9DFE-2789-44E3-B12593392F51}"/>
          </ac:spMkLst>
        </pc:spChg>
        <pc:spChg chg="add mod">
          <ac:chgData name="Mitra, Aritra" userId="c0528902-d414-4a78-8a62-a5dcc8d4eb67" providerId="ADAL" clId="{DE8A0C4D-D6E1-427B-8816-12A6A7F7A5D7}" dt="2022-11-03T02:07:28.629" v="1906" actId="1076"/>
          <ac:spMkLst>
            <pc:docMk/>
            <pc:sldMk cId="2644762105" sldId="1335"/>
            <ac:spMk id="6" creationId="{7F0B1733-C219-D711-7A26-7CE4656F2D60}"/>
          </ac:spMkLst>
        </pc:spChg>
        <pc:spChg chg="del">
          <ac:chgData name="Mitra, Aritra" userId="c0528902-d414-4a78-8a62-a5dcc8d4eb67" providerId="ADAL" clId="{DE8A0C4D-D6E1-427B-8816-12A6A7F7A5D7}" dt="2022-11-03T02:04:45.684" v="1831" actId="478"/>
          <ac:spMkLst>
            <pc:docMk/>
            <pc:sldMk cId="2644762105" sldId="1335"/>
            <ac:spMk id="7" creationId="{BC7F886F-06C6-22C3-92E3-AD05698F6EBD}"/>
          </ac:spMkLst>
        </pc:spChg>
        <pc:spChg chg="add mod">
          <ac:chgData name="Mitra, Aritra" userId="c0528902-d414-4a78-8a62-a5dcc8d4eb67" providerId="ADAL" clId="{DE8A0C4D-D6E1-427B-8816-12A6A7F7A5D7}" dt="2022-11-03T02:08:09.167" v="1939" actId="1076"/>
          <ac:spMkLst>
            <pc:docMk/>
            <pc:sldMk cId="2644762105" sldId="1335"/>
            <ac:spMk id="12" creationId="{8D3DF8C0-BDF0-7D3C-A58A-62A2A092A710}"/>
          </ac:spMkLst>
        </pc:spChg>
        <pc:spChg chg="add mod">
          <ac:chgData name="Mitra, Aritra" userId="c0528902-d414-4a78-8a62-a5dcc8d4eb67" providerId="ADAL" clId="{DE8A0C4D-D6E1-427B-8816-12A6A7F7A5D7}" dt="2022-11-03T02:09:02.806" v="1943" actId="1076"/>
          <ac:spMkLst>
            <pc:docMk/>
            <pc:sldMk cId="2644762105" sldId="1335"/>
            <ac:spMk id="13" creationId="{61879258-DD26-1332-3B17-0831EB6A6EDC}"/>
          </ac:spMkLst>
        </pc:spChg>
        <pc:spChg chg="add mod">
          <ac:chgData name="Mitra, Aritra" userId="c0528902-d414-4a78-8a62-a5dcc8d4eb67" providerId="ADAL" clId="{DE8A0C4D-D6E1-427B-8816-12A6A7F7A5D7}" dt="2022-11-04T12:56:09.691" v="10225"/>
          <ac:spMkLst>
            <pc:docMk/>
            <pc:sldMk cId="2644762105" sldId="1335"/>
            <ac:spMk id="18" creationId="{779DDDD7-A29F-EF51-F714-BCC6B1FF8B66}"/>
          </ac:spMkLst>
        </pc:spChg>
        <pc:spChg chg="del">
          <ac:chgData name="Mitra, Aritra" userId="c0528902-d414-4a78-8a62-a5dcc8d4eb67" providerId="ADAL" clId="{DE8A0C4D-D6E1-427B-8816-12A6A7F7A5D7}" dt="2022-11-03T02:05:04.746" v="1836" actId="478"/>
          <ac:spMkLst>
            <pc:docMk/>
            <pc:sldMk cId="2644762105" sldId="1335"/>
            <ac:spMk id="25" creationId="{02B45F3A-75B8-A443-0831-CDFD12F8FEDB}"/>
          </ac:spMkLst>
        </pc:spChg>
        <pc:spChg chg="del mod">
          <ac:chgData name="Mitra, Aritra" userId="c0528902-d414-4a78-8a62-a5dcc8d4eb67" providerId="ADAL" clId="{DE8A0C4D-D6E1-427B-8816-12A6A7F7A5D7}" dt="2022-11-03T02:05:06.756" v="1838" actId="478"/>
          <ac:spMkLst>
            <pc:docMk/>
            <pc:sldMk cId="2644762105" sldId="1335"/>
            <ac:spMk id="26" creationId="{F7FE81AE-4115-F84F-002B-DCC0615ED79F}"/>
          </ac:spMkLst>
        </pc:spChg>
        <pc:spChg chg="del">
          <ac:chgData name="Mitra, Aritra" userId="c0528902-d414-4a78-8a62-a5dcc8d4eb67" providerId="ADAL" clId="{DE8A0C4D-D6E1-427B-8816-12A6A7F7A5D7}" dt="2022-11-03T02:05:08.515" v="1839" actId="478"/>
          <ac:spMkLst>
            <pc:docMk/>
            <pc:sldMk cId="2644762105" sldId="1335"/>
            <ac:spMk id="27" creationId="{457FAE65-B344-815D-F1EB-348D9552A94B}"/>
          </ac:spMkLst>
        </pc:spChg>
        <pc:grpChg chg="del">
          <ac:chgData name="Mitra, Aritra" userId="c0528902-d414-4a78-8a62-a5dcc8d4eb67" providerId="ADAL" clId="{DE8A0C4D-D6E1-427B-8816-12A6A7F7A5D7}" dt="2022-11-03T02:06:36.751" v="1848" actId="165"/>
          <ac:grpSpMkLst>
            <pc:docMk/>
            <pc:sldMk cId="2644762105" sldId="1335"/>
            <ac:grpSpMk id="5" creationId="{D14250C2-DF3B-A78E-D78C-BE831AD77A98}"/>
          </ac:grpSpMkLst>
        </pc:grpChg>
        <pc:picChg chg="del">
          <ac:chgData name="Mitra, Aritra" userId="c0528902-d414-4a78-8a62-a5dcc8d4eb67" providerId="ADAL" clId="{DE8A0C4D-D6E1-427B-8816-12A6A7F7A5D7}" dt="2022-11-03T02:05:19.611" v="1840" actId="478"/>
          <ac:picMkLst>
            <pc:docMk/>
            <pc:sldMk cId="2644762105" sldId="1335"/>
            <ac:picMk id="8" creationId="{BCE3801D-DAC0-992D-2F95-CC1690C51520}"/>
          </ac:picMkLst>
        </pc:picChg>
        <pc:picChg chg="mod">
          <ac:chgData name="Mitra, Aritra" userId="c0528902-d414-4a78-8a62-a5dcc8d4eb67" providerId="ADAL" clId="{DE8A0C4D-D6E1-427B-8816-12A6A7F7A5D7}" dt="2022-11-03T02:07:03.346" v="1902" actId="1038"/>
          <ac:picMkLst>
            <pc:docMk/>
            <pc:sldMk cId="2644762105" sldId="1335"/>
            <ac:picMk id="14" creationId="{CB2AC853-CF7C-9643-2F3F-5FBA999A48E3}"/>
          </ac:picMkLst>
        </pc:picChg>
        <pc:picChg chg="mod">
          <ac:chgData name="Mitra, Aritra" userId="c0528902-d414-4a78-8a62-a5dcc8d4eb67" providerId="ADAL" clId="{DE8A0C4D-D6E1-427B-8816-12A6A7F7A5D7}" dt="2022-11-03T02:06:54.390" v="1874" actId="1038"/>
          <ac:picMkLst>
            <pc:docMk/>
            <pc:sldMk cId="2644762105" sldId="1335"/>
            <ac:picMk id="15" creationId="{49F52738-2CDD-6EBE-65C4-B2D52BB48D59}"/>
          </ac:picMkLst>
        </pc:picChg>
        <pc:picChg chg="mod">
          <ac:chgData name="Mitra, Aritra" userId="c0528902-d414-4a78-8a62-a5dcc8d4eb67" providerId="ADAL" clId="{DE8A0C4D-D6E1-427B-8816-12A6A7F7A5D7}" dt="2022-11-03T02:06:49.475" v="1860" actId="1036"/>
          <ac:picMkLst>
            <pc:docMk/>
            <pc:sldMk cId="2644762105" sldId="1335"/>
            <ac:picMk id="16" creationId="{5FD6F136-046D-0099-0BF9-429CABC508F7}"/>
          </ac:picMkLst>
        </pc:picChg>
        <pc:picChg chg="add mod">
          <ac:chgData name="Mitra, Aritra" userId="c0528902-d414-4a78-8a62-a5dcc8d4eb67" providerId="ADAL" clId="{DE8A0C4D-D6E1-427B-8816-12A6A7F7A5D7}" dt="2022-11-03T02:17:23.047" v="2012"/>
          <ac:picMkLst>
            <pc:docMk/>
            <pc:sldMk cId="2644762105" sldId="1335"/>
            <ac:picMk id="17" creationId="{A8915254-BA23-C7EA-9A59-CF455B492EAD}"/>
          </ac:picMkLst>
        </pc:picChg>
        <pc:picChg chg="mod">
          <ac:chgData name="Mitra, Aritra" userId="c0528902-d414-4a78-8a62-a5dcc8d4eb67" providerId="ADAL" clId="{DE8A0C4D-D6E1-427B-8816-12A6A7F7A5D7}" dt="2022-11-03T02:06:13.873" v="1846" actId="1076"/>
          <ac:picMkLst>
            <pc:docMk/>
            <pc:sldMk cId="2644762105" sldId="1335"/>
            <ac:picMk id="20" creationId="{2416A185-2D8D-1728-E2AC-0640FE2C9FB7}"/>
          </ac:picMkLst>
        </pc:picChg>
        <pc:cxnChg chg="add mod">
          <ac:chgData name="Mitra, Aritra" userId="c0528902-d414-4a78-8a62-a5dcc8d4eb67" providerId="ADAL" clId="{DE8A0C4D-D6E1-427B-8816-12A6A7F7A5D7}" dt="2022-11-03T02:06:44.655" v="1850" actId="1076"/>
          <ac:cxnSpMkLst>
            <pc:docMk/>
            <pc:sldMk cId="2644762105" sldId="1335"/>
            <ac:cxnSpMk id="11" creationId="{D2074981-2247-944D-95D4-18E7F00F32CC}"/>
          </ac:cxnSpMkLst>
        </pc:cxnChg>
        <pc:cxnChg chg="add mod">
          <ac:chgData name="Mitra, Aritra" userId="c0528902-d414-4a78-8a62-a5dcc8d4eb67" providerId="ADAL" clId="{DE8A0C4D-D6E1-427B-8816-12A6A7F7A5D7}" dt="2022-11-04T12:56:15.643" v="10226" actId="1076"/>
          <ac:cxnSpMkLst>
            <pc:docMk/>
            <pc:sldMk cId="2644762105" sldId="1335"/>
            <ac:cxnSpMk id="19" creationId="{1F8FAF05-2460-9CAD-A58A-1EBD7BE6A51D}"/>
          </ac:cxnSpMkLst>
        </pc:cxnChg>
        <pc:cxnChg chg="mod topLvl">
          <ac:chgData name="Mitra, Aritra" userId="c0528902-d414-4a78-8a62-a5dcc8d4eb67" providerId="ADAL" clId="{DE8A0C4D-D6E1-427B-8816-12A6A7F7A5D7}" dt="2022-11-03T02:06:36.751" v="1848" actId="165"/>
          <ac:cxnSpMkLst>
            <pc:docMk/>
            <pc:sldMk cId="2644762105" sldId="1335"/>
            <ac:cxnSpMk id="30" creationId="{4D42897F-B494-76F6-41CC-8280C900FDF2}"/>
          </ac:cxnSpMkLst>
        </pc:cxnChg>
        <pc:cxnChg chg="mod topLvl">
          <ac:chgData name="Mitra, Aritra" userId="c0528902-d414-4a78-8a62-a5dcc8d4eb67" providerId="ADAL" clId="{DE8A0C4D-D6E1-427B-8816-12A6A7F7A5D7}" dt="2022-11-03T02:06:36.751" v="1848" actId="165"/>
          <ac:cxnSpMkLst>
            <pc:docMk/>
            <pc:sldMk cId="2644762105" sldId="1335"/>
            <ac:cxnSpMk id="31" creationId="{69D1C0E0-A9F6-59C6-3134-033B09926702}"/>
          </ac:cxnSpMkLst>
        </pc:cxnChg>
      </pc:sldChg>
      <pc:sldChg chg="addSp delSp modSp add mod addAnim delAnim modAnim">
        <pc:chgData name="Mitra, Aritra" userId="c0528902-d414-4a78-8a62-a5dcc8d4eb67" providerId="ADAL" clId="{DE8A0C4D-D6E1-427B-8816-12A6A7F7A5D7}" dt="2022-11-03T05:31:38.291" v="5291" actId="20577"/>
        <pc:sldMkLst>
          <pc:docMk/>
          <pc:sldMk cId="1004640077" sldId="1336"/>
        </pc:sldMkLst>
        <pc:spChg chg="add mod">
          <ac:chgData name="Mitra, Aritra" userId="c0528902-d414-4a78-8a62-a5dcc8d4eb67" providerId="ADAL" clId="{DE8A0C4D-D6E1-427B-8816-12A6A7F7A5D7}" dt="2022-11-03T02:13:37.177" v="1977" actId="1076"/>
          <ac:spMkLst>
            <pc:docMk/>
            <pc:sldMk cId="1004640077" sldId="1336"/>
            <ac:spMk id="5" creationId="{953E5FCC-90A5-513E-31B0-61B584EA8DFF}"/>
          </ac:spMkLst>
        </pc:spChg>
        <pc:spChg chg="mod">
          <ac:chgData name="Mitra, Aritra" userId="c0528902-d414-4a78-8a62-a5dcc8d4eb67" providerId="ADAL" clId="{DE8A0C4D-D6E1-427B-8816-12A6A7F7A5D7}" dt="2022-11-03T02:10:48.182" v="1953" actId="1076"/>
          <ac:spMkLst>
            <pc:docMk/>
            <pc:sldMk cId="1004640077" sldId="1336"/>
            <ac:spMk id="6" creationId="{7F0B1733-C219-D711-7A26-7CE4656F2D60}"/>
          </ac:spMkLst>
        </pc:spChg>
        <pc:spChg chg="add mod">
          <ac:chgData name="Mitra, Aritra" userId="c0528902-d414-4a78-8a62-a5dcc8d4eb67" providerId="ADAL" clId="{DE8A0C4D-D6E1-427B-8816-12A6A7F7A5D7}" dt="2022-11-03T02:13:40.705" v="1978" actId="1076"/>
          <ac:spMkLst>
            <pc:docMk/>
            <pc:sldMk cId="1004640077" sldId="1336"/>
            <ac:spMk id="7" creationId="{5AEC0C2F-9CFA-CECB-92F8-91CC67D7737B}"/>
          </ac:spMkLst>
        </pc:spChg>
        <pc:spChg chg="del">
          <ac:chgData name="Mitra, Aritra" userId="c0528902-d414-4a78-8a62-a5dcc8d4eb67" providerId="ADAL" clId="{DE8A0C4D-D6E1-427B-8816-12A6A7F7A5D7}" dt="2022-11-03T02:10:13.555" v="1947" actId="478"/>
          <ac:spMkLst>
            <pc:docMk/>
            <pc:sldMk cId="1004640077" sldId="1336"/>
            <ac:spMk id="13" creationId="{61879258-DD26-1332-3B17-0831EB6A6EDC}"/>
          </ac:spMkLst>
        </pc:spChg>
        <pc:spChg chg="add mod">
          <ac:chgData name="Mitra, Aritra" userId="c0528902-d414-4a78-8a62-a5dcc8d4eb67" providerId="ADAL" clId="{DE8A0C4D-D6E1-427B-8816-12A6A7F7A5D7}" dt="2022-11-03T05:31:38.291" v="5291" actId="20577"/>
          <ac:spMkLst>
            <pc:docMk/>
            <pc:sldMk cId="1004640077" sldId="1336"/>
            <ac:spMk id="19" creationId="{CED9AC23-5DF0-71E5-3CB4-7623610FD36A}"/>
          </ac:spMkLst>
        </pc:spChg>
        <pc:spChg chg="add mod">
          <ac:chgData name="Mitra, Aritra" userId="c0528902-d414-4a78-8a62-a5dcc8d4eb67" providerId="ADAL" clId="{DE8A0C4D-D6E1-427B-8816-12A6A7F7A5D7}" dt="2022-11-03T02:22:35.439" v="2065" actId="1036"/>
          <ac:spMkLst>
            <pc:docMk/>
            <pc:sldMk cId="1004640077" sldId="1336"/>
            <ac:spMk id="23" creationId="{B45EC505-ED76-F1EC-BE95-C1A7DBD51AC6}"/>
          </ac:spMkLst>
        </pc:spChg>
        <pc:spChg chg="del">
          <ac:chgData name="Mitra, Aritra" userId="c0528902-d414-4a78-8a62-a5dcc8d4eb67" providerId="ADAL" clId="{DE8A0C4D-D6E1-427B-8816-12A6A7F7A5D7}" dt="2022-11-03T02:09:44.480" v="1945" actId="478"/>
          <ac:spMkLst>
            <pc:docMk/>
            <pc:sldMk cId="1004640077" sldId="1336"/>
            <ac:spMk id="24" creationId="{D11791F0-C0EF-2B6C-5538-78F0A0502B2F}"/>
          </ac:spMkLst>
        </pc:spChg>
        <pc:spChg chg="add mod">
          <ac:chgData name="Mitra, Aritra" userId="c0528902-d414-4a78-8a62-a5dcc8d4eb67" providerId="ADAL" clId="{DE8A0C4D-D6E1-427B-8816-12A6A7F7A5D7}" dt="2022-11-03T02:23:10.754" v="2070" actId="1076"/>
          <ac:spMkLst>
            <pc:docMk/>
            <pc:sldMk cId="1004640077" sldId="1336"/>
            <ac:spMk id="25" creationId="{5ADCFC56-9BA4-0995-29A4-2804A0CA6AF6}"/>
          </ac:spMkLst>
        </pc:spChg>
        <pc:spChg chg="add del mod">
          <ac:chgData name="Mitra, Aritra" userId="c0528902-d414-4a78-8a62-a5dcc8d4eb67" providerId="ADAL" clId="{DE8A0C4D-D6E1-427B-8816-12A6A7F7A5D7}" dt="2022-11-03T02:22:45.482" v="2067" actId="478"/>
          <ac:spMkLst>
            <pc:docMk/>
            <pc:sldMk cId="1004640077" sldId="1336"/>
            <ac:spMk id="26" creationId="{121B4AFF-1848-6A21-B483-173BE7958942}"/>
          </ac:spMkLst>
        </pc:spChg>
        <pc:spChg chg="add mod">
          <ac:chgData name="Mitra, Aritra" userId="c0528902-d414-4a78-8a62-a5dcc8d4eb67" providerId="ADAL" clId="{DE8A0C4D-D6E1-427B-8816-12A6A7F7A5D7}" dt="2022-11-03T02:23:04.871" v="2069" actId="1076"/>
          <ac:spMkLst>
            <pc:docMk/>
            <pc:sldMk cId="1004640077" sldId="1336"/>
            <ac:spMk id="27" creationId="{2D6EFE9C-FFEE-B41C-0C06-0DD388612F6C}"/>
          </ac:spMkLst>
        </pc:spChg>
        <pc:spChg chg="add mod">
          <ac:chgData name="Mitra, Aritra" userId="c0528902-d414-4a78-8a62-a5dcc8d4eb67" providerId="ADAL" clId="{DE8A0C4D-D6E1-427B-8816-12A6A7F7A5D7}" dt="2022-11-03T02:26:11.351" v="2083" actId="1076"/>
          <ac:spMkLst>
            <pc:docMk/>
            <pc:sldMk cId="1004640077" sldId="1336"/>
            <ac:spMk id="29" creationId="{071AC20D-7C34-DDB7-C2E3-B23BE660B6B4}"/>
          </ac:spMkLst>
        </pc:spChg>
        <pc:spChg chg="add del mod">
          <ac:chgData name="Mitra, Aritra" userId="c0528902-d414-4a78-8a62-a5dcc8d4eb67" providerId="ADAL" clId="{DE8A0C4D-D6E1-427B-8816-12A6A7F7A5D7}" dt="2022-11-03T02:27:47.614" v="2091" actId="478"/>
          <ac:spMkLst>
            <pc:docMk/>
            <pc:sldMk cId="1004640077" sldId="1336"/>
            <ac:spMk id="32" creationId="{DC590B1B-8C4F-7A1B-0F7A-7196A5448B5C}"/>
          </ac:spMkLst>
        </pc:spChg>
        <pc:spChg chg="add mod">
          <ac:chgData name="Mitra, Aritra" userId="c0528902-d414-4a78-8a62-a5dcc8d4eb67" providerId="ADAL" clId="{DE8A0C4D-D6E1-427B-8816-12A6A7F7A5D7}" dt="2022-11-03T05:31:11.133" v="5289" actId="1076"/>
          <ac:spMkLst>
            <pc:docMk/>
            <pc:sldMk cId="1004640077" sldId="1336"/>
            <ac:spMk id="33" creationId="{2AD103D8-30E8-EC41-4281-9B207AACD292}"/>
          </ac:spMkLst>
        </pc:spChg>
        <pc:picChg chg="add del mod">
          <ac:chgData name="Mitra, Aritra" userId="c0528902-d414-4a78-8a62-a5dcc8d4eb67" providerId="ADAL" clId="{DE8A0C4D-D6E1-427B-8816-12A6A7F7A5D7}" dt="2022-11-03T02:23:58.700" v="2075" actId="478"/>
          <ac:picMkLst>
            <pc:docMk/>
            <pc:sldMk cId="1004640077" sldId="1336"/>
            <ac:picMk id="17" creationId="{894FD859-5557-B4A8-3259-9EAE17B68073}"/>
          </ac:picMkLst>
        </pc:picChg>
        <pc:picChg chg="add mod">
          <ac:chgData name="Mitra, Aritra" userId="c0528902-d414-4a78-8a62-a5dcc8d4eb67" providerId="ADAL" clId="{DE8A0C4D-D6E1-427B-8816-12A6A7F7A5D7}" dt="2022-11-03T02:24:07.705" v="2078" actId="1076"/>
          <ac:picMkLst>
            <pc:docMk/>
            <pc:sldMk cId="1004640077" sldId="1336"/>
            <ac:picMk id="22" creationId="{117CB4EE-3DF6-5DA5-7573-81811117AC21}"/>
          </ac:picMkLst>
        </pc:picChg>
        <pc:cxnChg chg="add mod">
          <ac:chgData name="Mitra, Aritra" userId="c0528902-d414-4a78-8a62-a5dcc8d4eb67" providerId="ADAL" clId="{DE8A0C4D-D6E1-427B-8816-12A6A7F7A5D7}" dt="2022-11-03T02:26:52.747" v="2088" actId="1037"/>
          <ac:cxnSpMkLst>
            <pc:docMk/>
            <pc:sldMk cId="1004640077" sldId="1336"/>
            <ac:cxnSpMk id="3" creationId="{9454EC59-E422-149E-289C-A6C4B3144931}"/>
          </ac:cxnSpMkLst>
        </pc:cxnChg>
        <pc:cxnChg chg="add mod">
          <ac:chgData name="Mitra, Aritra" userId="c0528902-d414-4a78-8a62-a5dcc8d4eb67" providerId="ADAL" clId="{DE8A0C4D-D6E1-427B-8816-12A6A7F7A5D7}" dt="2022-11-03T02:10:36.800" v="1952" actId="1076"/>
          <ac:cxnSpMkLst>
            <pc:docMk/>
            <pc:sldMk cId="1004640077" sldId="1336"/>
            <ac:cxnSpMk id="4" creationId="{46C6A2EB-5D4C-C72B-5C49-562A790B9B0B}"/>
          </ac:cxnSpMkLst>
        </pc:cxnChg>
        <pc:cxnChg chg="add mod">
          <ac:chgData name="Mitra, Aritra" userId="c0528902-d414-4a78-8a62-a5dcc8d4eb67" providerId="ADAL" clId="{DE8A0C4D-D6E1-427B-8816-12A6A7F7A5D7}" dt="2022-11-03T02:12:53.157" v="1970" actId="1076"/>
          <ac:cxnSpMkLst>
            <pc:docMk/>
            <pc:sldMk cId="1004640077" sldId="1336"/>
            <ac:cxnSpMk id="8" creationId="{42F0E920-5A6C-85D5-AB5C-1B679EE6441D}"/>
          </ac:cxnSpMkLst>
        </pc:cxnChg>
        <pc:cxnChg chg="mod">
          <ac:chgData name="Mitra, Aritra" userId="c0528902-d414-4a78-8a62-a5dcc8d4eb67" providerId="ADAL" clId="{DE8A0C4D-D6E1-427B-8816-12A6A7F7A5D7}" dt="2022-11-03T02:10:19.545" v="1948" actId="1076"/>
          <ac:cxnSpMkLst>
            <pc:docMk/>
            <pc:sldMk cId="1004640077" sldId="1336"/>
            <ac:cxnSpMk id="11" creationId="{D2074981-2247-944D-95D4-18E7F00F32CC}"/>
          </ac:cxnSpMkLst>
        </pc:cxnChg>
        <pc:cxnChg chg="add mod">
          <ac:chgData name="Mitra, Aritra" userId="c0528902-d414-4a78-8a62-a5dcc8d4eb67" providerId="ADAL" clId="{DE8A0C4D-D6E1-427B-8816-12A6A7F7A5D7}" dt="2022-11-03T02:14:42.166" v="2007" actId="1038"/>
          <ac:cxnSpMkLst>
            <pc:docMk/>
            <pc:sldMk cId="1004640077" sldId="1336"/>
            <ac:cxnSpMk id="18" creationId="{039D7467-3AED-B994-2211-453875854909}"/>
          </ac:cxnSpMkLst>
        </pc:cxnChg>
        <pc:cxnChg chg="add mod">
          <ac:chgData name="Mitra, Aritra" userId="c0528902-d414-4a78-8a62-a5dcc8d4eb67" providerId="ADAL" clId="{DE8A0C4D-D6E1-427B-8816-12A6A7F7A5D7}" dt="2022-11-03T05:31:01.704" v="5288" actId="1076"/>
          <ac:cxnSpMkLst>
            <pc:docMk/>
            <pc:sldMk cId="1004640077" sldId="1336"/>
            <ac:cxnSpMk id="34" creationId="{3F46E4D4-9613-1718-223D-904E3CA23646}"/>
          </ac:cxnSpMkLst>
        </pc:cxnChg>
      </pc:sldChg>
      <pc:sldChg chg="modSp new mod modAnim">
        <pc:chgData name="Mitra, Aritra" userId="c0528902-d414-4a78-8a62-a5dcc8d4eb67" providerId="ADAL" clId="{DE8A0C4D-D6E1-427B-8816-12A6A7F7A5D7}" dt="2022-11-03T02:31:42.258" v="2461"/>
        <pc:sldMkLst>
          <pc:docMk/>
          <pc:sldMk cId="2196201662" sldId="1337"/>
        </pc:sldMkLst>
        <pc:spChg chg="mod">
          <ac:chgData name="Mitra, Aritra" userId="c0528902-d414-4a78-8a62-a5dcc8d4eb67" providerId="ADAL" clId="{DE8A0C4D-D6E1-427B-8816-12A6A7F7A5D7}" dt="2022-11-03T02:29:09.984" v="2266" actId="20577"/>
          <ac:spMkLst>
            <pc:docMk/>
            <pc:sldMk cId="2196201662" sldId="1337"/>
            <ac:spMk id="2" creationId="{8AA054FE-7AF8-7574-9BF7-274B209CEFB6}"/>
          </ac:spMkLst>
        </pc:spChg>
        <pc:spChg chg="mod">
          <ac:chgData name="Mitra, Aritra" userId="c0528902-d414-4a78-8a62-a5dcc8d4eb67" providerId="ADAL" clId="{DE8A0C4D-D6E1-427B-8816-12A6A7F7A5D7}" dt="2022-11-03T02:31:19.268" v="2458" actId="1076"/>
          <ac:spMkLst>
            <pc:docMk/>
            <pc:sldMk cId="2196201662" sldId="1337"/>
            <ac:spMk id="3" creationId="{C8FA113E-6D76-9026-9684-0023F85F8953}"/>
          </ac:spMkLst>
        </pc:spChg>
      </pc:sldChg>
      <pc:sldChg chg="addSp delSp modSp new mod modAnim">
        <pc:chgData name="Mitra, Aritra" userId="c0528902-d414-4a78-8a62-a5dcc8d4eb67" providerId="ADAL" clId="{DE8A0C4D-D6E1-427B-8816-12A6A7F7A5D7}" dt="2022-11-04T04:05:49.003" v="9532" actId="20577"/>
        <pc:sldMkLst>
          <pc:docMk/>
          <pc:sldMk cId="1878964301" sldId="1338"/>
        </pc:sldMkLst>
        <pc:spChg chg="mod">
          <ac:chgData name="Mitra, Aritra" userId="c0528902-d414-4a78-8a62-a5dcc8d4eb67" providerId="ADAL" clId="{DE8A0C4D-D6E1-427B-8816-12A6A7F7A5D7}" dt="2022-11-03T04:16:36.748" v="3510" actId="20577"/>
          <ac:spMkLst>
            <pc:docMk/>
            <pc:sldMk cId="1878964301" sldId="1338"/>
            <ac:spMk id="2" creationId="{6D09B856-73D8-B064-F46A-E8C94914A664}"/>
          </ac:spMkLst>
        </pc:spChg>
        <pc:spChg chg="mod">
          <ac:chgData name="Mitra, Aritra" userId="c0528902-d414-4a78-8a62-a5dcc8d4eb67" providerId="ADAL" clId="{DE8A0C4D-D6E1-427B-8816-12A6A7F7A5D7}" dt="2022-11-03T03:12:40.671" v="2736" actId="20577"/>
          <ac:spMkLst>
            <pc:docMk/>
            <pc:sldMk cId="1878964301" sldId="1338"/>
            <ac:spMk id="3" creationId="{8EE66D64-57D6-F761-C318-BD0CC04BB2E6}"/>
          </ac:spMkLst>
        </pc:spChg>
        <pc:spChg chg="add mod">
          <ac:chgData name="Mitra, Aritra" userId="c0528902-d414-4a78-8a62-a5dcc8d4eb67" providerId="ADAL" clId="{DE8A0C4D-D6E1-427B-8816-12A6A7F7A5D7}" dt="2022-11-03T03:50:56.074" v="2971" actId="164"/>
          <ac:spMkLst>
            <pc:docMk/>
            <pc:sldMk cId="1878964301" sldId="1338"/>
            <ac:spMk id="4" creationId="{89963271-5EF6-B6B4-2705-24E7032FDF2E}"/>
          </ac:spMkLst>
        </pc:spChg>
        <pc:spChg chg="add mod">
          <ac:chgData name="Mitra, Aritra" userId="c0528902-d414-4a78-8a62-a5dcc8d4eb67" providerId="ADAL" clId="{DE8A0C4D-D6E1-427B-8816-12A6A7F7A5D7}" dt="2022-11-03T03:50:56.074" v="2971" actId="164"/>
          <ac:spMkLst>
            <pc:docMk/>
            <pc:sldMk cId="1878964301" sldId="1338"/>
            <ac:spMk id="5" creationId="{56C7678F-0870-D56D-BEC4-6E2B79EAF2FC}"/>
          </ac:spMkLst>
        </pc:spChg>
        <pc:spChg chg="add mod">
          <ac:chgData name="Mitra, Aritra" userId="c0528902-d414-4a78-8a62-a5dcc8d4eb67" providerId="ADAL" clId="{DE8A0C4D-D6E1-427B-8816-12A6A7F7A5D7}" dt="2022-11-03T03:50:56.074" v="2971" actId="164"/>
          <ac:spMkLst>
            <pc:docMk/>
            <pc:sldMk cId="1878964301" sldId="1338"/>
            <ac:spMk id="6" creationId="{4924B464-BD03-4B9D-C9B1-784C7D15FD7B}"/>
          </ac:spMkLst>
        </pc:spChg>
        <pc:spChg chg="add mod">
          <ac:chgData name="Mitra, Aritra" userId="c0528902-d414-4a78-8a62-a5dcc8d4eb67" providerId="ADAL" clId="{DE8A0C4D-D6E1-427B-8816-12A6A7F7A5D7}" dt="2022-11-03T03:50:56.074" v="2971" actId="164"/>
          <ac:spMkLst>
            <pc:docMk/>
            <pc:sldMk cId="1878964301" sldId="1338"/>
            <ac:spMk id="7" creationId="{092CF9AC-3085-24C5-C454-1680A7EC2A1C}"/>
          </ac:spMkLst>
        </pc:spChg>
        <pc:spChg chg="add mod">
          <ac:chgData name="Mitra, Aritra" userId="c0528902-d414-4a78-8a62-a5dcc8d4eb67" providerId="ADAL" clId="{DE8A0C4D-D6E1-427B-8816-12A6A7F7A5D7}" dt="2022-11-03T03:50:56.074" v="2971" actId="164"/>
          <ac:spMkLst>
            <pc:docMk/>
            <pc:sldMk cId="1878964301" sldId="1338"/>
            <ac:spMk id="8" creationId="{1B17B60D-37E8-C0AD-38C3-BF23C1EEF60D}"/>
          </ac:spMkLst>
        </pc:spChg>
        <pc:spChg chg="add mod">
          <ac:chgData name="Mitra, Aritra" userId="c0528902-d414-4a78-8a62-a5dcc8d4eb67" providerId="ADAL" clId="{DE8A0C4D-D6E1-427B-8816-12A6A7F7A5D7}" dt="2022-11-03T03:50:56.074" v="2971" actId="164"/>
          <ac:spMkLst>
            <pc:docMk/>
            <pc:sldMk cId="1878964301" sldId="1338"/>
            <ac:spMk id="9" creationId="{7C9F3935-2DFB-EA0E-3D5F-424D53A245ED}"/>
          </ac:spMkLst>
        </pc:spChg>
        <pc:spChg chg="add del mod">
          <ac:chgData name="Mitra, Aritra" userId="c0528902-d414-4a78-8a62-a5dcc8d4eb67" providerId="ADAL" clId="{DE8A0C4D-D6E1-427B-8816-12A6A7F7A5D7}" dt="2022-11-03T03:21:14.596" v="2770" actId="478"/>
          <ac:spMkLst>
            <pc:docMk/>
            <pc:sldMk cId="1878964301" sldId="1338"/>
            <ac:spMk id="12" creationId="{1E8865BE-C35A-9951-91B9-3FDD0E4DDF01}"/>
          </ac:spMkLst>
        </pc:spChg>
        <pc:spChg chg="add mod">
          <ac:chgData name="Mitra, Aritra" userId="c0528902-d414-4a78-8a62-a5dcc8d4eb67" providerId="ADAL" clId="{DE8A0C4D-D6E1-427B-8816-12A6A7F7A5D7}" dt="2022-11-03T03:51:37.319" v="2978" actId="1076"/>
          <ac:spMkLst>
            <pc:docMk/>
            <pc:sldMk cId="1878964301" sldId="1338"/>
            <ac:spMk id="13" creationId="{A42D1144-7732-3168-54BB-07C35E216AE1}"/>
          </ac:spMkLst>
        </pc:spChg>
        <pc:spChg chg="add mod">
          <ac:chgData name="Mitra, Aritra" userId="c0528902-d414-4a78-8a62-a5dcc8d4eb67" providerId="ADAL" clId="{DE8A0C4D-D6E1-427B-8816-12A6A7F7A5D7}" dt="2022-11-03T03:33:38.346" v="2865" actId="1076"/>
          <ac:spMkLst>
            <pc:docMk/>
            <pc:sldMk cId="1878964301" sldId="1338"/>
            <ac:spMk id="14" creationId="{4F874F4A-C9D6-32B3-BEB0-1490B6CE51B3}"/>
          </ac:spMkLst>
        </pc:spChg>
        <pc:spChg chg="add mod">
          <ac:chgData name="Mitra, Aritra" userId="c0528902-d414-4a78-8a62-a5dcc8d4eb67" providerId="ADAL" clId="{DE8A0C4D-D6E1-427B-8816-12A6A7F7A5D7}" dt="2022-11-03T03:52:10.144" v="2979" actId="164"/>
          <ac:spMkLst>
            <pc:docMk/>
            <pc:sldMk cId="1878964301" sldId="1338"/>
            <ac:spMk id="15" creationId="{A056D455-60AD-1E0A-FC9D-84AA6A388A63}"/>
          </ac:spMkLst>
        </pc:spChg>
        <pc:spChg chg="add mod">
          <ac:chgData name="Mitra, Aritra" userId="c0528902-d414-4a78-8a62-a5dcc8d4eb67" providerId="ADAL" clId="{DE8A0C4D-D6E1-427B-8816-12A6A7F7A5D7}" dt="2022-11-03T03:52:10.144" v="2979" actId="164"/>
          <ac:spMkLst>
            <pc:docMk/>
            <pc:sldMk cId="1878964301" sldId="1338"/>
            <ac:spMk id="16" creationId="{F37466D7-28EA-457A-611F-5B5F93B7F43E}"/>
          </ac:spMkLst>
        </pc:spChg>
        <pc:spChg chg="add del mod">
          <ac:chgData name="Mitra, Aritra" userId="c0528902-d414-4a78-8a62-a5dcc8d4eb67" providerId="ADAL" clId="{DE8A0C4D-D6E1-427B-8816-12A6A7F7A5D7}" dt="2022-11-03T03:32:48.439" v="2850"/>
          <ac:spMkLst>
            <pc:docMk/>
            <pc:sldMk cId="1878964301" sldId="1338"/>
            <ac:spMk id="17" creationId="{F6524AAB-B6A1-102C-F21A-7699F956AEDD}"/>
          </ac:spMkLst>
        </pc:spChg>
        <pc:spChg chg="add mod">
          <ac:chgData name="Mitra, Aritra" userId="c0528902-d414-4a78-8a62-a5dcc8d4eb67" providerId="ADAL" clId="{DE8A0C4D-D6E1-427B-8816-12A6A7F7A5D7}" dt="2022-11-03T03:50:56.074" v="2971" actId="164"/>
          <ac:spMkLst>
            <pc:docMk/>
            <pc:sldMk cId="1878964301" sldId="1338"/>
            <ac:spMk id="18" creationId="{F8F42E83-4BB3-377C-CDBF-2169D3569F99}"/>
          </ac:spMkLst>
        </pc:spChg>
        <pc:spChg chg="add mod">
          <ac:chgData name="Mitra, Aritra" userId="c0528902-d414-4a78-8a62-a5dcc8d4eb67" providerId="ADAL" clId="{DE8A0C4D-D6E1-427B-8816-12A6A7F7A5D7}" dt="2022-11-03T03:50:56.074" v="2971" actId="164"/>
          <ac:spMkLst>
            <pc:docMk/>
            <pc:sldMk cId="1878964301" sldId="1338"/>
            <ac:spMk id="19" creationId="{3E283F15-CF14-9B1D-1CED-3B07231B2AC1}"/>
          </ac:spMkLst>
        </pc:spChg>
        <pc:spChg chg="add mod">
          <ac:chgData name="Mitra, Aritra" userId="c0528902-d414-4a78-8a62-a5dcc8d4eb67" providerId="ADAL" clId="{DE8A0C4D-D6E1-427B-8816-12A6A7F7A5D7}" dt="2022-11-03T03:52:10.144" v="2979" actId="164"/>
          <ac:spMkLst>
            <pc:docMk/>
            <pc:sldMk cId="1878964301" sldId="1338"/>
            <ac:spMk id="23" creationId="{6BE277AF-FB89-F5F6-313E-21F45FC7F619}"/>
          </ac:spMkLst>
        </pc:spChg>
        <pc:spChg chg="add mod">
          <ac:chgData name="Mitra, Aritra" userId="c0528902-d414-4a78-8a62-a5dcc8d4eb67" providerId="ADAL" clId="{DE8A0C4D-D6E1-427B-8816-12A6A7F7A5D7}" dt="2022-11-03T03:52:10.144" v="2979" actId="164"/>
          <ac:spMkLst>
            <pc:docMk/>
            <pc:sldMk cId="1878964301" sldId="1338"/>
            <ac:spMk id="24" creationId="{0E0FA17D-6BB2-3896-D8C4-C3FE302068C3}"/>
          </ac:spMkLst>
        </pc:spChg>
        <pc:spChg chg="add mod">
          <ac:chgData name="Mitra, Aritra" userId="c0528902-d414-4a78-8a62-a5dcc8d4eb67" providerId="ADAL" clId="{DE8A0C4D-D6E1-427B-8816-12A6A7F7A5D7}" dt="2022-11-03T03:52:10.144" v="2979" actId="164"/>
          <ac:spMkLst>
            <pc:docMk/>
            <pc:sldMk cId="1878964301" sldId="1338"/>
            <ac:spMk id="25" creationId="{7616A134-23E1-9885-2151-3E9B0BEF9E41}"/>
          </ac:spMkLst>
        </pc:spChg>
        <pc:spChg chg="add mod">
          <ac:chgData name="Mitra, Aritra" userId="c0528902-d414-4a78-8a62-a5dcc8d4eb67" providerId="ADAL" clId="{DE8A0C4D-D6E1-427B-8816-12A6A7F7A5D7}" dt="2022-11-03T03:52:10.144" v="2979" actId="164"/>
          <ac:spMkLst>
            <pc:docMk/>
            <pc:sldMk cId="1878964301" sldId="1338"/>
            <ac:spMk id="26" creationId="{6D3B6B8A-5BBE-747A-DEC5-0BB0223593B2}"/>
          </ac:spMkLst>
        </pc:spChg>
        <pc:spChg chg="add mod">
          <ac:chgData name="Mitra, Aritra" userId="c0528902-d414-4a78-8a62-a5dcc8d4eb67" providerId="ADAL" clId="{DE8A0C4D-D6E1-427B-8816-12A6A7F7A5D7}" dt="2022-11-04T04:05:49.003" v="9532" actId="20577"/>
          <ac:spMkLst>
            <pc:docMk/>
            <pc:sldMk cId="1878964301" sldId="1338"/>
            <ac:spMk id="43" creationId="{68275B72-D5F7-D90C-4E49-C0C0366C8B1C}"/>
          </ac:spMkLst>
        </pc:spChg>
        <pc:spChg chg="add mod">
          <ac:chgData name="Mitra, Aritra" userId="c0528902-d414-4a78-8a62-a5dcc8d4eb67" providerId="ADAL" clId="{DE8A0C4D-D6E1-427B-8816-12A6A7F7A5D7}" dt="2022-11-03T03:52:10.144" v="2979" actId="164"/>
          <ac:spMkLst>
            <pc:docMk/>
            <pc:sldMk cId="1878964301" sldId="1338"/>
            <ac:spMk id="44" creationId="{91A8DE9E-77A3-95D5-0193-C79BFDC077C6}"/>
          </ac:spMkLst>
        </pc:spChg>
        <pc:spChg chg="add mod">
          <ac:chgData name="Mitra, Aritra" userId="c0528902-d414-4a78-8a62-a5dcc8d4eb67" providerId="ADAL" clId="{DE8A0C4D-D6E1-427B-8816-12A6A7F7A5D7}" dt="2022-11-03T04:13:50.716" v="3448" actId="20577"/>
          <ac:spMkLst>
            <pc:docMk/>
            <pc:sldMk cId="1878964301" sldId="1338"/>
            <ac:spMk id="47" creationId="{20A13CD9-54EE-C998-9DCF-AE760E5C9410}"/>
          </ac:spMkLst>
        </pc:spChg>
        <pc:spChg chg="add mod">
          <ac:chgData name="Mitra, Aritra" userId="c0528902-d414-4a78-8a62-a5dcc8d4eb67" providerId="ADAL" clId="{DE8A0C4D-D6E1-427B-8816-12A6A7F7A5D7}" dt="2022-11-03T04:10:25.928" v="3402" actId="17032"/>
          <ac:spMkLst>
            <pc:docMk/>
            <pc:sldMk cId="1878964301" sldId="1338"/>
            <ac:spMk id="48" creationId="{59556753-1669-050F-D206-1EC597BA55C5}"/>
          </ac:spMkLst>
        </pc:spChg>
        <pc:spChg chg="add mod">
          <ac:chgData name="Mitra, Aritra" userId="c0528902-d414-4a78-8a62-a5dcc8d4eb67" providerId="ADAL" clId="{DE8A0C4D-D6E1-427B-8816-12A6A7F7A5D7}" dt="2022-11-03T04:11:27.958" v="3438" actId="14100"/>
          <ac:spMkLst>
            <pc:docMk/>
            <pc:sldMk cId="1878964301" sldId="1338"/>
            <ac:spMk id="52" creationId="{D0D61EA9-B301-B453-4FDD-61310FEEC02D}"/>
          </ac:spMkLst>
        </pc:spChg>
        <pc:grpChg chg="add mod ord">
          <ac:chgData name="Mitra, Aritra" userId="c0528902-d414-4a78-8a62-a5dcc8d4eb67" providerId="ADAL" clId="{DE8A0C4D-D6E1-427B-8816-12A6A7F7A5D7}" dt="2022-11-03T03:51:31.035" v="2977" actId="167"/>
          <ac:grpSpMkLst>
            <pc:docMk/>
            <pc:sldMk cId="1878964301" sldId="1338"/>
            <ac:grpSpMk id="45" creationId="{DEA2CC17-0524-C9F0-B417-8660AD0AF76F}"/>
          </ac:grpSpMkLst>
        </pc:grpChg>
        <pc:grpChg chg="add mod">
          <ac:chgData name="Mitra, Aritra" userId="c0528902-d414-4a78-8a62-a5dcc8d4eb67" providerId="ADAL" clId="{DE8A0C4D-D6E1-427B-8816-12A6A7F7A5D7}" dt="2022-11-03T03:52:10.144" v="2979" actId="164"/>
          <ac:grpSpMkLst>
            <pc:docMk/>
            <pc:sldMk cId="1878964301" sldId="1338"/>
            <ac:grpSpMk id="46" creationId="{9303A6B1-8E28-9074-DFA9-69640D1DA30E}"/>
          </ac:grpSpMkLst>
        </pc:grpChg>
        <pc:cxnChg chg="add mod">
          <ac:chgData name="Mitra, Aritra" userId="c0528902-d414-4a78-8a62-a5dcc8d4eb67" providerId="ADAL" clId="{DE8A0C4D-D6E1-427B-8816-12A6A7F7A5D7}" dt="2022-11-03T03:52:10.144" v="2979" actId="164"/>
          <ac:cxnSpMkLst>
            <pc:docMk/>
            <pc:sldMk cId="1878964301" sldId="1338"/>
            <ac:cxnSpMk id="11" creationId="{50384AFF-0528-D3FD-EB88-BDB6CFB121A8}"/>
          </ac:cxnSpMkLst>
        </pc:cxnChg>
        <pc:cxnChg chg="add mod">
          <ac:chgData name="Mitra, Aritra" userId="c0528902-d414-4a78-8a62-a5dcc8d4eb67" providerId="ADAL" clId="{DE8A0C4D-D6E1-427B-8816-12A6A7F7A5D7}" dt="2022-11-03T03:52:10.144" v="2979" actId="164"/>
          <ac:cxnSpMkLst>
            <pc:docMk/>
            <pc:sldMk cId="1878964301" sldId="1338"/>
            <ac:cxnSpMk id="21" creationId="{9CDC4247-113A-C8F8-BD16-DB3F783A2AA0}"/>
          </ac:cxnSpMkLst>
        </pc:cxnChg>
        <pc:cxnChg chg="add mod">
          <ac:chgData name="Mitra, Aritra" userId="c0528902-d414-4a78-8a62-a5dcc8d4eb67" providerId="ADAL" clId="{DE8A0C4D-D6E1-427B-8816-12A6A7F7A5D7}" dt="2022-11-03T03:52:10.144" v="2979" actId="164"/>
          <ac:cxnSpMkLst>
            <pc:docMk/>
            <pc:sldMk cId="1878964301" sldId="1338"/>
            <ac:cxnSpMk id="22" creationId="{528E3D0A-2802-0E27-F3F6-939B4E8DBEC9}"/>
          </ac:cxnSpMkLst>
        </pc:cxnChg>
        <pc:cxnChg chg="add mod">
          <ac:chgData name="Mitra, Aritra" userId="c0528902-d414-4a78-8a62-a5dcc8d4eb67" providerId="ADAL" clId="{DE8A0C4D-D6E1-427B-8816-12A6A7F7A5D7}" dt="2022-11-03T03:52:10.144" v="2979" actId="164"/>
          <ac:cxnSpMkLst>
            <pc:docMk/>
            <pc:sldMk cId="1878964301" sldId="1338"/>
            <ac:cxnSpMk id="28" creationId="{E6E9369D-F737-1324-9710-FA4D6B7AF042}"/>
          </ac:cxnSpMkLst>
        </pc:cxnChg>
        <pc:cxnChg chg="add mod">
          <ac:chgData name="Mitra, Aritra" userId="c0528902-d414-4a78-8a62-a5dcc8d4eb67" providerId="ADAL" clId="{DE8A0C4D-D6E1-427B-8816-12A6A7F7A5D7}" dt="2022-11-03T03:52:10.144" v="2979" actId="164"/>
          <ac:cxnSpMkLst>
            <pc:docMk/>
            <pc:sldMk cId="1878964301" sldId="1338"/>
            <ac:cxnSpMk id="30" creationId="{E9EB71F5-D47D-037A-8E8E-EEC8A99EF1A3}"/>
          </ac:cxnSpMkLst>
        </pc:cxnChg>
        <pc:cxnChg chg="add mod">
          <ac:chgData name="Mitra, Aritra" userId="c0528902-d414-4a78-8a62-a5dcc8d4eb67" providerId="ADAL" clId="{DE8A0C4D-D6E1-427B-8816-12A6A7F7A5D7}" dt="2022-11-03T03:52:10.144" v="2979" actId="164"/>
          <ac:cxnSpMkLst>
            <pc:docMk/>
            <pc:sldMk cId="1878964301" sldId="1338"/>
            <ac:cxnSpMk id="32" creationId="{5735F14C-E1C5-2881-2719-953B30862B1A}"/>
          </ac:cxnSpMkLst>
        </pc:cxnChg>
        <pc:cxnChg chg="add mod">
          <ac:chgData name="Mitra, Aritra" userId="c0528902-d414-4a78-8a62-a5dcc8d4eb67" providerId="ADAL" clId="{DE8A0C4D-D6E1-427B-8816-12A6A7F7A5D7}" dt="2022-11-03T03:52:10.144" v="2979" actId="164"/>
          <ac:cxnSpMkLst>
            <pc:docMk/>
            <pc:sldMk cId="1878964301" sldId="1338"/>
            <ac:cxnSpMk id="34" creationId="{9386445A-24E2-06C9-47F8-4CC390B43A08}"/>
          </ac:cxnSpMkLst>
        </pc:cxnChg>
        <pc:cxnChg chg="add mod">
          <ac:chgData name="Mitra, Aritra" userId="c0528902-d414-4a78-8a62-a5dcc8d4eb67" providerId="ADAL" clId="{DE8A0C4D-D6E1-427B-8816-12A6A7F7A5D7}" dt="2022-11-03T03:52:10.144" v="2979" actId="164"/>
          <ac:cxnSpMkLst>
            <pc:docMk/>
            <pc:sldMk cId="1878964301" sldId="1338"/>
            <ac:cxnSpMk id="41" creationId="{A04408FD-4D1D-1EFE-34B0-0FD5ED35EAC1}"/>
          </ac:cxnSpMkLst>
        </pc:cxnChg>
        <pc:cxnChg chg="add mod">
          <ac:chgData name="Mitra, Aritra" userId="c0528902-d414-4a78-8a62-a5dcc8d4eb67" providerId="ADAL" clId="{DE8A0C4D-D6E1-427B-8816-12A6A7F7A5D7}" dt="2022-11-03T04:10:47.784" v="3405" actId="14100"/>
          <ac:cxnSpMkLst>
            <pc:docMk/>
            <pc:sldMk cId="1878964301" sldId="1338"/>
            <ac:cxnSpMk id="50" creationId="{73443247-CC65-02AE-54C2-366DDE50AB0F}"/>
          </ac:cxnSpMkLst>
        </pc:cxnChg>
      </pc:sldChg>
      <pc:sldChg chg="new del">
        <pc:chgData name="Mitra, Aritra" userId="c0528902-d414-4a78-8a62-a5dcc8d4eb67" providerId="ADAL" clId="{DE8A0C4D-D6E1-427B-8816-12A6A7F7A5D7}" dt="2022-11-03T03:54:44.677" v="2982" actId="47"/>
        <pc:sldMkLst>
          <pc:docMk/>
          <pc:sldMk cId="1536271753" sldId="1339"/>
        </pc:sldMkLst>
      </pc:sldChg>
      <pc:sldChg chg="addSp delSp modSp new del mod">
        <pc:chgData name="Mitra, Aritra" userId="c0528902-d414-4a78-8a62-a5dcc8d4eb67" providerId="ADAL" clId="{DE8A0C4D-D6E1-427B-8816-12A6A7F7A5D7}" dt="2022-11-03T04:17:15.142" v="3513" actId="47"/>
        <pc:sldMkLst>
          <pc:docMk/>
          <pc:sldMk cId="3023949414" sldId="1339"/>
        </pc:sldMkLst>
        <pc:spChg chg="mod">
          <ac:chgData name="Mitra, Aritra" userId="c0528902-d414-4a78-8a62-a5dcc8d4eb67" providerId="ADAL" clId="{DE8A0C4D-D6E1-427B-8816-12A6A7F7A5D7}" dt="2022-11-03T04:15:45.593" v="3476" actId="20577"/>
          <ac:spMkLst>
            <pc:docMk/>
            <pc:sldMk cId="3023949414" sldId="1339"/>
            <ac:spMk id="2" creationId="{FB3838BE-3D7B-177E-4D5F-4EA0F70FF298}"/>
          </ac:spMkLst>
        </pc:spChg>
        <pc:spChg chg="del mod">
          <ac:chgData name="Mitra, Aritra" userId="c0528902-d414-4a78-8a62-a5dcc8d4eb67" providerId="ADAL" clId="{DE8A0C4D-D6E1-427B-8816-12A6A7F7A5D7}" dt="2022-11-03T04:09:28.753" v="3396" actId="21"/>
          <ac:spMkLst>
            <pc:docMk/>
            <pc:sldMk cId="3023949414" sldId="1339"/>
            <ac:spMk id="3" creationId="{8B55CFAF-D96C-8707-5DC7-1964358038A7}"/>
          </ac:spMkLst>
        </pc:spChg>
        <pc:spChg chg="add del mod">
          <ac:chgData name="Mitra, Aritra" userId="c0528902-d414-4a78-8a62-a5dcc8d4eb67" providerId="ADAL" clId="{DE8A0C4D-D6E1-427B-8816-12A6A7F7A5D7}" dt="2022-11-03T04:17:08.979" v="3511" actId="478"/>
          <ac:spMkLst>
            <pc:docMk/>
            <pc:sldMk cId="3023949414" sldId="1339"/>
            <ac:spMk id="5" creationId="{41FB2510-D50F-3348-53F7-75C9B4EF0BCA}"/>
          </ac:spMkLst>
        </pc:spChg>
      </pc:sldChg>
      <pc:sldChg chg="addSp delSp modSp add mod delAnim modAnim">
        <pc:chgData name="Mitra, Aritra" userId="c0528902-d414-4a78-8a62-a5dcc8d4eb67" providerId="ADAL" clId="{DE8A0C4D-D6E1-427B-8816-12A6A7F7A5D7}" dt="2022-11-03T04:30:47.567" v="3801"/>
        <pc:sldMkLst>
          <pc:docMk/>
          <pc:sldMk cId="1674003720" sldId="1340"/>
        </pc:sldMkLst>
        <pc:spChg chg="mod">
          <ac:chgData name="Mitra, Aritra" userId="c0528902-d414-4a78-8a62-a5dcc8d4eb67" providerId="ADAL" clId="{DE8A0C4D-D6E1-427B-8816-12A6A7F7A5D7}" dt="2022-11-03T04:17:23.228" v="3536" actId="20577"/>
          <ac:spMkLst>
            <pc:docMk/>
            <pc:sldMk cId="1674003720" sldId="1340"/>
            <ac:spMk id="2" creationId="{AFF4A840-EF32-2200-E651-081DA0355103}"/>
          </ac:spMkLst>
        </pc:spChg>
        <pc:spChg chg="del">
          <ac:chgData name="Mitra, Aritra" userId="c0528902-d414-4a78-8a62-a5dcc8d4eb67" providerId="ADAL" clId="{DE8A0C4D-D6E1-427B-8816-12A6A7F7A5D7}" dt="2022-11-03T04:19:20.721" v="3577" actId="478"/>
          <ac:spMkLst>
            <pc:docMk/>
            <pc:sldMk cId="1674003720" sldId="1340"/>
            <ac:spMk id="5" creationId="{953E5FCC-90A5-513E-31B0-61B584EA8DFF}"/>
          </ac:spMkLst>
        </pc:spChg>
        <pc:spChg chg="del">
          <ac:chgData name="Mitra, Aritra" userId="c0528902-d414-4a78-8a62-a5dcc8d4eb67" providerId="ADAL" clId="{DE8A0C4D-D6E1-427B-8816-12A6A7F7A5D7}" dt="2022-11-03T04:17:34.410" v="3539" actId="478"/>
          <ac:spMkLst>
            <pc:docMk/>
            <pc:sldMk cId="1674003720" sldId="1340"/>
            <ac:spMk id="6" creationId="{7F0B1733-C219-D711-7A26-7CE4656F2D60}"/>
          </ac:spMkLst>
        </pc:spChg>
        <pc:spChg chg="del">
          <ac:chgData name="Mitra, Aritra" userId="c0528902-d414-4a78-8a62-a5dcc8d4eb67" providerId="ADAL" clId="{DE8A0C4D-D6E1-427B-8816-12A6A7F7A5D7}" dt="2022-11-03T04:19:23.550" v="3578" actId="478"/>
          <ac:spMkLst>
            <pc:docMk/>
            <pc:sldMk cId="1674003720" sldId="1340"/>
            <ac:spMk id="7" creationId="{5AEC0C2F-9CFA-CECB-92F8-91CC67D7737B}"/>
          </ac:spMkLst>
        </pc:spChg>
        <pc:spChg chg="mod">
          <ac:chgData name="Mitra, Aritra" userId="c0528902-d414-4a78-8a62-a5dcc8d4eb67" providerId="ADAL" clId="{DE8A0C4D-D6E1-427B-8816-12A6A7F7A5D7}" dt="2022-11-03T04:17:41.088" v="3541" actId="1076"/>
          <ac:spMkLst>
            <pc:docMk/>
            <pc:sldMk cId="1674003720" sldId="1340"/>
            <ac:spMk id="9" creationId="{B937716E-D5A0-97A9-04E3-9DE4C1B941FD}"/>
          </ac:spMkLst>
        </pc:spChg>
        <pc:spChg chg="mod">
          <ac:chgData name="Mitra, Aritra" userId="c0528902-d414-4a78-8a62-a5dcc8d4eb67" providerId="ADAL" clId="{DE8A0C4D-D6E1-427B-8816-12A6A7F7A5D7}" dt="2022-11-03T04:19:14.566" v="3576" actId="20577"/>
          <ac:spMkLst>
            <pc:docMk/>
            <pc:sldMk cId="1674003720" sldId="1340"/>
            <ac:spMk id="10" creationId="{C5AF1F8E-D219-484E-F6FE-03BF8E69EB66}"/>
          </ac:spMkLst>
        </pc:spChg>
        <pc:spChg chg="del">
          <ac:chgData name="Mitra, Aritra" userId="c0528902-d414-4a78-8a62-a5dcc8d4eb67" providerId="ADAL" clId="{DE8A0C4D-D6E1-427B-8816-12A6A7F7A5D7}" dt="2022-11-03T04:17:37.642" v="3540" actId="478"/>
          <ac:spMkLst>
            <pc:docMk/>
            <pc:sldMk cId="1674003720" sldId="1340"/>
            <ac:spMk id="12" creationId="{8D3DF8C0-BDF0-7D3C-A58A-62A2A092A710}"/>
          </ac:spMkLst>
        </pc:spChg>
        <pc:spChg chg="mod">
          <ac:chgData name="Mitra, Aritra" userId="c0528902-d414-4a78-8a62-a5dcc8d4eb67" providerId="ADAL" clId="{DE8A0C4D-D6E1-427B-8816-12A6A7F7A5D7}" dt="2022-11-03T04:20:03.390" v="3598" actId="20577"/>
          <ac:spMkLst>
            <pc:docMk/>
            <pc:sldMk cId="1674003720" sldId="1340"/>
            <ac:spMk id="19" creationId="{CED9AC23-5DF0-71E5-3CB4-7623610FD36A}"/>
          </ac:spMkLst>
        </pc:spChg>
        <pc:spChg chg="del mod">
          <ac:chgData name="Mitra, Aritra" userId="c0528902-d414-4a78-8a62-a5dcc8d4eb67" providerId="ADAL" clId="{DE8A0C4D-D6E1-427B-8816-12A6A7F7A5D7}" dt="2022-11-03T04:24:45.261" v="3641" actId="478"/>
          <ac:spMkLst>
            <pc:docMk/>
            <pc:sldMk cId="1674003720" sldId="1340"/>
            <ac:spMk id="23" creationId="{B45EC505-ED76-F1EC-BE95-C1A7DBD51AC6}"/>
          </ac:spMkLst>
        </pc:spChg>
        <pc:spChg chg="add mod">
          <ac:chgData name="Mitra, Aritra" userId="c0528902-d414-4a78-8a62-a5dcc8d4eb67" providerId="ADAL" clId="{DE8A0C4D-D6E1-427B-8816-12A6A7F7A5D7}" dt="2022-11-03T04:27:50.499" v="3703" actId="20577"/>
          <ac:spMkLst>
            <pc:docMk/>
            <pc:sldMk cId="1674003720" sldId="1340"/>
            <ac:spMk id="24" creationId="{48C58BC0-ED2B-B6FA-C7DB-E6EA15E0FD65}"/>
          </ac:spMkLst>
        </pc:spChg>
        <pc:spChg chg="mod">
          <ac:chgData name="Mitra, Aritra" userId="c0528902-d414-4a78-8a62-a5dcc8d4eb67" providerId="ADAL" clId="{DE8A0C4D-D6E1-427B-8816-12A6A7F7A5D7}" dt="2022-11-03T04:28:33.355" v="3708" actId="1076"/>
          <ac:spMkLst>
            <pc:docMk/>
            <pc:sldMk cId="1674003720" sldId="1340"/>
            <ac:spMk id="25" creationId="{5ADCFC56-9BA4-0995-29A4-2804A0CA6AF6}"/>
          </ac:spMkLst>
        </pc:spChg>
        <pc:spChg chg="del">
          <ac:chgData name="Mitra, Aritra" userId="c0528902-d414-4a78-8a62-a5dcc8d4eb67" providerId="ADAL" clId="{DE8A0C4D-D6E1-427B-8816-12A6A7F7A5D7}" dt="2022-11-03T04:24:40.684" v="3640" actId="478"/>
          <ac:spMkLst>
            <pc:docMk/>
            <pc:sldMk cId="1674003720" sldId="1340"/>
            <ac:spMk id="27" creationId="{2D6EFE9C-FFEE-B41C-0C06-0DD388612F6C}"/>
          </ac:spMkLst>
        </pc:spChg>
        <pc:spChg chg="del">
          <ac:chgData name="Mitra, Aritra" userId="c0528902-d414-4a78-8a62-a5dcc8d4eb67" providerId="ADAL" clId="{DE8A0C4D-D6E1-427B-8816-12A6A7F7A5D7}" dt="2022-11-03T04:17:31.961" v="3538" actId="478"/>
          <ac:spMkLst>
            <pc:docMk/>
            <pc:sldMk cId="1674003720" sldId="1340"/>
            <ac:spMk id="28" creationId="{73975109-2303-A237-9394-2DBAB51E3A77}"/>
          </ac:spMkLst>
        </pc:spChg>
        <pc:spChg chg="mod">
          <ac:chgData name="Mitra, Aritra" userId="c0528902-d414-4a78-8a62-a5dcc8d4eb67" providerId="ADAL" clId="{DE8A0C4D-D6E1-427B-8816-12A6A7F7A5D7}" dt="2022-11-03T04:19:57.762" v="3587" actId="1038"/>
          <ac:spMkLst>
            <pc:docMk/>
            <pc:sldMk cId="1674003720" sldId="1340"/>
            <ac:spMk id="29" creationId="{071AC20D-7C34-DDB7-C2E3-B23BE660B6B4}"/>
          </ac:spMkLst>
        </pc:spChg>
        <pc:spChg chg="add mod">
          <ac:chgData name="Mitra, Aritra" userId="c0528902-d414-4a78-8a62-a5dcc8d4eb67" providerId="ADAL" clId="{DE8A0C4D-D6E1-427B-8816-12A6A7F7A5D7}" dt="2022-11-03T04:23:57.307" v="3634" actId="17032"/>
          <ac:spMkLst>
            <pc:docMk/>
            <pc:sldMk cId="1674003720" sldId="1340"/>
            <ac:spMk id="33" creationId="{3B64FD26-E207-604E-B2D4-376111034B08}"/>
          </ac:spMkLst>
        </pc:spChg>
        <pc:spChg chg="add mod">
          <ac:chgData name="Mitra, Aritra" userId="c0528902-d414-4a78-8a62-a5dcc8d4eb67" providerId="ADAL" clId="{DE8A0C4D-D6E1-427B-8816-12A6A7F7A5D7}" dt="2022-11-03T04:25:51.862" v="3673" actId="1076"/>
          <ac:spMkLst>
            <pc:docMk/>
            <pc:sldMk cId="1674003720" sldId="1340"/>
            <ac:spMk id="34" creationId="{337AE98E-12DA-011F-F18A-0F7EB56CDEDE}"/>
          </ac:spMkLst>
        </pc:spChg>
        <pc:spChg chg="add mod">
          <ac:chgData name="Mitra, Aritra" userId="c0528902-d414-4a78-8a62-a5dcc8d4eb67" providerId="ADAL" clId="{DE8A0C4D-D6E1-427B-8816-12A6A7F7A5D7}" dt="2022-11-03T04:27:22.226" v="3684" actId="207"/>
          <ac:spMkLst>
            <pc:docMk/>
            <pc:sldMk cId="1674003720" sldId="1340"/>
            <ac:spMk id="35" creationId="{2DFD490D-3155-B0CF-D1F2-5DCD201962EF}"/>
          </ac:spMkLst>
        </pc:spChg>
        <pc:spChg chg="add mod">
          <ac:chgData name="Mitra, Aritra" userId="c0528902-d414-4a78-8a62-a5dcc8d4eb67" providerId="ADAL" clId="{DE8A0C4D-D6E1-427B-8816-12A6A7F7A5D7}" dt="2022-11-03T04:28:20.692" v="3706" actId="1076"/>
          <ac:spMkLst>
            <pc:docMk/>
            <pc:sldMk cId="1674003720" sldId="1340"/>
            <ac:spMk id="36" creationId="{94E340BA-3659-FB7C-8ADE-E2C137B5742B}"/>
          </ac:spMkLst>
        </pc:spChg>
        <pc:spChg chg="add mod">
          <ac:chgData name="Mitra, Aritra" userId="c0528902-d414-4a78-8a62-a5dcc8d4eb67" providerId="ADAL" clId="{DE8A0C4D-D6E1-427B-8816-12A6A7F7A5D7}" dt="2022-11-03T04:29:17.513" v="3764" actId="255"/>
          <ac:spMkLst>
            <pc:docMk/>
            <pc:sldMk cId="1674003720" sldId="1340"/>
            <ac:spMk id="37" creationId="{0D5CCE1A-7442-3936-A363-426E4FC00F2B}"/>
          </ac:spMkLst>
        </pc:spChg>
        <pc:spChg chg="add mod">
          <ac:chgData name="Mitra, Aritra" userId="c0528902-d414-4a78-8a62-a5dcc8d4eb67" providerId="ADAL" clId="{DE8A0C4D-D6E1-427B-8816-12A6A7F7A5D7}" dt="2022-11-03T04:30:02.494" v="3798" actId="20577"/>
          <ac:spMkLst>
            <pc:docMk/>
            <pc:sldMk cId="1674003720" sldId="1340"/>
            <ac:spMk id="38" creationId="{D1198172-8473-52D0-D747-A98EDABF7FA4}"/>
          </ac:spMkLst>
        </pc:spChg>
        <pc:picChg chg="mod">
          <ac:chgData name="Mitra, Aritra" userId="c0528902-d414-4a78-8a62-a5dcc8d4eb67" providerId="ADAL" clId="{DE8A0C4D-D6E1-427B-8816-12A6A7F7A5D7}" dt="2022-11-03T04:23:32.255" v="3632" actId="1037"/>
          <ac:picMkLst>
            <pc:docMk/>
            <pc:sldMk cId="1674003720" sldId="1340"/>
            <ac:picMk id="14" creationId="{CB2AC853-CF7C-9643-2F3F-5FBA999A48E3}"/>
          </ac:picMkLst>
        </pc:picChg>
        <pc:picChg chg="del">
          <ac:chgData name="Mitra, Aritra" userId="c0528902-d414-4a78-8a62-a5dcc8d4eb67" providerId="ADAL" clId="{DE8A0C4D-D6E1-427B-8816-12A6A7F7A5D7}" dt="2022-11-03T04:20:13.227" v="3600" actId="478"/>
          <ac:picMkLst>
            <pc:docMk/>
            <pc:sldMk cId="1674003720" sldId="1340"/>
            <ac:picMk id="15" creationId="{49F52738-2CDD-6EBE-65C4-B2D52BB48D59}"/>
          </ac:picMkLst>
        </pc:picChg>
        <pc:picChg chg="del">
          <ac:chgData name="Mitra, Aritra" userId="c0528902-d414-4a78-8a62-a5dcc8d4eb67" providerId="ADAL" clId="{DE8A0C4D-D6E1-427B-8816-12A6A7F7A5D7}" dt="2022-11-03T04:20:14.903" v="3601" actId="478"/>
          <ac:picMkLst>
            <pc:docMk/>
            <pc:sldMk cId="1674003720" sldId="1340"/>
            <ac:picMk id="16" creationId="{5FD6F136-046D-0099-0BF9-429CABC508F7}"/>
          </ac:picMkLst>
        </pc:picChg>
        <pc:picChg chg="del">
          <ac:chgData name="Mitra, Aritra" userId="c0528902-d414-4a78-8a62-a5dcc8d4eb67" providerId="ADAL" clId="{DE8A0C4D-D6E1-427B-8816-12A6A7F7A5D7}" dt="2022-11-03T04:19:25.851" v="3579" actId="478"/>
          <ac:picMkLst>
            <pc:docMk/>
            <pc:sldMk cId="1674003720" sldId="1340"/>
            <ac:picMk id="17" creationId="{894FD859-5557-B4A8-3259-9EAE17B68073}"/>
          </ac:picMkLst>
        </pc:picChg>
        <pc:picChg chg="del">
          <ac:chgData name="Mitra, Aritra" userId="c0528902-d414-4a78-8a62-a5dcc8d4eb67" providerId="ADAL" clId="{DE8A0C4D-D6E1-427B-8816-12A6A7F7A5D7}" dt="2022-11-03T04:17:29.121" v="3537" actId="478"/>
          <ac:picMkLst>
            <pc:docMk/>
            <pc:sldMk cId="1674003720" sldId="1340"/>
            <ac:picMk id="20" creationId="{2416A185-2D8D-1728-E2AC-0640FE2C9FB7}"/>
          </ac:picMkLst>
        </pc:picChg>
        <pc:picChg chg="del mod">
          <ac:chgData name="Mitra, Aritra" userId="c0528902-d414-4a78-8a62-a5dcc8d4eb67" providerId="ADAL" clId="{DE8A0C4D-D6E1-427B-8816-12A6A7F7A5D7}" dt="2022-11-03T04:19:30.448" v="3582" actId="478"/>
          <ac:picMkLst>
            <pc:docMk/>
            <pc:sldMk cId="1674003720" sldId="1340"/>
            <ac:picMk id="22" creationId="{117CB4EE-3DF6-5DA5-7573-81811117AC21}"/>
          </ac:picMkLst>
        </pc:picChg>
        <pc:cxnChg chg="mod">
          <ac:chgData name="Mitra, Aritra" userId="c0528902-d414-4a78-8a62-a5dcc8d4eb67" providerId="ADAL" clId="{DE8A0C4D-D6E1-427B-8816-12A6A7F7A5D7}" dt="2022-11-03T04:18:45.949" v="3544" actId="1076"/>
          <ac:cxnSpMkLst>
            <pc:docMk/>
            <pc:sldMk cId="1674003720" sldId="1340"/>
            <ac:cxnSpMk id="3" creationId="{9454EC59-E422-149E-289C-A6C4B3144931}"/>
          </ac:cxnSpMkLst>
        </pc:cxnChg>
        <pc:cxnChg chg="mod">
          <ac:chgData name="Mitra, Aritra" userId="c0528902-d414-4a78-8a62-a5dcc8d4eb67" providerId="ADAL" clId="{DE8A0C4D-D6E1-427B-8816-12A6A7F7A5D7}" dt="2022-11-03T04:19:42.528" v="3584" actId="1076"/>
          <ac:cxnSpMkLst>
            <pc:docMk/>
            <pc:sldMk cId="1674003720" sldId="1340"/>
            <ac:cxnSpMk id="11" creationId="{D2074981-2247-944D-95D4-18E7F00F32CC}"/>
          </ac:cxnSpMkLst>
        </pc:cxnChg>
        <pc:cxnChg chg="add mod">
          <ac:chgData name="Mitra, Aritra" userId="c0528902-d414-4a78-8a62-a5dcc8d4eb67" providerId="ADAL" clId="{DE8A0C4D-D6E1-427B-8816-12A6A7F7A5D7}" dt="2022-11-03T04:19:01.600" v="3548" actId="1035"/>
          <ac:cxnSpMkLst>
            <pc:docMk/>
            <pc:sldMk cId="1674003720" sldId="1340"/>
            <ac:cxnSpMk id="13" creationId="{F771C145-6509-5065-BCC8-47D71B8A59AB}"/>
          </ac:cxnSpMkLst>
        </pc:cxnChg>
        <pc:cxnChg chg="del">
          <ac:chgData name="Mitra, Aritra" userId="c0528902-d414-4a78-8a62-a5dcc8d4eb67" providerId="ADAL" clId="{DE8A0C4D-D6E1-427B-8816-12A6A7F7A5D7}" dt="2022-11-03T04:19:28.401" v="3580" actId="478"/>
          <ac:cxnSpMkLst>
            <pc:docMk/>
            <pc:sldMk cId="1674003720" sldId="1340"/>
            <ac:cxnSpMk id="18" creationId="{039D7467-3AED-B994-2211-453875854909}"/>
          </ac:cxnSpMkLst>
        </pc:cxnChg>
        <pc:cxnChg chg="add del mod">
          <ac:chgData name="Mitra, Aritra" userId="c0528902-d414-4a78-8a62-a5dcc8d4eb67" providerId="ADAL" clId="{DE8A0C4D-D6E1-427B-8816-12A6A7F7A5D7}" dt="2022-11-03T04:22:45.635" v="3610" actId="478"/>
          <ac:cxnSpMkLst>
            <pc:docMk/>
            <pc:sldMk cId="1674003720" sldId="1340"/>
            <ac:cxnSpMk id="32" creationId="{5E97CFAA-BEC6-DC78-4F8B-893BF90EDEE6}"/>
          </ac:cxnSpMkLst>
        </pc:cxnChg>
      </pc:sldChg>
      <pc:sldChg chg="addSp delSp modSp new mod addAnim delAnim modAnim">
        <pc:chgData name="Mitra, Aritra" userId="c0528902-d414-4a78-8a62-a5dcc8d4eb67" providerId="ADAL" clId="{DE8A0C4D-D6E1-427B-8816-12A6A7F7A5D7}" dt="2022-11-04T15:07:50.594" v="10437" actId="20577"/>
        <pc:sldMkLst>
          <pc:docMk/>
          <pc:sldMk cId="1809007052" sldId="1341"/>
        </pc:sldMkLst>
        <pc:spChg chg="mod">
          <ac:chgData name="Mitra, Aritra" userId="c0528902-d414-4a78-8a62-a5dcc8d4eb67" providerId="ADAL" clId="{DE8A0C4D-D6E1-427B-8816-12A6A7F7A5D7}" dt="2022-11-03T04:36:02.155" v="3871" actId="1076"/>
          <ac:spMkLst>
            <pc:docMk/>
            <pc:sldMk cId="1809007052" sldId="1341"/>
            <ac:spMk id="2" creationId="{743C6F4F-8892-21BF-8DBB-FD2CF04CF330}"/>
          </ac:spMkLst>
        </pc:spChg>
        <pc:spChg chg="del mod">
          <ac:chgData name="Mitra, Aritra" userId="c0528902-d414-4a78-8a62-a5dcc8d4eb67" providerId="ADAL" clId="{DE8A0C4D-D6E1-427B-8816-12A6A7F7A5D7}" dt="2022-11-03T04:35:32.667" v="3840" actId="478"/>
          <ac:spMkLst>
            <pc:docMk/>
            <pc:sldMk cId="1809007052" sldId="1341"/>
            <ac:spMk id="3" creationId="{B512082D-597E-3118-A3E8-97AB6AFA067A}"/>
          </ac:spMkLst>
        </pc:spChg>
        <pc:spChg chg="mod topLvl">
          <ac:chgData name="Mitra, Aritra" userId="c0528902-d414-4a78-8a62-a5dcc8d4eb67" providerId="ADAL" clId="{DE8A0C4D-D6E1-427B-8816-12A6A7F7A5D7}" dt="2022-11-03T04:47:00.185" v="4049" actId="165"/>
          <ac:spMkLst>
            <pc:docMk/>
            <pc:sldMk cId="1809007052" sldId="1341"/>
            <ac:spMk id="8" creationId="{9EBD4CE3-3E40-39F2-A768-5E2F51178DE0}"/>
          </ac:spMkLst>
        </pc:spChg>
        <pc:spChg chg="mod topLvl">
          <ac:chgData name="Mitra, Aritra" userId="c0528902-d414-4a78-8a62-a5dcc8d4eb67" providerId="ADAL" clId="{DE8A0C4D-D6E1-427B-8816-12A6A7F7A5D7}" dt="2022-11-03T04:47:00.185" v="4049" actId="165"/>
          <ac:spMkLst>
            <pc:docMk/>
            <pc:sldMk cId="1809007052" sldId="1341"/>
            <ac:spMk id="9" creationId="{273A3B44-DBCF-5C85-130E-B99439B3A859}"/>
          </ac:spMkLst>
        </pc:spChg>
        <pc:spChg chg="mod topLvl">
          <ac:chgData name="Mitra, Aritra" userId="c0528902-d414-4a78-8a62-a5dcc8d4eb67" providerId="ADAL" clId="{DE8A0C4D-D6E1-427B-8816-12A6A7F7A5D7}" dt="2022-11-03T04:47:00.185" v="4049" actId="165"/>
          <ac:spMkLst>
            <pc:docMk/>
            <pc:sldMk cId="1809007052" sldId="1341"/>
            <ac:spMk id="10" creationId="{AAEC685D-58F9-D24C-9D3C-A1F00A64873E}"/>
          </ac:spMkLst>
        </pc:spChg>
        <pc:spChg chg="mod topLvl">
          <ac:chgData name="Mitra, Aritra" userId="c0528902-d414-4a78-8a62-a5dcc8d4eb67" providerId="ADAL" clId="{DE8A0C4D-D6E1-427B-8816-12A6A7F7A5D7}" dt="2022-11-03T04:47:00.185" v="4049" actId="165"/>
          <ac:spMkLst>
            <pc:docMk/>
            <pc:sldMk cId="1809007052" sldId="1341"/>
            <ac:spMk id="11" creationId="{40E282D2-4CCA-53ED-B4DB-81488D50F0D5}"/>
          </ac:spMkLst>
        </pc:spChg>
        <pc:spChg chg="mod topLvl">
          <ac:chgData name="Mitra, Aritra" userId="c0528902-d414-4a78-8a62-a5dcc8d4eb67" providerId="ADAL" clId="{DE8A0C4D-D6E1-427B-8816-12A6A7F7A5D7}" dt="2022-11-03T04:47:00.185" v="4049" actId="165"/>
          <ac:spMkLst>
            <pc:docMk/>
            <pc:sldMk cId="1809007052" sldId="1341"/>
            <ac:spMk id="12" creationId="{7010559A-3503-2121-8CAF-BDA280EAAC69}"/>
          </ac:spMkLst>
        </pc:spChg>
        <pc:spChg chg="mod topLvl">
          <ac:chgData name="Mitra, Aritra" userId="c0528902-d414-4a78-8a62-a5dcc8d4eb67" providerId="ADAL" clId="{DE8A0C4D-D6E1-427B-8816-12A6A7F7A5D7}" dt="2022-11-03T04:47:00.185" v="4049" actId="165"/>
          <ac:spMkLst>
            <pc:docMk/>
            <pc:sldMk cId="1809007052" sldId="1341"/>
            <ac:spMk id="13" creationId="{77749FE9-F33B-AE24-78C3-34E80006FA05}"/>
          </ac:spMkLst>
        </pc:spChg>
        <pc:spChg chg="add mod">
          <ac:chgData name="Mitra, Aritra" userId="c0528902-d414-4a78-8a62-a5dcc8d4eb67" providerId="ADAL" clId="{DE8A0C4D-D6E1-427B-8816-12A6A7F7A5D7}" dt="2022-11-03T04:41:29.579" v="3917" actId="14100"/>
          <ac:spMkLst>
            <pc:docMk/>
            <pc:sldMk cId="1809007052" sldId="1341"/>
            <ac:spMk id="14" creationId="{0B6BDA41-C62E-1678-A4C0-553DE62008C2}"/>
          </ac:spMkLst>
        </pc:spChg>
        <pc:spChg chg="add mod">
          <ac:chgData name="Mitra, Aritra" userId="c0528902-d414-4a78-8a62-a5dcc8d4eb67" providerId="ADAL" clId="{DE8A0C4D-D6E1-427B-8816-12A6A7F7A5D7}" dt="2022-11-03T04:42:41.822" v="3932" actId="1076"/>
          <ac:spMkLst>
            <pc:docMk/>
            <pc:sldMk cId="1809007052" sldId="1341"/>
            <ac:spMk id="16" creationId="{27AB00A5-6485-94B3-67BA-49609FF775B4}"/>
          </ac:spMkLst>
        </pc:spChg>
        <pc:spChg chg="add mod">
          <ac:chgData name="Mitra, Aritra" userId="c0528902-d414-4a78-8a62-a5dcc8d4eb67" providerId="ADAL" clId="{DE8A0C4D-D6E1-427B-8816-12A6A7F7A5D7}" dt="2022-11-03T04:46:09.807" v="4044" actId="1037"/>
          <ac:spMkLst>
            <pc:docMk/>
            <pc:sldMk cId="1809007052" sldId="1341"/>
            <ac:spMk id="17" creationId="{1BAEA7AA-2CE0-070F-A191-E9AF873CBBB7}"/>
          </ac:spMkLst>
        </pc:spChg>
        <pc:spChg chg="add mod">
          <ac:chgData name="Mitra, Aritra" userId="c0528902-d414-4a78-8a62-a5dcc8d4eb67" providerId="ADAL" clId="{DE8A0C4D-D6E1-427B-8816-12A6A7F7A5D7}" dt="2022-11-03T04:46:09.807" v="4044" actId="1037"/>
          <ac:spMkLst>
            <pc:docMk/>
            <pc:sldMk cId="1809007052" sldId="1341"/>
            <ac:spMk id="18" creationId="{89B78FA9-0F12-55E8-A0F4-5ED08E101763}"/>
          </ac:spMkLst>
        </pc:spChg>
        <pc:spChg chg="add mod">
          <ac:chgData name="Mitra, Aritra" userId="c0528902-d414-4a78-8a62-a5dcc8d4eb67" providerId="ADAL" clId="{DE8A0C4D-D6E1-427B-8816-12A6A7F7A5D7}" dt="2022-11-03T04:47:09.593" v="4051" actId="1076"/>
          <ac:spMkLst>
            <pc:docMk/>
            <pc:sldMk cId="1809007052" sldId="1341"/>
            <ac:spMk id="21" creationId="{88D855BA-F1A6-B33A-37A9-AF18E47A200D}"/>
          </ac:spMkLst>
        </pc:spChg>
        <pc:spChg chg="add mod">
          <ac:chgData name="Mitra, Aritra" userId="c0528902-d414-4a78-8a62-a5dcc8d4eb67" providerId="ADAL" clId="{DE8A0C4D-D6E1-427B-8816-12A6A7F7A5D7}" dt="2022-11-03T04:49:40.611" v="4122"/>
          <ac:spMkLst>
            <pc:docMk/>
            <pc:sldMk cId="1809007052" sldId="1341"/>
            <ac:spMk id="22" creationId="{5E8BDBD9-36FC-1174-B995-278638B23EC4}"/>
          </ac:spMkLst>
        </pc:spChg>
        <pc:spChg chg="add mod">
          <ac:chgData name="Mitra, Aritra" userId="c0528902-d414-4a78-8a62-a5dcc8d4eb67" providerId="ADAL" clId="{DE8A0C4D-D6E1-427B-8816-12A6A7F7A5D7}" dt="2022-11-03T04:51:43.002" v="4195" actId="1076"/>
          <ac:spMkLst>
            <pc:docMk/>
            <pc:sldMk cId="1809007052" sldId="1341"/>
            <ac:spMk id="23" creationId="{03ACD7EB-A0F3-ED61-8A5A-F43C4FDED6C7}"/>
          </ac:spMkLst>
        </pc:spChg>
        <pc:spChg chg="add mod">
          <ac:chgData name="Mitra, Aritra" userId="c0528902-d414-4a78-8a62-a5dcc8d4eb67" providerId="ADAL" clId="{DE8A0C4D-D6E1-427B-8816-12A6A7F7A5D7}" dt="2022-11-03T04:51:31.315" v="4194" actId="1036"/>
          <ac:spMkLst>
            <pc:docMk/>
            <pc:sldMk cId="1809007052" sldId="1341"/>
            <ac:spMk id="25" creationId="{0D2809EF-9452-E19B-9870-5B17E8171AF8}"/>
          </ac:spMkLst>
        </pc:spChg>
        <pc:spChg chg="add mod">
          <ac:chgData name="Mitra, Aritra" userId="c0528902-d414-4a78-8a62-a5dcc8d4eb67" providerId="ADAL" clId="{DE8A0C4D-D6E1-427B-8816-12A6A7F7A5D7}" dt="2022-11-03T04:51:51.748" v="4198" actId="1076"/>
          <ac:spMkLst>
            <pc:docMk/>
            <pc:sldMk cId="1809007052" sldId="1341"/>
            <ac:spMk id="26" creationId="{6E2975E3-0E73-F913-9CAE-FA18C9BA7313}"/>
          </ac:spMkLst>
        </pc:spChg>
        <pc:spChg chg="add mod">
          <ac:chgData name="Mitra, Aritra" userId="c0528902-d414-4a78-8a62-a5dcc8d4eb67" providerId="ADAL" clId="{DE8A0C4D-D6E1-427B-8816-12A6A7F7A5D7}" dt="2022-11-03T04:52:47.360" v="4202" actId="207"/>
          <ac:spMkLst>
            <pc:docMk/>
            <pc:sldMk cId="1809007052" sldId="1341"/>
            <ac:spMk id="27" creationId="{2880CACC-998F-4C18-29D1-32EA38D2902F}"/>
          </ac:spMkLst>
        </pc:spChg>
        <pc:spChg chg="add mod">
          <ac:chgData name="Mitra, Aritra" userId="c0528902-d414-4a78-8a62-a5dcc8d4eb67" providerId="ADAL" clId="{DE8A0C4D-D6E1-427B-8816-12A6A7F7A5D7}" dt="2022-11-03T04:53:35.998" v="4238" actId="1076"/>
          <ac:spMkLst>
            <pc:docMk/>
            <pc:sldMk cId="1809007052" sldId="1341"/>
            <ac:spMk id="28" creationId="{700E609E-A9FD-4ADA-BBA5-D8643D645BE7}"/>
          </ac:spMkLst>
        </pc:spChg>
        <pc:spChg chg="add mod">
          <ac:chgData name="Mitra, Aritra" userId="c0528902-d414-4a78-8a62-a5dcc8d4eb67" providerId="ADAL" clId="{DE8A0C4D-D6E1-427B-8816-12A6A7F7A5D7}" dt="2022-11-03T04:53:52.564" v="4241" actId="1076"/>
          <ac:spMkLst>
            <pc:docMk/>
            <pc:sldMk cId="1809007052" sldId="1341"/>
            <ac:spMk id="29" creationId="{C0DD5602-3340-068A-7A34-62DD21340D7A}"/>
          </ac:spMkLst>
        </pc:spChg>
        <pc:spChg chg="add mod">
          <ac:chgData name="Mitra, Aritra" userId="c0528902-d414-4a78-8a62-a5dcc8d4eb67" providerId="ADAL" clId="{DE8A0C4D-D6E1-427B-8816-12A6A7F7A5D7}" dt="2022-11-04T15:07:50.594" v="10437" actId="20577"/>
          <ac:spMkLst>
            <pc:docMk/>
            <pc:sldMk cId="1809007052" sldId="1341"/>
            <ac:spMk id="30" creationId="{DD83A884-D56D-3322-90DA-45534FCD83A9}"/>
          </ac:spMkLst>
        </pc:spChg>
        <pc:spChg chg="add del mod">
          <ac:chgData name="Mitra, Aritra" userId="c0528902-d414-4a78-8a62-a5dcc8d4eb67" providerId="ADAL" clId="{DE8A0C4D-D6E1-427B-8816-12A6A7F7A5D7}" dt="2022-11-03T05:07:26.656" v="4647" actId="27803"/>
          <ac:spMkLst>
            <pc:docMk/>
            <pc:sldMk cId="1809007052" sldId="1341"/>
            <ac:spMk id="31" creationId="{B9745941-6DF4-39BB-3EDC-32D7F7821AA3}"/>
          </ac:spMkLst>
        </pc:spChg>
        <pc:spChg chg="add del mod">
          <ac:chgData name="Mitra, Aritra" userId="c0528902-d414-4a78-8a62-a5dcc8d4eb67" providerId="ADAL" clId="{DE8A0C4D-D6E1-427B-8816-12A6A7F7A5D7}" dt="2022-11-03T05:02:48.243" v="4584"/>
          <ac:spMkLst>
            <pc:docMk/>
            <pc:sldMk cId="1809007052" sldId="1341"/>
            <ac:spMk id="34" creationId="{9E7E030A-3628-455A-8E08-E36516BF7631}"/>
          </ac:spMkLst>
        </pc:spChg>
        <pc:spChg chg="add del mod">
          <ac:chgData name="Mitra, Aritra" userId="c0528902-d414-4a78-8a62-a5dcc8d4eb67" providerId="ADAL" clId="{DE8A0C4D-D6E1-427B-8816-12A6A7F7A5D7}" dt="2022-11-03T05:02:53.136" v="4586"/>
          <ac:spMkLst>
            <pc:docMk/>
            <pc:sldMk cId="1809007052" sldId="1341"/>
            <ac:spMk id="35" creationId="{6735EB99-76BB-FFB7-A016-DFB60F96E8BB}"/>
          </ac:spMkLst>
        </pc:spChg>
        <pc:spChg chg="add del mod">
          <ac:chgData name="Mitra, Aritra" userId="c0528902-d414-4a78-8a62-a5dcc8d4eb67" providerId="ADAL" clId="{DE8A0C4D-D6E1-427B-8816-12A6A7F7A5D7}" dt="2022-11-03T05:04:30.838" v="4627" actId="478"/>
          <ac:spMkLst>
            <pc:docMk/>
            <pc:sldMk cId="1809007052" sldId="1341"/>
            <ac:spMk id="38" creationId="{57728B38-9FB8-63A7-C86C-DCD5523F3586}"/>
          </ac:spMkLst>
        </pc:spChg>
        <pc:spChg chg="add mod">
          <ac:chgData name="Mitra, Aritra" userId="c0528902-d414-4a78-8a62-a5dcc8d4eb67" providerId="ADAL" clId="{DE8A0C4D-D6E1-427B-8816-12A6A7F7A5D7}" dt="2022-11-03T05:06:05.480" v="4638" actId="571"/>
          <ac:spMkLst>
            <pc:docMk/>
            <pc:sldMk cId="1809007052" sldId="1341"/>
            <ac:spMk id="39" creationId="{799362EC-5CF4-6267-7278-4DC231D88303}"/>
          </ac:spMkLst>
        </pc:spChg>
        <pc:spChg chg="add del mod">
          <ac:chgData name="Mitra, Aritra" userId="c0528902-d414-4a78-8a62-a5dcc8d4eb67" providerId="ADAL" clId="{DE8A0C4D-D6E1-427B-8816-12A6A7F7A5D7}" dt="2022-11-03T05:06:58.541" v="4645" actId="478"/>
          <ac:spMkLst>
            <pc:docMk/>
            <pc:sldMk cId="1809007052" sldId="1341"/>
            <ac:spMk id="41" creationId="{0D376530-A081-8630-BF79-5A6390F4D183}"/>
          </ac:spMkLst>
        </pc:spChg>
        <pc:spChg chg="mod">
          <ac:chgData name="Mitra, Aritra" userId="c0528902-d414-4a78-8a62-a5dcc8d4eb67" providerId="ADAL" clId="{DE8A0C4D-D6E1-427B-8816-12A6A7F7A5D7}" dt="2022-11-03T05:07:26.656" v="4647" actId="27803"/>
          <ac:spMkLst>
            <pc:docMk/>
            <pc:sldMk cId="1809007052" sldId="1341"/>
            <ac:spMk id="42" creationId="{51032469-3536-7AB9-55FB-7FB148D56B2F}"/>
          </ac:spMkLst>
        </pc:spChg>
        <pc:spChg chg="mod">
          <ac:chgData name="Mitra, Aritra" userId="c0528902-d414-4a78-8a62-a5dcc8d4eb67" providerId="ADAL" clId="{DE8A0C4D-D6E1-427B-8816-12A6A7F7A5D7}" dt="2022-11-03T05:07:26.656" v="4647" actId="27803"/>
          <ac:spMkLst>
            <pc:docMk/>
            <pc:sldMk cId="1809007052" sldId="1341"/>
            <ac:spMk id="43" creationId="{9BFDCAD6-1AE9-850D-3A11-6F417D112571}"/>
          </ac:spMkLst>
        </pc:spChg>
        <pc:grpChg chg="add del mod">
          <ac:chgData name="Mitra, Aritra" userId="c0528902-d414-4a78-8a62-a5dcc8d4eb67" providerId="ADAL" clId="{DE8A0C4D-D6E1-427B-8816-12A6A7F7A5D7}" dt="2022-11-03T04:47:00.185" v="4049" actId="165"/>
          <ac:grpSpMkLst>
            <pc:docMk/>
            <pc:sldMk cId="1809007052" sldId="1341"/>
            <ac:grpSpMk id="4" creationId="{0AA07131-3127-EF94-73F5-6C773B06591B}"/>
          </ac:grpSpMkLst>
        </pc:grpChg>
        <pc:picChg chg="mod topLvl">
          <ac:chgData name="Mitra, Aritra" userId="c0528902-d414-4a78-8a62-a5dcc8d4eb67" providerId="ADAL" clId="{DE8A0C4D-D6E1-427B-8816-12A6A7F7A5D7}" dt="2022-11-03T04:47:00.185" v="4049" actId="165"/>
          <ac:picMkLst>
            <pc:docMk/>
            <pc:sldMk cId="1809007052" sldId="1341"/>
            <ac:picMk id="5" creationId="{4969873D-3482-D3BD-1501-D7A8F2F8F0C3}"/>
          </ac:picMkLst>
        </pc:picChg>
        <pc:picChg chg="mod topLvl">
          <ac:chgData name="Mitra, Aritra" userId="c0528902-d414-4a78-8a62-a5dcc8d4eb67" providerId="ADAL" clId="{DE8A0C4D-D6E1-427B-8816-12A6A7F7A5D7}" dt="2022-11-03T04:47:00.185" v="4049" actId="165"/>
          <ac:picMkLst>
            <pc:docMk/>
            <pc:sldMk cId="1809007052" sldId="1341"/>
            <ac:picMk id="6" creationId="{387B6865-C06C-ECBD-54E6-AFAB61431CC5}"/>
          </ac:picMkLst>
        </pc:picChg>
        <pc:picChg chg="mod topLvl">
          <ac:chgData name="Mitra, Aritra" userId="c0528902-d414-4a78-8a62-a5dcc8d4eb67" providerId="ADAL" clId="{DE8A0C4D-D6E1-427B-8816-12A6A7F7A5D7}" dt="2022-11-03T04:47:00.185" v="4049" actId="165"/>
          <ac:picMkLst>
            <pc:docMk/>
            <pc:sldMk cId="1809007052" sldId="1341"/>
            <ac:picMk id="7" creationId="{FAEE4135-E22B-D416-CCE4-2F1DB391CF70}"/>
          </ac:picMkLst>
        </pc:picChg>
        <pc:picChg chg="add mod">
          <ac:chgData name="Mitra, Aritra" userId="c0528902-d414-4a78-8a62-a5dcc8d4eb67" providerId="ADAL" clId="{DE8A0C4D-D6E1-427B-8816-12A6A7F7A5D7}" dt="2022-11-03T04:42:20.055" v="3922" actId="14100"/>
          <ac:picMkLst>
            <pc:docMk/>
            <pc:sldMk cId="1809007052" sldId="1341"/>
            <ac:picMk id="15" creationId="{714558BF-56BB-AB0F-782F-CBECA0DA043B}"/>
          </ac:picMkLst>
        </pc:picChg>
        <pc:picChg chg="add del mod">
          <ac:chgData name="Mitra, Aritra" userId="c0528902-d414-4a78-8a62-a5dcc8d4eb67" providerId="ADAL" clId="{DE8A0C4D-D6E1-427B-8816-12A6A7F7A5D7}" dt="2022-11-03T04:46:24.759" v="4046"/>
          <ac:picMkLst>
            <pc:docMk/>
            <pc:sldMk cId="1809007052" sldId="1341"/>
            <ac:picMk id="19" creationId="{FA3BD5E6-5F3F-52C0-9633-2957C2F90185}"/>
          </ac:picMkLst>
        </pc:picChg>
        <pc:picChg chg="add del mod">
          <ac:chgData name="Mitra, Aritra" userId="c0528902-d414-4a78-8a62-a5dcc8d4eb67" providerId="ADAL" clId="{DE8A0C4D-D6E1-427B-8816-12A6A7F7A5D7}" dt="2022-11-03T04:46:29.883" v="4048"/>
          <ac:picMkLst>
            <pc:docMk/>
            <pc:sldMk cId="1809007052" sldId="1341"/>
            <ac:picMk id="20" creationId="{9CC06313-A371-8562-8F4B-FEE8FD528036}"/>
          </ac:picMkLst>
        </pc:picChg>
        <pc:picChg chg="add del mod">
          <ac:chgData name="Mitra, Aritra" userId="c0528902-d414-4a78-8a62-a5dcc8d4eb67" providerId="ADAL" clId="{DE8A0C4D-D6E1-427B-8816-12A6A7F7A5D7}" dt="2022-11-03T05:07:26.656" v="4647" actId="27803"/>
          <ac:picMkLst>
            <pc:docMk/>
            <pc:sldMk cId="1809007052" sldId="1341"/>
            <ac:picMk id="33" creationId="{51032469-3536-7AB9-55FB-7FB148D56B2F}"/>
          </ac:picMkLst>
        </pc:picChg>
        <pc:picChg chg="add del mod">
          <ac:chgData name="Mitra, Aritra" userId="c0528902-d414-4a78-8a62-a5dcc8d4eb67" providerId="ADAL" clId="{DE8A0C4D-D6E1-427B-8816-12A6A7F7A5D7}" dt="2022-11-03T05:07:26.656" v="4647" actId="27803"/>
          <ac:picMkLst>
            <pc:docMk/>
            <pc:sldMk cId="1809007052" sldId="1341"/>
            <ac:picMk id="36" creationId="{9BFDCAD6-1AE9-850D-3A11-6F417D112571}"/>
          </ac:picMkLst>
        </pc:picChg>
      </pc:sldChg>
      <pc:sldChg chg="addSp delSp modSp add mod">
        <pc:chgData name="Mitra, Aritra" userId="c0528902-d414-4a78-8a62-a5dcc8d4eb67" providerId="ADAL" clId="{DE8A0C4D-D6E1-427B-8816-12A6A7F7A5D7}" dt="2022-11-03T05:18:47.908" v="4879" actId="1038"/>
        <pc:sldMkLst>
          <pc:docMk/>
          <pc:sldMk cId="1575295561" sldId="1342"/>
        </pc:sldMkLst>
        <pc:spChg chg="add mod">
          <ac:chgData name="Mitra, Aritra" userId="c0528902-d414-4a78-8a62-a5dcc8d4eb67" providerId="ADAL" clId="{DE8A0C4D-D6E1-427B-8816-12A6A7F7A5D7}" dt="2022-11-03T05:10:06.887" v="4691" actId="20577"/>
          <ac:spMkLst>
            <pc:docMk/>
            <pc:sldMk cId="1575295561" sldId="1342"/>
            <ac:spMk id="3" creationId="{F35BBFF6-9B9B-0356-EF8F-A21A5875CDBB}"/>
          </ac:spMkLst>
        </pc:spChg>
        <pc:spChg chg="add mod">
          <ac:chgData name="Mitra, Aritra" userId="c0528902-d414-4a78-8a62-a5dcc8d4eb67" providerId="ADAL" clId="{DE8A0C4D-D6E1-427B-8816-12A6A7F7A5D7}" dt="2022-11-03T05:14:47.519" v="4779" actId="17032"/>
          <ac:spMkLst>
            <pc:docMk/>
            <pc:sldMk cId="1575295561" sldId="1342"/>
            <ac:spMk id="4" creationId="{D954EF43-9878-C57E-621A-A8518537D611}"/>
          </ac:spMkLst>
        </pc:spChg>
        <pc:spChg chg="mod">
          <ac:chgData name="Mitra, Aritra" userId="c0528902-d414-4a78-8a62-a5dcc8d4eb67" providerId="ADAL" clId="{DE8A0C4D-D6E1-427B-8816-12A6A7F7A5D7}" dt="2022-11-03T05:10:16.486" v="4692" actId="1076"/>
          <ac:spMkLst>
            <pc:docMk/>
            <pc:sldMk cId="1575295561" sldId="1342"/>
            <ac:spMk id="8" creationId="{9EBD4CE3-3E40-39F2-A768-5E2F51178DE0}"/>
          </ac:spMkLst>
        </pc:spChg>
        <pc:spChg chg="del">
          <ac:chgData name="Mitra, Aritra" userId="c0528902-d414-4a78-8a62-a5dcc8d4eb67" providerId="ADAL" clId="{DE8A0C4D-D6E1-427B-8816-12A6A7F7A5D7}" dt="2022-11-03T05:09:51.277" v="4685" actId="478"/>
          <ac:spMkLst>
            <pc:docMk/>
            <pc:sldMk cId="1575295561" sldId="1342"/>
            <ac:spMk id="9" creationId="{273A3B44-DBCF-5C85-130E-B99439B3A859}"/>
          </ac:spMkLst>
        </pc:spChg>
        <pc:spChg chg="mod">
          <ac:chgData name="Mitra, Aritra" userId="c0528902-d414-4a78-8a62-a5dcc8d4eb67" providerId="ADAL" clId="{DE8A0C4D-D6E1-427B-8816-12A6A7F7A5D7}" dt="2022-11-03T05:08:50.011" v="4651" actId="20577"/>
          <ac:spMkLst>
            <pc:docMk/>
            <pc:sldMk cId="1575295561" sldId="1342"/>
            <ac:spMk id="14" creationId="{0B6BDA41-C62E-1678-A4C0-553DE62008C2}"/>
          </ac:spMkLst>
        </pc:spChg>
        <pc:spChg chg="mod">
          <ac:chgData name="Mitra, Aritra" userId="c0528902-d414-4a78-8a62-a5dcc8d4eb67" providerId="ADAL" clId="{DE8A0C4D-D6E1-427B-8816-12A6A7F7A5D7}" dt="2022-11-03T05:11:36.435" v="4728" actId="1037"/>
          <ac:spMkLst>
            <pc:docMk/>
            <pc:sldMk cId="1575295561" sldId="1342"/>
            <ac:spMk id="17" creationId="{1BAEA7AA-2CE0-070F-A191-E9AF873CBBB7}"/>
          </ac:spMkLst>
        </pc:spChg>
        <pc:spChg chg="mod">
          <ac:chgData name="Mitra, Aritra" userId="c0528902-d414-4a78-8a62-a5dcc8d4eb67" providerId="ADAL" clId="{DE8A0C4D-D6E1-427B-8816-12A6A7F7A5D7}" dt="2022-11-03T05:11:47.782" v="4729" actId="20577"/>
          <ac:spMkLst>
            <pc:docMk/>
            <pc:sldMk cId="1575295561" sldId="1342"/>
            <ac:spMk id="18" creationId="{89B78FA9-0F12-55E8-A0F4-5ED08E101763}"/>
          </ac:spMkLst>
        </pc:spChg>
        <pc:spChg chg="mod">
          <ac:chgData name="Mitra, Aritra" userId="c0528902-d414-4a78-8a62-a5dcc8d4eb67" providerId="ADAL" clId="{DE8A0C4D-D6E1-427B-8816-12A6A7F7A5D7}" dt="2022-11-03T05:11:52.121" v="4730" actId="1076"/>
          <ac:spMkLst>
            <pc:docMk/>
            <pc:sldMk cId="1575295561" sldId="1342"/>
            <ac:spMk id="21" creationId="{88D855BA-F1A6-B33A-37A9-AF18E47A200D}"/>
          </ac:spMkLst>
        </pc:spChg>
        <pc:spChg chg="mod">
          <ac:chgData name="Mitra, Aritra" userId="c0528902-d414-4a78-8a62-a5dcc8d4eb67" providerId="ADAL" clId="{DE8A0C4D-D6E1-427B-8816-12A6A7F7A5D7}" dt="2022-11-03T05:13:16.127" v="4736" actId="1076"/>
          <ac:spMkLst>
            <pc:docMk/>
            <pc:sldMk cId="1575295561" sldId="1342"/>
            <ac:spMk id="22" creationId="{5E8BDBD9-36FC-1174-B995-278638B23EC4}"/>
          </ac:spMkLst>
        </pc:spChg>
        <pc:spChg chg="mod">
          <ac:chgData name="Mitra, Aritra" userId="c0528902-d414-4a78-8a62-a5dcc8d4eb67" providerId="ADAL" clId="{DE8A0C4D-D6E1-427B-8816-12A6A7F7A5D7}" dt="2022-11-03T05:18:47.908" v="4879" actId="1038"/>
          <ac:spMkLst>
            <pc:docMk/>
            <pc:sldMk cId="1575295561" sldId="1342"/>
            <ac:spMk id="23" creationId="{03ACD7EB-A0F3-ED61-8A5A-F43C4FDED6C7}"/>
          </ac:spMkLst>
        </pc:spChg>
        <pc:spChg chg="add mod">
          <ac:chgData name="Mitra, Aritra" userId="c0528902-d414-4a78-8a62-a5dcc8d4eb67" providerId="ADAL" clId="{DE8A0C4D-D6E1-427B-8816-12A6A7F7A5D7}" dt="2022-11-03T05:16:50.481" v="4825" actId="1076"/>
          <ac:spMkLst>
            <pc:docMk/>
            <pc:sldMk cId="1575295561" sldId="1342"/>
            <ac:spMk id="24" creationId="{99F2FBB8-9501-652B-E048-651D2CC76C5C}"/>
          </ac:spMkLst>
        </pc:spChg>
        <pc:spChg chg="mod">
          <ac:chgData name="Mitra, Aritra" userId="c0528902-d414-4a78-8a62-a5dcc8d4eb67" providerId="ADAL" clId="{DE8A0C4D-D6E1-427B-8816-12A6A7F7A5D7}" dt="2022-11-03T05:13:42.818" v="4741" actId="1076"/>
          <ac:spMkLst>
            <pc:docMk/>
            <pc:sldMk cId="1575295561" sldId="1342"/>
            <ac:spMk id="25" creationId="{0D2809EF-9452-E19B-9870-5B17E8171AF8}"/>
          </ac:spMkLst>
        </pc:spChg>
        <pc:spChg chg="mod">
          <ac:chgData name="Mitra, Aritra" userId="c0528902-d414-4a78-8a62-a5dcc8d4eb67" providerId="ADAL" clId="{DE8A0C4D-D6E1-427B-8816-12A6A7F7A5D7}" dt="2022-11-03T05:18:19.594" v="4860" actId="20577"/>
          <ac:spMkLst>
            <pc:docMk/>
            <pc:sldMk cId="1575295561" sldId="1342"/>
            <ac:spMk id="31" creationId="{B9745941-6DF4-39BB-3EDC-32D7F7821AA3}"/>
          </ac:spMkLst>
        </pc:spChg>
        <pc:spChg chg="add mod">
          <ac:chgData name="Mitra, Aritra" userId="c0528902-d414-4a78-8a62-a5dcc8d4eb67" providerId="ADAL" clId="{DE8A0C4D-D6E1-427B-8816-12A6A7F7A5D7}" dt="2022-11-03T05:17:17.118" v="4859" actId="1038"/>
          <ac:spMkLst>
            <pc:docMk/>
            <pc:sldMk cId="1575295561" sldId="1342"/>
            <ac:spMk id="32" creationId="{BBFC9C3D-0C79-3F0A-2B22-A9E99A68D637}"/>
          </ac:spMkLst>
        </pc:spChg>
        <pc:picChg chg="mod">
          <ac:chgData name="Mitra, Aritra" userId="c0528902-d414-4a78-8a62-a5dcc8d4eb67" providerId="ADAL" clId="{DE8A0C4D-D6E1-427B-8816-12A6A7F7A5D7}" dt="2022-11-03T05:10:53.238" v="4712" actId="1037"/>
          <ac:picMkLst>
            <pc:docMk/>
            <pc:sldMk cId="1575295561" sldId="1342"/>
            <ac:picMk id="15" creationId="{714558BF-56BB-AB0F-782F-CBECA0DA043B}"/>
          </ac:picMkLst>
        </pc:picChg>
        <pc:cxnChg chg="add mod">
          <ac:chgData name="Mitra, Aritra" userId="c0528902-d414-4a78-8a62-a5dcc8d4eb67" providerId="ADAL" clId="{DE8A0C4D-D6E1-427B-8816-12A6A7F7A5D7}" dt="2022-11-03T05:15:26.806" v="4783" actId="208"/>
          <ac:cxnSpMkLst>
            <pc:docMk/>
            <pc:sldMk cId="1575295561" sldId="1342"/>
            <ac:cxnSpMk id="20" creationId="{56E86D75-A7FA-04CF-DCE6-D7459F236E87}"/>
          </ac:cxnSpMkLst>
        </pc:cxnChg>
      </pc:sldChg>
      <pc:sldChg chg="modSp new del mod">
        <pc:chgData name="Mitra, Aritra" userId="c0528902-d414-4a78-8a62-a5dcc8d4eb67" providerId="ADAL" clId="{DE8A0C4D-D6E1-427B-8816-12A6A7F7A5D7}" dt="2022-11-03T05:05:09.223" v="4630" actId="47"/>
        <pc:sldMkLst>
          <pc:docMk/>
          <pc:sldMk cId="3288172676" sldId="1342"/>
        </pc:sldMkLst>
        <pc:spChg chg="mod">
          <ac:chgData name="Mitra, Aritra" userId="c0528902-d414-4a78-8a62-a5dcc8d4eb67" providerId="ADAL" clId="{DE8A0C4D-D6E1-427B-8816-12A6A7F7A5D7}" dt="2022-11-03T04:59:45.088" v="4562" actId="14100"/>
          <ac:spMkLst>
            <pc:docMk/>
            <pc:sldMk cId="3288172676" sldId="1342"/>
            <ac:spMk id="3" creationId="{CCAB6D2B-8923-62BA-54B4-51C4B52CCF3E}"/>
          </ac:spMkLst>
        </pc:spChg>
      </pc:sldChg>
      <pc:sldChg chg="modSp new mod modAnim">
        <pc:chgData name="Mitra, Aritra" userId="c0528902-d414-4a78-8a62-a5dcc8d4eb67" providerId="ADAL" clId="{DE8A0C4D-D6E1-427B-8816-12A6A7F7A5D7}" dt="2022-11-03T05:26:38.525" v="5233"/>
        <pc:sldMkLst>
          <pc:docMk/>
          <pc:sldMk cId="652506649" sldId="1343"/>
        </pc:sldMkLst>
        <pc:spChg chg="mod">
          <ac:chgData name="Mitra, Aritra" userId="c0528902-d414-4a78-8a62-a5dcc8d4eb67" providerId="ADAL" clId="{DE8A0C4D-D6E1-427B-8816-12A6A7F7A5D7}" dt="2022-11-03T05:19:08.887" v="4896" actId="20577"/>
          <ac:spMkLst>
            <pc:docMk/>
            <pc:sldMk cId="652506649" sldId="1343"/>
            <ac:spMk id="2" creationId="{71A935F9-F303-B87A-9F8D-BBE20F71E91A}"/>
          </ac:spMkLst>
        </pc:spChg>
        <pc:spChg chg="mod">
          <ac:chgData name="Mitra, Aritra" userId="c0528902-d414-4a78-8a62-a5dcc8d4eb67" providerId="ADAL" clId="{DE8A0C4D-D6E1-427B-8816-12A6A7F7A5D7}" dt="2022-11-03T05:25:50.226" v="5230" actId="207"/>
          <ac:spMkLst>
            <pc:docMk/>
            <pc:sldMk cId="652506649" sldId="1343"/>
            <ac:spMk id="3" creationId="{248357EF-4143-E284-D877-3C7665F37B7E}"/>
          </ac:spMkLst>
        </pc:spChg>
      </pc:sldChg>
      <pc:sldChg chg="modSp new del mod">
        <pc:chgData name="Mitra, Aritra" userId="c0528902-d414-4a78-8a62-a5dcc8d4eb67" providerId="ADAL" clId="{DE8A0C4D-D6E1-427B-8816-12A6A7F7A5D7}" dt="2022-11-03T15:06:23.974" v="5292" actId="47"/>
        <pc:sldMkLst>
          <pc:docMk/>
          <pc:sldMk cId="1726148265" sldId="1344"/>
        </pc:sldMkLst>
        <pc:spChg chg="mod">
          <ac:chgData name="Mitra, Aritra" userId="c0528902-d414-4a78-8a62-a5dcc8d4eb67" providerId="ADAL" clId="{DE8A0C4D-D6E1-427B-8816-12A6A7F7A5D7}" dt="2022-11-03T05:28:05.414" v="5275" actId="207"/>
          <ac:spMkLst>
            <pc:docMk/>
            <pc:sldMk cId="1726148265" sldId="1344"/>
            <ac:spMk id="2" creationId="{90617A34-F8B0-F04A-ED08-96DB338A9E56}"/>
          </ac:spMkLst>
        </pc:spChg>
        <pc:spChg chg="mod">
          <ac:chgData name="Mitra, Aritra" userId="c0528902-d414-4a78-8a62-a5dcc8d4eb67" providerId="ADAL" clId="{DE8A0C4D-D6E1-427B-8816-12A6A7F7A5D7}" dt="2022-11-03T05:28:26.852" v="5277" actId="14100"/>
          <ac:spMkLst>
            <pc:docMk/>
            <pc:sldMk cId="1726148265" sldId="1344"/>
            <ac:spMk id="3" creationId="{01AC7BA4-1CBD-565C-8DF1-4303B0BF837B}"/>
          </ac:spMkLst>
        </pc:spChg>
      </pc:sldChg>
      <pc:sldChg chg="addSp delSp modSp add mod delAnim modAnim">
        <pc:chgData name="Mitra, Aritra" userId="c0528902-d414-4a78-8a62-a5dcc8d4eb67" providerId="ADAL" clId="{DE8A0C4D-D6E1-427B-8816-12A6A7F7A5D7}" dt="2022-11-03T18:23:59.618" v="5766"/>
        <pc:sldMkLst>
          <pc:docMk/>
          <pc:sldMk cId="2888092832" sldId="1344"/>
        </pc:sldMkLst>
        <pc:spChg chg="mod">
          <ac:chgData name="Mitra, Aritra" userId="c0528902-d414-4a78-8a62-a5dcc8d4eb67" providerId="ADAL" clId="{DE8A0C4D-D6E1-427B-8816-12A6A7F7A5D7}" dt="2022-11-03T15:07:12.873" v="5310" actId="207"/>
          <ac:spMkLst>
            <pc:docMk/>
            <pc:sldMk cId="2888092832" sldId="1344"/>
            <ac:spMk id="2" creationId="{743C6F4F-8892-21BF-8DBB-FD2CF04CF330}"/>
          </ac:spMkLst>
        </pc:spChg>
        <pc:spChg chg="add del mod">
          <ac:chgData name="Mitra, Aritra" userId="c0528902-d414-4a78-8a62-a5dcc8d4eb67" providerId="ADAL" clId="{DE8A0C4D-D6E1-427B-8816-12A6A7F7A5D7}" dt="2022-11-03T15:07:33.300" v="5312" actId="478"/>
          <ac:spMkLst>
            <pc:docMk/>
            <pc:sldMk cId="2888092832" sldId="1344"/>
            <ac:spMk id="4" creationId="{C343635B-074F-9914-939E-8483D1A43C8D}"/>
          </ac:spMkLst>
        </pc:spChg>
        <pc:spChg chg="mod">
          <ac:chgData name="Mitra, Aritra" userId="c0528902-d414-4a78-8a62-a5dcc8d4eb67" providerId="ADAL" clId="{DE8A0C4D-D6E1-427B-8816-12A6A7F7A5D7}" dt="2022-11-03T15:07:44.507" v="5315" actId="164"/>
          <ac:spMkLst>
            <pc:docMk/>
            <pc:sldMk cId="2888092832" sldId="1344"/>
            <ac:spMk id="8" creationId="{9EBD4CE3-3E40-39F2-A768-5E2F51178DE0}"/>
          </ac:spMkLst>
        </pc:spChg>
        <pc:spChg chg="mod">
          <ac:chgData name="Mitra, Aritra" userId="c0528902-d414-4a78-8a62-a5dcc8d4eb67" providerId="ADAL" clId="{DE8A0C4D-D6E1-427B-8816-12A6A7F7A5D7}" dt="2022-11-03T15:08:18.639" v="5326" actId="1036"/>
          <ac:spMkLst>
            <pc:docMk/>
            <pc:sldMk cId="2888092832" sldId="1344"/>
            <ac:spMk id="9" creationId="{273A3B44-DBCF-5C85-130E-B99439B3A859}"/>
          </ac:spMkLst>
        </pc:spChg>
        <pc:spChg chg="mod">
          <ac:chgData name="Mitra, Aritra" userId="c0528902-d414-4a78-8a62-a5dcc8d4eb67" providerId="ADAL" clId="{DE8A0C4D-D6E1-427B-8816-12A6A7F7A5D7}" dt="2022-11-03T17:47:59.503" v="5478" actId="1076"/>
          <ac:spMkLst>
            <pc:docMk/>
            <pc:sldMk cId="2888092832" sldId="1344"/>
            <ac:spMk id="10" creationId="{AAEC685D-58F9-D24C-9D3C-A1F00A64873E}"/>
          </ac:spMkLst>
        </pc:spChg>
        <pc:spChg chg="mod">
          <ac:chgData name="Mitra, Aritra" userId="c0528902-d414-4a78-8a62-a5dcc8d4eb67" providerId="ADAL" clId="{DE8A0C4D-D6E1-427B-8816-12A6A7F7A5D7}" dt="2022-11-03T15:07:44.507" v="5315" actId="164"/>
          <ac:spMkLst>
            <pc:docMk/>
            <pc:sldMk cId="2888092832" sldId="1344"/>
            <ac:spMk id="11" creationId="{40E282D2-4CCA-53ED-B4DB-81488D50F0D5}"/>
          </ac:spMkLst>
        </pc:spChg>
        <pc:spChg chg="mod">
          <ac:chgData name="Mitra, Aritra" userId="c0528902-d414-4a78-8a62-a5dcc8d4eb67" providerId="ADAL" clId="{DE8A0C4D-D6E1-427B-8816-12A6A7F7A5D7}" dt="2022-11-03T15:07:44.507" v="5315" actId="164"/>
          <ac:spMkLst>
            <pc:docMk/>
            <pc:sldMk cId="2888092832" sldId="1344"/>
            <ac:spMk id="12" creationId="{7010559A-3503-2121-8CAF-BDA280EAAC69}"/>
          </ac:spMkLst>
        </pc:spChg>
        <pc:spChg chg="mod">
          <ac:chgData name="Mitra, Aritra" userId="c0528902-d414-4a78-8a62-a5dcc8d4eb67" providerId="ADAL" clId="{DE8A0C4D-D6E1-427B-8816-12A6A7F7A5D7}" dt="2022-11-03T15:07:44.507" v="5315" actId="164"/>
          <ac:spMkLst>
            <pc:docMk/>
            <pc:sldMk cId="2888092832" sldId="1344"/>
            <ac:spMk id="13" creationId="{77749FE9-F33B-AE24-78C3-34E80006FA05}"/>
          </ac:spMkLst>
        </pc:spChg>
        <pc:spChg chg="del">
          <ac:chgData name="Mitra, Aritra" userId="c0528902-d414-4a78-8a62-a5dcc8d4eb67" providerId="ADAL" clId="{DE8A0C4D-D6E1-427B-8816-12A6A7F7A5D7}" dt="2022-11-03T15:06:58.367" v="5298" actId="478"/>
          <ac:spMkLst>
            <pc:docMk/>
            <pc:sldMk cId="2888092832" sldId="1344"/>
            <ac:spMk id="14" creationId="{0B6BDA41-C62E-1678-A4C0-553DE62008C2}"/>
          </ac:spMkLst>
        </pc:spChg>
        <pc:spChg chg="mod">
          <ac:chgData name="Mitra, Aritra" userId="c0528902-d414-4a78-8a62-a5dcc8d4eb67" providerId="ADAL" clId="{DE8A0C4D-D6E1-427B-8816-12A6A7F7A5D7}" dt="2022-11-03T17:47:53.831" v="5477" actId="1035"/>
          <ac:spMkLst>
            <pc:docMk/>
            <pc:sldMk cId="2888092832" sldId="1344"/>
            <ac:spMk id="16" creationId="{27AB00A5-6485-94B3-67BA-49609FF775B4}"/>
          </ac:spMkLst>
        </pc:spChg>
        <pc:spChg chg="del mod">
          <ac:chgData name="Mitra, Aritra" userId="c0528902-d414-4a78-8a62-a5dcc8d4eb67" providerId="ADAL" clId="{DE8A0C4D-D6E1-427B-8816-12A6A7F7A5D7}" dt="2022-11-03T18:17:48.419" v="5580" actId="478"/>
          <ac:spMkLst>
            <pc:docMk/>
            <pc:sldMk cId="2888092832" sldId="1344"/>
            <ac:spMk id="17" creationId="{1BAEA7AA-2CE0-070F-A191-E9AF873CBBB7}"/>
          </ac:spMkLst>
        </pc:spChg>
        <pc:spChg chg="del mod">
          <ac:chgData name="Mitra, Aritra" userId="c0528902-d414-4a78-8a62-a5dcc8d4eb67" providerId="ADAL" clId="{DE8A0C4D-D6E1-427B-8816-12A6A7F7A5D7}" dt="2022-11-03T18:17:54.582" v="5581" actId="478"/>
          <ac:spMkLst>
            <pc:docMk/>
            <pc:sldMk cId="2888092832" sldId="1344"/>
            <ac:spMk id="18" creationId="{89B78FA9-0F12-55E8-A0F4-5ED08E101763}"/>
          </ac:spMkLst>
        </pc:spChg>
        <pc:spChg chg="add mod">
          <ac:chgData name="Mitra, Aritra" userId="c0528902-d414-4a78-8a62-a5dcc8d4eb67" providerId="ADAL" clId="{DE8A0C4D-D6E1-427B-8816-12A6A7F7A5D7}" dt="2022-11-03T17:48:30.870" v="5484" actId="164"/>
          <ac:spMkLst>
            <pc:docMk/>
            <pc:sldMk cId="2888092832" sldId="1344"/>
            <ac:spMk id="20" creationId="{AF077E54-08A7-AA5E-ACD6-B1F09523BA0B}"/>
          </ac:spMkLst>
        </pc:spChg>
        <pc:spChg chg="mod">
          <ac:chgData name="Mitra, Aritra" userId="c0528902-d414-4a78-8a62-a5dcc8d4eb67" providerId="ADAL" clId="{DE8A0C4D-D6E1-427B-8816-12A6A7F7A5D7}" dt="2022-11-03T18:15:17.696" v="5526" actId="1076"/>
          <ac:spMkLst>
            <pc:docMk/>
            <pc:sldMk cId="2888092832" sldId="1344"/>
            <ac:spMk id="21" creationId="{88D855BA-F1A6-B33A-37A9-AF18E47A200D}"/>
          </ac:spMkLst>
        </pc:spChg>
        <pc:spChg chg="mod">
          <ac:chgData name="Mitra, Aritra" userId="c0528902-d414-4a78-8a62-a5dcc8d4eb67" providerId="ADAL" clId="{DE8A0C4D-D6E1-427B-8816-12A6A7F7A5D7}" dt="2022-11-03T18:15:13.082" v="5525" actId="1076"/>
          <ac:spMkLst>
            <pc:docMk/>
            <pc:sldMk cId="2888092832" sldId="1344"/>
            <ac:spMk id="22" creationId="{5E8BDBD9-36FC-1174-B995-278638B23EC4}"/>
          </ac:spMkLst>
        </pc:spChg>
        <pc:spChg chg="del">
          <ac:chgData name="Mitra, Aritra" userId="c0528902-d414-4a78-8a62-a5dcc8d4eb67" providerId="ADAL" clId="{DE8A0C4D-D6E1-427B-8816-12A6A7F7A5D7}" dt="2022-11-03T15:14:32.604" v="5396" actId="478"/>
          <ac:spMkLst>
            <pc:docMk/>
            <pc:sldMk cId="2888092832" sldId="1344"/>
            <ac:spMk id="23" creationId="{03ACD7EB-A0F3-ED61-8A5A-F43C4FDED6C7}"/>
          </ac:spMkLst>
        </pc:spChg>
        <pc:spChg chg="add mod">
          <ac:chgData name="Mitra, Aritra" userId="c0528902-d414-4a78-8a62-a5dcc8d4eb67" providerId="ADAL" clId="{DE8A0C4D-D6E1-427B-8816-12A6A7F7A5D7}" dt="2022-11-03T17:48:30.870" v="5484" actId="164"/>
          <ac:spMkLst>
            <pc:docMk/>
            <pc:sldMk cId="2888092832" sldId="1344"/>
            <ac:spMk id="24" creationId="{C065DC54-DB5F-7D1D-856F-D665006F1B18}"/>
          </ac:spMkLst>
        </pc:spChg>
        <pc:spChg chg="del">
          <ac:chgData name="Mitra, Aritra" userId="c0528902-d414-4a78-8a62-a5dcc8d4eb67" providerId="ADAL" clId="{DE8A0C4D-D6E1-427B-8816-12A6A7F7A5D7}" dt="2022-11-03T15:14:35.623" v="5397" actId="478"/>
          <ac:spMkLst>
            <pc:docMk/>
            <pc:sldMk cId="2888092832" sldId="1344"/>
            <ac:spMk id="25" creationId="{0D2809EF-9452-E19B-9870-5B17E8171AF8}"/>
          </ac:spMkLst>
        </pc:spChg>
        <pc:spChg chg="del">
          <ac:chgData name="Mitra, Aritra" userId="c0528902-d414-4a78-8a62-a5dcc8d4eb67" providerId="ADAL" clId="{DE8A0C4D-D6E1-427B-8816-12A6A7F7A5D7}" dt="2022-11-03T15:14:37.186" v="5398" actId="478"/>
          <ac:spMkLst>
            <pc:docMk/>
            <pc:sldMk cId="2888092832" sldId="1344"/>
            <ac:spMk id="26" creationId="{6E2975E3-0E73-F913-9CAE-FA18C9BA7313}"/>
          </ac:spMkLst>
        </pc:spChg>
        <pc:spChg chg="mod">
          <ac:chgData name="Mitra, Aritra" userId="c0528902-d414-4a78-8a62-a5dcc8d4eb67" providerId="ADAL" clId="{DE8A0C4D-D6E1-427B-8816-12A6A7F7A5D7}" dt="2022-11-03T18:15:08.371" v="5524" actId="1076"/>
          <ac:spMkLst>
            <pc:docMk/>
            <pc:sldMk cId="2888092832" sldId="1344"/>
            <ac:spMk id="27" creationId="{2880CACC-998F-4C18-29D1-32EA38D2902F}"/>
          </ac:spMkLst>
        </pc:spChg>
        <pc:spChg chg="del mod">
          <ac:chgData name="Mitra, Aritra" userId="c0528902-d414-4a78-8a62-a5dcc8d4eb67" providerId="ADAL" clId="{DE8A0C4D-D6E1-427B-8816-12A6A7F7A5D7}" dt="2022-11-03T18:17:05.575" v="5541" actId="478"/>
          <ac:spMkLst>
            <pc:docMk/>
            <pc:sldMk cId="2888092832" sldId="1344"/>
            <ac:spMk id="28" creationId="{700E609E-A9FD-4ADA-BBA5-D8643D645BE7}"/>
          </ac:spMkLst>
        </pc:spChg>
        <pc:spChg chg="del mod">
          <ac:chgData name="Mitra, Aritra" userId="c0528902-d414-4a78-8a62-a5dcc8d4eb67" providerId="ADAL" clId="{DE8A0C4D-D6E1-427B-8816-12A6A7F7A5D7}" dt="2022-11-03T18:16:56.430" v="5538" actId="478"/>
          <ac:spMkLst>
            <pc:docMk/>
            <pc:sldMk cId="2888092832" sldId="1344"/>
            <ac:spMk id="29" creationId="{C0DD5602-3340-068A-7A34-62DD21340D7A}"/>
          </ac:spMkLst>
        </pc:spChg>
        <pc:spChg chg="mod">
          <ac:chgData name="Mitra, Aritra" userId="c0528902-d414-4a78-8a62-a5dcc8d4eb67" providerId="ADAL" clId="{DE8A0C4D-D6E1-427B-8816-12A6A7F7A5D7}" dt="2022-11-03T18:18:05.707" v="5590" actId="1038"/>
          <ac:spMkLst>
            <pc:docMk/>
            <pc:sldMk cId="2888092832" sldId="1344"/>
            <ac:spMk id="30" creationId="{DD83A884-D56D-3322-90DA-45534FCD83A9}"/>
          </ac:spMkLst>
        </pc:spChg>
        <pc:spChg chg="del">
          <ac:chgData name="Mitra, Aritra" userId="c0528902-d414-4a78-8a62-a5dcc8d4eb67" providerId="ADAL" clId="{DE8A0C4D-D6E1-427B-8816-12A6A7F7A5D7}" dt="2022-11-03T15:07:29.670" v="5311" actId="478"/>
          <ac:spMkLst>
            <pc:docMk/>
            <pc:sldMk cId="2888092832" sldId="1344"/>
            <ac:spMk id="31" creationId="{B9745941-6DF4-39BB-3EDC-32D7F7821AA3}"/>
          </ac:spMkLst>
        </pc:spChg>
        <pc:spChg chg="add del mod">
          <ac:chgData name="Mitra, Aritra" userId="c0528902-d414-4a78-8a62-a5dcc8d4eb67" providerId="ADAL" clId="{DE8A0C4D-D6E1-427B-8816-12A6A7F7A5D7}" dt="2022-11-03T15:22:58.318" v="5402"/>
          <ac:spMkLst>
            <pc:docMk/>
            <pc:sldMk cId="2888092832" sldId="1344"/>
            <ac:spMk id="32" creationId="{753C0C90-B87C-6D67-7568-7345352D0684}"/>
          </ac:spMkLst>
        </pc:spChg>
        <pc:spChg chg="add del mod">
          <ac:chgData name="Mitra, Aritra" userId="c0528902-d414-4a78-8a62-a5dcc8d4eb67" providerId="ADAL" clId="{DE8A0C4D-D6E1-427B-8816-12A6A7F7A5D7}" dt="2022-11-03T15:22:58.318" v="5402"/>
          <ac:spMkLst>
            <pc:docMk/>
            <pc:sldMk cId="2888092832" sldId="1344"/>
            <ac:spMk id="33" creationId="{2022C3C9-0032-0FFA-526F-F80D68F5FE8B}"/>
          </ac:spMkLst>
        </pc:spChg>
        <pc:spChg chg="add mod">
          <ac:chgData name="Mitra, Aritra" userId="c0528902-d414-4a78-8a62-a5dcc8d4eb67" providerId="ADAL" clId="{DE8A0C4D-D6E1-427B-8816-12A6A7F7A5D7}" dt="2022-11-03T17:48:30.870" v="5484" actId="164"/>
          <ac:spMkLst>
            <pc:docMk/>
            <pc:sldMk cId="2888092832" sldId="1344"/>
            <ac:spMk id="34" creationId="{5900631C-C78C-1E7B-3993-980D9A095065}"/>
          </ac:spMkLst>
        </pc:spChg>
        <pc:spChg chg="add mod">
          <ac:chgData name="Mitra, Aritra" userId="c0528902-d414-4a78-8a62-a5dcc8d4eb67" providerId="ADAL" clId="{DE8A0C4D-D6E1-427B-8816-12A6A7F7A5D7}" dt="2022-11-03T17:48:30.870" v="5484" actId="164"/>
          <ac:spMkLst>
            <pc:docMk/>
            <pc:sldMk cId="2888092832" sldId="1344"/>
            <ac:spMk id="35" creationId="{66AE2DA7-33E1-9EF7-09F9-D0010B3FB928}"/>
          </ac:spMkLst>
        </pc:spChg>
        <pc:spChg chg="add mod">
          <ac:chgData name="Mitra, Aritra" userId="c0528902-d414-4a78-8a62-a5dcc8d4eb67" providerId="ADAL" clId="{DE8A0C4D-D6E1-427B-8816-12A6A7F7A5D7}" dt="2022-11-03T17:48:30.870" v="5484" actId="164"/>
          <ac:spMkLst>
            <pc:docMk/>
            <pc:sldMk cId="2888092832" sldId="1344"/>
            <ac:spMk id="36" creationId="{922C42A5-7263-4E98-99CF-8488F8C9F9F9}"/>
          </ac:spMkLst>
        </pc:spChg>
        <pc:spChg chg="add mod">
          <ac:chgData name="Mitra, Aritra" userId="c0528902-d414-4a78-8a62-a5dcc8d4eb67" providerId="ADAL" clId="{DE8A0C4D-D6E1-427B-8816-12A6A7F7A5D7}" dt="2022-11-03T17:48:30.870" v="5484" actId="164"/>
          <ac:spMkLst>
            <pc:docMk/>
            <pc:sldMk cId="2888092832" sldId="1344"/>
            <ac:spMk id="37" creationId="{6EB9A738-4967-EFB3-B048-4457B6DF1242}"/>
          </ac:spMkLst>
        </pc:spChg>
        <pc:spChg chg="add del mod">
          <ac:chgData name="Mitra, Aritra" userId="c0528902-d414-4a78-8a62-a5dcc8d4eb67" providerId="ADAL" clId="{DE8A0C4D-D6E1-427B-8816-12A6A7F7A5D7}" dt="2022-11-03T15:23:47.758" v="5414" actId="478"/>
          <ac:spMkLst>
            <pc:docMk/>
            <pc:sldMk cId="2888092832" sldId="1344"/>
            <ac:spMk id="38" creationId="{9BB0C692-6DFC-5F7E-EF2E-B8F33743029B}"/>
          </ac:spMkLst>
        </pc:spChg>
        <pc:spChg chg="add mod">
          <ac:chgData name="Mitra, Aritra" userId="c0528902-d414-4a78-8a62-a5dcc8d4eb67" providerId="ADAL" clId="{DE8A0C4D-D6E1-427B-8816-12A6A7F7A5D7}" dt="2022-11-03T17:48:30.870" v="5484" actId="164"/>
          <ac:spMkLst>
            <pc:docMk/>
            <pc:sldMk cId="2888092832" sldId="1344"/>
            <ac:spMk id="39" creationId="{F1635F71-639B-7661-187A-B8DAABF96CFF}"/>
          </ac:spMkLst>
        </pc:spChg>
        <pc:spChg chg="del">
          <ac:chgData name="Mitra, Aritra" userId="c0528902-d414-4a78-8a62-a5dcc8d4eb67" providerId="ADAL" clId="{DE8A0C4D-D6E1-427B-8816-12A6A7F7A5D7}" dt="2022-11-03T15:07:35.175" v="5313" actId="478"/>
          <ac:spMkLst>
            <pc:docMk/>
            <pc:sldMk cId="2888092832" sldId="1344"/>
            <ac:spMk id="42" creationId="{51032469-3536-7AB9-55FB-7FB148D56B2F}"/>
          </ac:spMkLst>
        </pc:spChg>
        <pc:spChg chg="del">
          <ac:chgData name="Mitra, Aritra" userId="c0528902-d414-4a78-8a62-a5dcc8d4eb67" providerId="ADAL" clId="{DE8A0C4D-D6E1-427B-8816-12A6A7F7A5D7}" dt="2022-11-03T15:07:37.256" v="5314" actId="478"/>
          <ac:spMkLst>
            <pc:docMk/>
            <pc:sldMk cId="2888092832" sldId="1344"/>
            <ac:spMk id="43" creationId="{9BFDCAD6-1AE9-850D-3A11-6F417D112571}"/>
          </ac:spMkLst>
        </pc:spChg>
        <pc:spChg chg="add del">
          <ac:chgData name="Mitra, Aritra" userId="c0528902-d414-4a78-8a62-a5dcc8d4eb67" providerId="ADAL" clId="{DE8A0C4D-D6E1-427B-8816-12A6A7F7A5D7}" dt="2022-11-03T15:51:34.794" v="5431" actId="478"/>
          <ac:spMkLst>
            <pc:docMk/>
            <pc:sldMk cId="2888092832" sldId="1344"/>
            <ac:spMk id="47" creationId="{7E51C6D8-0156-AEE1-0048-3C979F114997}"/>
          </ac:spMkLst>
        </pc:spChg>
        <pc:spChg chg="add del mod">
          <ac:chgData name="Mitra, Aritra" userId="c0528902-d414-4a78-8a62-a5dcc8d4eb67" providerId="ADAL" clId="{DE8A0C4D-D6E1-427B-8816-12A6A7F7A5D7}" dt="2022-11-03T17:48:48.794" v="5489" actId="478"/>
          <ac:spMkLst>
            <pc:docMk/>
            <pc:sldMk cId="2888092832" sldId="1344"/>
            <ac:spMk id="48" creationId="{B73F7CD1-635D-2369-EEDF-D07E8DDE0759}"/>
          </ac:spMkLst>
        </pc:spChg>
        <pc:spChg chg="add mod">
          <ac:chgData name="Mitra, Aritra" userId="c0528902-d414-4a78-8a62-a5dcc8d4eb67" providerId="ADAL" clId="{DE8A0C4D-D6E1-427B-8816-12A6A7F7A5D7}" dt="2022-11-03T18:14:46.391" v="5519" actId="1076"/>
          <ac:spMkLst>
            <pc:docMk/>
            <pc:sldMk cId="2888092832" sldId="1344"/>
            <ac:spMk id="50" creationId="{21527645-C242-00C2-1480-3C3524E34628}"/>
          </ac:spMkLst>
        </pc:spChg>
        <pc:spChg chg="add mod">
          <ac:chgData name="Mitra, Aritra" userId="c0528902-d414-4a78-8a62-a5dcc8d4eb67" providerId="ADAL" clId="{DE8A0C4D-D6E1-427B-8816-12A6A7F7A5D7}" dt="2022-11-03T17:47:35.136" v="5448" actId="571"/>
          <ac:spMkLst>
            <pc:docMk/>
            <pc:sldMk cId="2888092832" sldId="1344"/>
            <ac:spMk id="51" creationId="{CB852DED-6A00-0216-5CCA-483B1AEBA1A5}"/>
          </ac:spMkLst>
        </pc:spChg>
        <pc:spChg chg="add mod">
          <ac:chgData name="Mitra, Aritra" userId="c0528902-d414-4a78-8a62-a5dcc8d4eb67" providerId="ADAL" clId="{DE8A0C4D-D6E1-427B-8816-12A6A7F7A5D7}" dt="2022-11-03T17:47:35.136" v="5448" actId="571"/>
          <ac:spMkLst>
            <pc:docMk/>
            <pc:sldMk cId="2888092832" sldId="1344"/>
            <ac:spMk id="53" creationId="{B92E5C18-738A-7A59-9ADB-20653556EECF}"/>
          </ac:spMkLst>
        </pc:spChg>
        <pc:spChg chg="add mod">
          <ac:chgData name="Mitra, Aritra" userId="c0528902-d414-4a78-8a62-a5dcc8d4eb67" providerId="ADAL" clId="{DE8A0C4D-D6E1-427B-8816-12A6A7F7A5D7}" dt="2022-11-03T17:47:43.604" v="5450" actId="571"/>
          <ac:spMkLst>
            <pc:docMk/>
            <pc:sldMk cId="2888092832" sldId="1344"/>
            <ac:spMk id="55" creationId="{1E85B8FC-219A-E22F-7352-303B5E9C1FBD}"/>
          </ac:spMkLst>
        </pc:spChg>
        <pc:spChg chg="add mod">
          <ac:chgData name="Mitra, Aritra" userId="c0528902-d414-4a78-8a62-a5dcc8d4eb67" providerId="ADAL" clId="{DE8A0C4D-D6E1-427B-8816-12A6A7F7A5D7}" dt="2022-11-03T18:16:44.991" v="5536" actId="1037"/>
          <ac:spMkLst>
            <pc:docMk/>
            <pc:sldMk cId="2888092832" sldId="1344"/>
            <ac:spMk id="57" creationId="{4489AE34-DEE2-88CB-890C-135CF6B1B0A4}"/>
          </ac:spMkLst>
        </pc:spChg>
        <pc:spChg chg="add mod">
          <ac:chgData name="Mitra, Aritra" userId="c0528902-d414-4a78-8a62-a5dcc8d4eb67" providerId="ADAL" clId="{DE8A0C4D-D6E1-427B-8816-12A6A7F7A5D7}" dt="2022-11-03T18:18:58.928" v="5594" actId="17032"/>
          <ac:spMkLst>
            <pc:docMk/>
            <pc:sldMk cId="2888092832" sldId="1344"/>
            <ac:spMk id="58" creationId="{211156B8-F796-915F-0641-3C81248572AF}"/>
          </ac:spMkLst>
        </pc:spChg>
        <pc:spChg chg="add mod">
          <ac:chgData name="Mitra, Aritra" userId="c0528902-d414-4a78-8a62-a5dcc8d4eb67" providerId="ADAL" clId="{DE8A0C4D-D6E1-427B-8816-12A6A7F7A5D7}" dt="2022-11-03T18:22:26.891" v="5715" actId="208"/>
          <ac:spMkLst>
            <pc:docMk/>
            <pc:sldMk cId="2888092832" sldId="1344"/>
            <ac:spMk id="63" creationId="{BAF175BF-8C55-76CE-1416-F31FD5CA0A70}"/>
          </ac:spMkLst>
        </pc:spChg>
        <pc:spChg chg="add del mod">
          <ac:chgData name="Mitra, Aritra" userId="c0528902-d414-4a78-8a62-a5dcc8d4eb67" providerId="ADAL" clId="{DE8A0C4D-D6E1-427B-8816-12A6A7F7A5D7}" dt="2022-11-03T18:22:49.661" v="5737" actId="478"/>
          <ac:spMkLst>
            <pc:docMk/>
            <pc:sldMk cId="2888092832" sldId="1344"/>
            <ac:spMk id="64" creationId="{BBAC8E23-9FF8-FA37-9CE5-FBEF4909339A}"/>
          </ac:spMkLst>
        </pc:spChg>
        <pc:spChg chg="add mod">
          <ac:chgData name="Mitra, Aritra" userId="c0528902-d414-4a78-8a62-a5dcc8d4eb67" providerId="ADAL" clId="{DE8A0C4D-D6E1-427B-8816-12A6A7F7A5D7}" dt="2022-11-03T18:23:41.612" v="5764" actId="255"/>
          <ac:spMkLst>
            <pc:docMk/>
            <pc:sldMk cId="2888092832" sldId="1344"/>
            <ac:spMk id="65" creationId="{01B3CAB6-B715-1FA5-A4C9-E907CA33582C}"/>
          </ac:spMkLst>
        </pc:spChg>
        <pc:grpChg chg="add mod">
          <ac:chgData name="Mitra, Aritra" userId="c0528902-d414-4a78-8a62-a5dcc8d4eb67" providerId="ADAL" clId="{DE8A0C4D-D6E1-427B-8816-12A6A7F7A5D7}" dt="2022-11-03T17:47:29.339" v="5445" actId="1076"/>
          <ac:grpSpMkLst>
            <pc:docMk/>
            <pc:sldMk cId="2888092832" sldId="1344"/>
            <ac:grpSpMk id="19" creationId="{E59CEDC2-3EF8-E5EF-B3A7-10F3F2A72885}"/>
          </ac:grpSpMkLst>
        </pc:grpChg>
        <pc:grpChg chg="add mod">
          <ac:chgData name="Mitra, Aritra" userId="c0528902-d414-4a78-8a62-a5dcc8d4eb67" providerId="ADAL" clId="{DE8A0C4D-D6E1-427B-8816-12A6A7F7A5D7}" dt="2022-11-03T17:48:41.811" v="5486" actId="1076"/>
          <ac:grpSpMkLst>
            <pc:docMk/>
            <pc:sldMk cId="2888092832" sldId="1344"/>
            <ac:grpSpMk id="56" creationId="{667B00D2-9F8C-2D64-45A0-790E60822D15}"/>
          </ac:grpSpMkLst>
        </pc:grpChg>
        <pc:picChg chg="mod">
          <ac:chgData name="Mitra, Aritra" userId="c0528902-d414-4a78-8a62-a5dcc8d4eb67" providerId="ADAL" clId="{DE8A0C4D-D6E1-427B-8816-12A6A7F7A5D7}" dt="2022-11-03T15:07:44.507" v="5315" actId="164"/>
          <ac:picMkLst>
            <pc:docMk/>
            <pc:sldMk cId="2888092832" sldId="1344"/>
            <ac:picMk id="5" creationId="{4969873D-3482-D3BD-1501-D7A8F2F8F0C3}"/>
          </ac:picMkLst>
        </pc:picChg>
        <pc:picChg chg="mod">
          <ac:chgData name="Mitra, Aritra" userId="c0528902-d414-4a78-8a62-a5dcc8d4eb67" providerId="ADAL" clId="{DE8A0C4D-D6E1-427B-8816-12A6A7F7A5D7}" dt="2022-11-03T15:07:44.507" v="5315" actId="164"/>
          <ac:picMkLst>
            <pc:docMk/>
            <pc:sldMk cId="2888092832" sldId="1344"/>
            <ac:picMk id="6" creationId="{387B6865-C06C-ECBD-54E6-AFAB61431CC5}"/>
          </ac:picMkLst>
        </pc:picChg>
        <pc:picChg chg="mod">
          <ac:chgData name="Mitra, Aritra" userId="c0528902-d414-4a78-8a62-a5dcc8d4eb67" providerId="ADAL" clId="{DE8A0C4D-D6E1-427B-8816-12A6A7F7A5D7}" dt="2022-11-03T15:07:44.507" v="5315" actId="164"/>
          <ac:picMkLst>
            <pc:docMk/>
            <pc:sldMk cId="2888092832" sldId="1344"/>
            <ac:picMk id="7" creationId="{FAEE4135-E22B-D416-CCE4-2F1DB391CF70}"/>
          </ac:picMkLst>
        </pc:picChg>
        <pc:picChg chg="mod">
          <ac:chgData name="Mitra, Aritra" userId="c0528902-d414-4a78-8a62-a5dcc8d4eb67" providerId="ADAL" clId="{DE8A0C4D-D6E1-427B-8816-12A6A7F7A5D7}" dt="2022-11-03T17:47:53.831" v="5477" actId="1035"/>
          <ac:picMkLst>
            <pc:docMk/>
            <pc:sldMk cId="2888092832" sldId="1344"/>
            <ac:picMk id="15" creationId="{714558BF-56BB-AB0F-782F-CBECA0DA043B}"/>
          </ac:picMkLst>
        </pc:picChg>
        <pc:picChg chg="add mod">
          <ac:chgData name="Mitra, Aritra" userId="c0528902-d414-4a78-8a62-a5dcc8d4eb67" providerId="ADAL" clId="{DE8A0C4D-D6E1-427B-8816-12A6A7F7A5D7}" dt="2022-11-03T17:47:35.136" v="5448" actId="571"/>
          <ac:picMkLst>
            <pc:docMk/>
            <pc:sldMk cId="2888092832" sldId="1344"/>
            <ac:picMk id="52" creationId="{19F925A0-2497-1433-BA8D-FED224DA6078}"/>
          </ac:picMkLst>
        </pc:picChg>
        <pc:picChg chg="add mod">
          <ac:chgData name="Mitra, Aritra" userId="c0528902-d414-4a78-8a62-a5dcc8d4eb67" providerId="ADAL" clId="{DE8A0C4D-D6E1-427B-8816-12A6A7F7A5D7}" dt="2022-11-03T17:47:43.604" v="5450" actId="571"/>
          <ac:picMkLst>
            <pc:docMk/>
            <pc:sldMk cId="2888092832" sldId="1344"/>
            <ac:picMk id="54" creationId="{92A84742-861C-784E-541B-FB5F9C04C130}"/>
          </ac:picMkLst>
        </pc:picChg>
        <pc:cxnChg chg="add del mod">
          <ac:chgData name="Mitra, Aritra" userId="c0528902-d414-4a78-8a62-a5dcc8d4eb67" providerId="ADAL" clId="{DE8A0C4D-D6E1-427B-8816-12A6A7F7A5D7}" dt="2022-11-03T15:50:59.612" v="5425" actId="478"/>
          <ac:cxnSpMkLst>
            <pc:docMk/>
            <pc:sldMk cId="2888092832" sldId="1344"/>
            <ac:cxnSpMk id="41" creationId="{DE7A87C4-85BD-D5EF-BE41-1E90A9A1EBB4}"/>
          </ac:cxnSpMkLst>
        </pc:cxnChg>
        <pc:cxnChg chg="add del mod">
          <ac:chgData name="Mitra, Aritra" userId="c0528902-d414-4a78-8a62-a5dcc8d4eb67" providerId="ADAL" clId="{DE8A0C4D-D6E1-427B-8816-12A6A7F7A5D7}" dt="2022-11-03T15:51:13.110" v="5429" actId="478"/>
          <ac:cxnSpMkLst>
            <pc:docMk/>
            <pc:sldMk cId="2888092832" sldId="1344"/>
            <ac:cxnSpMk id="45" creationId="{0B2B494E-5E76-4E86-3537-DCD31575B9B4}"/>
          </ac:cxnSpMkLst>
        </pc:cxnChg>
        <pc:cxnChg chg="add mod">
          <ac:chgData name="Mitra, Aritra" userId="c0528902-d414-4a78-8a62-a5dcc8d4eb67" providerId="ADAL" clId="{DE8A0C4D-D6E1-427B-8816-12A6A7F7A5D7}" dt="2022-11-03T18:19:39.012" v="5599" actId="14100"/>
          <ac:cxnSpMkLst>
            <pc:docMk/>
            <pc:sldMk cId="2888092832" sldId="1344"/>
            <ac:cxnSpMk id="60" creationId="{897EAFD8-84CB-BCB3-F710-BFA094DC0826}"/>
          </ac:cxnSpMkLst>
        </pc:cxnChg>
      </pc:sldChg>
      <pc:sldChg chg="addSp delSp modSp add del mod delAnim">
        <pc:chgData name="Mitra, Aritra" userId="c0528902-d414-4a78-8a62-a5dcc8d4eb67" providerId="ADAL" clId="{DE8A0C4D-D6E1-427B-8816-12A6A7F7A5D7}" dt="2022-11-03T15:06:49.264" v="5296" actId="47"/>
        <pc:sldMkLst>
          <pc:docMk/>
          <pc:sldMk cId="3673168898" sldId="1344"/>
        </pc:sldMkLst>
        <pc:spChg chg="add del mod">
          <ac:chgData name="Mitra, Aritra" userId="c0528902-d414-4a78-8a62-a5dcc8d4eb67" providerId="ADAL" clId="{DE8A0C4D-D6E1-427B-8816-12A6A7F7A5D7}" dt="2022-11-03T15:06:42.277" v="5295" actId="478"/>
          <ac:spMkLst>
            <pc:docMk/>
            <pc:sldMk cId="3673168898" sldId="1344"/>
            <ac:spMk id="19" creationId="{4ACD73B3-23F3-BDD8-0267-2387892543CD}"/>
          </ac:spMkLst>
        </pc:spChg>
        <pc:spChg chg="del">
          <ac:chgData name="Mitra, Aritra" userId="c0528902-d414-4a78-8a62-a5dcc8d4eb67" providerId="ADAL" clId="{DE8A0C4D-D6E1-427B-8816-12A6A7F7A5D7}" dt="2022-11-03T15:06:28.758" v="5294" actId="478"/>
          <ac:spMkLst>
            <pc:docMk/>
            <pc:sldMk cId="3673168898" sldId="1344"/>
            <ac:spMk id="31" creationId="{B9745941-6DF4-39BB-3EDC-32D7F7821AA3}"/>
          </ac:spMkLst>
        </pc:spChg>
      </pc:sldChg>
      <pc:sldChg chg="addSp delSp modSp new mod modAnim">
        <pc:chgData name="Mitra, Aritra" userId="c0528902-d414-4a78-8a62-a5dcc8d4eb67" providerId="ADAL" clId="{DE8A0C4D-D6E1-427B-8816-12A6A7F7A5D7}" dt="2022-11-03T18:58:25.767" v="6690"/>
        <pc:sldMkLst>
          <pc:docMk/>
          <pc:sldMk cId="1120499996" sldId="1345"/>
        </pc:sldMkLst>
        <pc:spChg chg="mod">
          <ac:chgData name="Mitra, Aritra" userId="c0528902-d414-4a78-8a62-a5dcc8d4eb67" providerId="ADAL" clId="{DE8A0C4D-D6E1-427B-8816-12A6A7F7A5D7}" dt="2022-11-03T18:24:51.346" v="5794" actId="20577"/>
          <ac:spMkLst>
            <pc:docMk/>
            <pc:sldMk cId="1120499996" sldId="1345"/>
            <ac:spMk id="2" creationId="{C2ACDF41-384B-D000-E719-74EE0E303E21}"/>
          </ac:spMkLst>
        </pc:spChg>
        <pc:spChg chg="del mod">
          <ac:chgData name="Mitra, Aritra" userId="c0528902-d414-4a78-8a62-a5dcc8d4eb67" providerId="ADAL" clId="{DE8A0C4D-D6E1-427B-8816-12A6A7F7A5D7}" dt="2022-11-03T18:26:17.551" v="5796" actId="478"/>
          <ac:spMkLst>
            <pc:docMk/>
            <pc:sldMk cId="1120499996" sldId="1345"/>
            <ac:spMk id="3" creationId="{E5009052-D1BE-FC56-0341-8655EC760095}"/>
          </ac:spMkLst>
        </pc:spChg>
        <pc:spChg chg="del mod">
          <ac:chgData name="Mitra, Aritra" userId="c0528902-d414-4a78-8a62-a5dcc8d4eb67" providerId="ADAL" clId="{DE8A0C4D-D6E1-427B-8816-12A6A7F7A5D7}" dt="2022-11-03T18:27:41.578" v="5804" actId="478"/>
          <ac:spMkLst>
            <pc:docMk/>
            <pc:sldMk cId="1120499996" sldId="1345"/>
            <ac:spMk id="7" creationId="{583AAEAE-E542-C798-FA51-CA3B78242930}"/>
          </ac:spMkLst>
        </pc:spChg>
        <pc:spChg chg="del mod">
          <ac:chgData name="Mitra, Aritra" userId="c0528902-d414-4a78-8a62-a5dcc8d4eb67" providerId="ADAL" clId="{DE8A0C4D-D6E1-427B-8816-12A6A7F7A5D7}" dt="2022-11-03T18:27:43.434" v="5805" actId="478"/>
          <ac:spMkLst>
            <pc:docMk/>
            <pc:sldMk cId="1120499996" sldId="1345"/>
            <ac:spMk id="8" creationId="{CDD0AB77-675A-B7DE-6066-FD4FC7D9DB98}"/>
          </ac:spMkLst>
        </pc:spChg>
        <pc:spChg chg="del mod">
          <ac:chgData name="Mitra, Aritra" userId="c0528902-d414-4a78-8a62-a5dcc8d4eb67" providerId="ADAL" clId="{DE8A0C4D-D6E1-427B-8816-12A6A7F7A5D7}" dt="2022-11-03T18:27:49.842" v="5808" actId="478"/>
          <ac:spMkLst>
            <pc:docMk/>
            <pc:sldMk cId="1120499996" sldId="1345"/>
            <ac:spMk id="9" creationId="{D2481F7F-F871-5620-4B84-D784EC703132}"/>
          </ac:spMkLst>
        </pc:spChg>
        <pc:spChg chg="del mod">
          <ac:chgData name="Mitra, Aritra" userId="c0528902-d414-4a78-8a62-a5dcc8d4eb67" providerId="ADAL" clId="{DE8A0C4D-D6E1-427B-8816-12A6A7F7A5D7}" dt="2022-11-03T18:27:48.330" v="5807" actId="478"/>
          <ac:spMkLst>
            <pc:docMk/>
            <pc:sldMk cId="1120499996" sldId="1345"/>
            <ac:spMk id="10" creationId="{7C79F660-910B-CB9F-92CF-8AF656D663C3}"/>
          </ac:spMkLst>
        </pc:spChg>
        <pc:spChg chg="del mod">
          <ac:chgData name="Mitra, Aritra" userId="c0528902-d414-4a78-8a62-a5dcc8d4eb67" providerId="ADAL" clId="{DE8A0C4D-D6E1-427B-8816-12A6A7F7A5D7}" dt="2022-11-03T18:27:45.491" v="5806" actId="478"/>
          <ac:spMkLst>
            <pc:docMk/>
            <pc:sldMk cId="1120499996" sldId="1345"/>
            <ac:spMk id="11" creationId="{EC72DCED-3197-7DAD-669F-5A3E3491C8D2}"/>
          </ac:spMkLst>
        </pc:spChg>
        <pc:spChg chg="del mod">
          <ac:chgData name="Mitra, Aritra" userId="c0528902-d414-4a78-8a62-a5dcc8d4eb67" providerId="ADAL" clId="{DE8A0C4D-D6E1-427B-8816-12A6A7F7A5D7}" dt="2022-11-03T18:27:51.619" v="5809" actId="478"/>
          <ac:spMkLst>
            <pc:docMk/>
            <pc:sldMk cId="1120499996" sldId="1345"/>
            <ac:spMk id="12" creationId="{D7C1491E-EBBA-DFB3-963F-9BECEE809D05}"/>
          </ac:spMkLst>
        </pc:spChg>
        <pc:spChg chg="add mod">
          <ac:chgData name="Mitra, Aritra" userId="c0528902-d414-4a78-8a62-a5dcc8d4eb67" providerId="ADAL" clId="{DE8A0C4D-D6E1-427B-8816-12A6A7F7A5D7}" dt="2022-11-03T18:44:21.700" v="6178" actId="1076"/>
          <ac:spMkLst>
            <pc:docMk/>
            <pc:sldMk cId="1120499996" sldId="1345"/>
            <ac:spMk id="15" creationId="{4E9BAD54-54A2-2EB0-FFCD-B9301879A90E}"/>
          </ac:spMkLst>
        </pc:spChg>
        <pc:spChg chg="add mod">
          <ac:chgData name="Mitra, Aritra" userId="c0528902-d414-4a78-8a62-a5dcc8d4eb67" providerId="ADAL" clId="{DE8A0C4D-D6E1-427B-8816-12A6A7F7A5D7}" dt="2022-11-03T18:37:31.626" v="6081" actId="1076"/>
          <ac:spMkLst>
            <pc:docMk/>
            <pc:sldMk cId="1120499996" sldId="1345"/>
            <ac:spMk id="16" creationId="{98BDA805-7341-F1C2-38A9-95A7F991DEEF}"/>
          </ac:spMkLst>
        </pc:spChg>
        <pc:spChg chg="add mod">
          <ac:chgData name="Mitra, Aritra" userId="c0528902-d414-4a78-8a62-a5dcc8d4eb67" providerId="ADAL" clId="{DE8A0C4D-D6E1-427B-8816-12A6A7F7A5D7}" dt="2022-11-03T18:43:58.556" v="6176" actId="1035"/>
          <ac:spMkLst>
            <pc:docMk/>
            <pc:sldMk cId="1120499996" sldId="1345"/>
            <ac:spMk id="18" creationId="{13E0BD64-3721-0B27-593C-38FB145AA8E2}"/>
          </ac:spMkLst>
        </pc:spChg>
        <pc:spChg chg="add mod">
          <ac:chgData name="Mitra, Aritra" userId="c0528902-d414-4a78-8a62-a5dcc8d4eb67" providerId="ADAL" clId="{DE8A0C4D-D6E1-427B-8816-12A6A7F7A5D7}" dt="2022-11-03T18:48:43.578" v="6260" actId="1036"/>
          <ac:spMkLst>
            <pc:docMk/>
            <pc:sldMk cId="1120499996" sldId="1345"/>
            <ac:spMk id="19" creationId="{7A489883-D4EB-1958-B630-9719F85511D9}"/>
          </ac:spMkLst>
        </pc:spChg>
        <pc:spChg chg="add del mod">
          <ac:chgData name="Mitra, Aritra" userId="c0528902-d414-4a78-8a62-a5dcc8d4eb67" providerId="ADAL" clId="{DE8A0C4D-D6E1-427B-8816-12A6A7F7A5D7}" dt="2022-11-03T18:44:49.160" v="6184" actId="478"/>
          <ac:spMkLst>
            <pc:docMk/>
            <pc:sldMk cId="1120499996" sldId="1345"/>
            <ac:spMk id="20" creationId="{D755070E-4700-925C-D9DB-F6EF3AEE43C5}"/>
          </ac:spMkLst>
        </pc:spChg>
        <pc:spChg chg="add mod">
          <ac:chgData name="Mitra, Aritra" userId="c0528902-d414-4a78-8a62-a5dcc8d4eb67" providerId="ADAL" clId="{DE8A0C4D-D6E1-427B-8816-12A6A7F7A5D7}" dt="2022-11-03T18:44:54.541" v="6186" actId="14100"/>
          <ac:spMkLst>
            <pc:docMk/>
            <pc:sldMk cId="1120499996" sldId="1345"/>
            <ac:spMk id="21" creationId="{77045C73-738F-04D0-0F04-5533FC48A045}"/>
          </ac:spMkLst>
        </pc:spChg>
        <pc:spChg chg="add mod">
          <ac:chgData name="Mitra, Aritra" userId="c0528902-d414-4a78-8a62-a5dcc8d4eb67" providerId="ADAL" clId="{DE8A0C4D-D6E1-427B-8816-12A6A7F7A5D7}" dt="2022-11-03T18:45:04.499" v="6188" actId="1076"/>
          <ac:spMkLst>
            <pc:docMk/>
            <pc:sldMk cId="1120499996" sldId="1345"/>
            <ac:spMk id="22" creationId="{E1E9974D-951C-900B-19CC-4A3C88B3BC90}"/>
          </ac:spMkLst>
        </pc:spChg>
        <pc:spChg chg="add mod">
          <ac:chgData name="Mitra, Aritra" userId="c0528902-d414-4a78-8a62-a5dcc8d4eb67" providerId="ADAL" clId="{DE8A0C4D-D6E1-427B-8816-12A6A7F7A5D7}" dt="2022-11-03T18:45:10.597" v="6190" actId="1076"/>
          <ac:spMkLst>
            <pc:docMk/>
            <pc:sldMk cId="1120499996" sldId="1345"/>
            <ac:spMk id="23" creationId="{4DC1B08F-C758-7C32-0FFE-25EF93815118}"/>
          </ac:spMkLst>
        </pc:spChg>
        <pc:spChg chg="add mod">
          <ac:chgData name="Mitra, Aritra" userId="c0528902-d414-4a78-8a62-a5dcc8d4eb67" providerId="ADAL" clId="{DE8A0C4D-D6E1-427B-8816-12A6A7F7A5D7}" dt="2022-11-03T18:45:17.936" v="6192" actId="1076"/>
          <ac:spMkLst>
            <pc:docMk/>
            <pc:sldMk cId="1120499996" sldId="1345"/>
            <ac:spMk id="24" creationId="{59843D3B-E83E-4FBE-1FD7-2A5D8B0F6103}"/>
          </ac:spMkLst>
        </pc:spChg>
        <pc:spChg chg="add mod">
          <ac:chgData name="Mitra, Aritra" userId="c0528902-d414-4a78-8a62-a5dcc8d4eb67" providerId="ADAL" clId="{DE8A0C4D-D6E1-427B-8816-12A6A7F7A5D7}" dt="2022-11-03T18:45:26.335" v="6194" actId="1076"/>
          <ac:spMkLst>
            <pc:docMk/>
            <pc:sldMk cId="1120499996" sldId="1345"/>
            <ac:spMk id="25" creationId="{9B44FA40-8DAE-710D-6A1B-9BA1A1166A8B}"/>
          </ac:spMkLst>
        </pc:spChg>
        <pc:spChg chg="add mod">
          <ac:chgData name="Mitra, Aritra" userId="c0528902-d414-4a78-8a62-a5dcc8d4eb67" providerId="ADAL" clId="{DE8A0C4D-D6E1-427B-8816-12A6A7F7A5D7}" dt="2022-11-03T18:48:23.631" v="6239" actId="1076"/>
          <ac:spMkLst>
            <pc:docMk/>
            <pc:sldMk cId="1120499996" sldId="1345"/>
            <ac:spMk id="34" creationId="{7DDB6F54-8AF0-EC84-5CE7-BF583F53315F}"/>
          </ac:spMkLst>
        </pc:spChg>
        <pc:spChg chg="add mod">
          <ac:chgData name="Mitra, Aritra" userId="c0528902-d414-4a78-8a62-a5dcc8d4eb67" providerId="ADAL" clId="{DE8A0C4D-D6E1-427B-8816-12A6A7F7A5D7}" dt="2022-11-03T18:54:54.645" v="6575" actId="14100"/>
          <ac:spMkLst>
            <pc:docMk/>
            <pc:sldMk cId="1120499996" sldId="1345"/>
            <ac:spMk id="35" creationId="{71157F89-A9EC-5723-EBE4-A11F3CC6D0EE}"/>
          </ac:spMkLst>
        </pc:spChg>
        <pc:spChg chg="add mod">
          <ac:chgData name="Mitra, Aritra" userId="c0528902-d414-4a78-8a62-a5dcc8d4eb67" providerId="ADAL" clId="{DE8A0C4D-D6E1-427B-8816-12A6A7F7A5D7}" dt="2022-11-03T18:54:57.866" v="6576" actId="1076"/>
          <ac:spMkLst>
            <pc:docMk/>
            <pc:sldMk cId="1120499996" sldId="1345"/>
            <ac:spMk id="36" creationId="{DE2E98EB-260E-4134-4218-ECE2EE6DC5BA}"/>
          </ac:spMkLst>
        </pc:spChg>
        <pc:spChg chg="add mod">
          <ac:chgData name="Mitra, Aritra" userId="c0528902-d414-4a78-8a62-a5dcc8d4eb67" providerId="ADAL" clId="{DE8A0C4D-D6E1-427B-8816-12A6A7F7A5D7}" dt="2022-11-03T18:55:43.698" v="6579" actId="17032"/>
          <ac:spMkLst>
            <pc:docMk/>
            <pc:sldMk cId="1120499996" sldId="1345"/>
            <ac:spMk id="37" creationId="{12563EE5-6DFD-C722-61CD-64C5582A8696}"/>
          </ac:spMkLst>
        </pc:spChg>
        <pc:spChg chg="add del mod">
          <ac:chgData name="Mitra, Aritra" userId="c0528902-d414-4a78-8a62-a5dcc8d4eb67" providerId="ADAL" clId="{DE8A0C4D-D6E1-427B-8816-12A6A7F7A5D7}" dt="2022-11-03T18:57:20.324" v="6648" actId="478"/>
          <ac:spMkLst>
            <pc:docMk/>
            <pc:sldMk cId="1120499996" sldId="1345"/>
            <ac:spMk id="41" creationId="{9B2770BD-74C9-A56C-8468-93D0546E68DE}"/>
          </ac:spMkLst>
        </pc:spChg>
        <pc:spChg chg="add mod">
          <ac:chgData name="Mitra, Aritra" userId="c0528902-d414-4a78-8a62-a5dcc8d4eb67" providerId="ADAL" clId="{DE8A0C4D-D6E1-427B-8816-12A6A7F7A5D7}" dt="2022-11-03T18:58:14.511" v="6689" actId="207"/>
          <ac:spMkLst>
            <pc:docMk/>
            <pc:sldMk cId="1120499996" sldId="1345"/>
            <ac:spMk id="42" creationId="{F7CBB95A-87AE-8829-C950-CEE0B38DBC98}"/>
          </ac:spMkLst>
        </pc:spChg>
        <pc:grpChg chg="del mod">
          <ac:chgData name="Mitra, Aritra" userId="c0528902-d414-4a78-8a62-a5dcc8d4eb67" providerId="ADAL" clId="{DE8A0C4D-D6E1-427B-8816-12A6A7F7A5D7}" dt="2022-11-03T18:27:11.315" v="5802" actId="27803"/>
          <ac:grpSpMkLst>
            <pc:docMk/>
            <pc:sldMk cId="1120499996" sldId="1345"/>
            <ac:grpSpMk id="6" creationId="{5BDEC801-34AF-B792-12B4-94F44BFFA8B9}"/>
          </ac:grpSpMkLst>
        </pc:grpChg>
        <pc:grpChg chg="add mod">
          <ac:chgData name="Mitra, Aritra" userId="c0528902-d414-4a78-8a62-a5dcc8d4eb67" providerId="ADAL" clId="{DE8A0C4D-D6E1-427B-8816-12A6A7F7A5D7}" dt="2022-11-03T18:43:58.556" v="6176" actId="1035"/>
          <ac:grpSpMkLst>
            <pc:docMk/>
            <pc:sldMk cId="1120499996" sldId="1345"/>
            <ac:grpSpMk id="17" creationId="{D8E43B3E-0742-17C3-E950-41F402FC2D6C}"/>
          </ac:grpSpMkLst>
        </pc:grpChg>
        <pc:picChg chg="add del mod">
          <ac:chgData name="Mitra, Aritra" userId="c0528902-d414-4a78-8a62-a5dcc8d4eb67" providerId="ADAL" clId="{DE8A0C4D-D6E1-427B-8816-12A6A7F7A5D7}" dt="2022-11-03T18:27:11.315" v="5802" actId="27803"/>
          <ac:picMkLst>
            <pc:docMk/>
            <pc:sldMk cId="1120499996" sldId="1345"/>
            <ac:picMk id="5" creationId="{D1FD5CFD-7EEF-E5CD-588B-4A16C986BCB2}"/>
          </ac:picMkLst>
        </pc:picChg>
        <pc:picChg chg="add mod">
          <ac:chgData name="Mitra, Aritra" userId="c0528902-d414-4a78-8a62-a5dcc8d4eb67" providerId="ADAL" clId="{DE8A0C4D-D6E1-427B-8816-12A6A7F7A5D7}" dt="2022-11-03T18:44:14.269" v="6177" actId="1076"/>
          <ac:picMkLst>
            <pc:docMk/>
            <pc:sldMk cId="1120499996" sldId="1345"/>
            <ac:picMk id="14" creationId="{ADA05C11-5674-9EB2-411A-EB65ACEB9207}"/>
          </ac:picMkLst>
        </pc:picChg>
        <pc:cxnChg chg="add mod">
          <ac:chgData name="Mitra, Aritra" userId="c0528902-d414-4a78-8a62-a5dcc8d4eb67" providerId="ADAL" clId="{DE8A0C4D-D6E1-427B-8816-12A6A7F7A5D7}" dt="2022-11-03T18:46:32.950" v="6204" actId="1582"/>
          <ac:cxnSpMkLst>
            <pc:docMk/>
            <pc:sldMk cId="1120499996" sldId="1345"/>
            <ac:cxnSpMk id="27" creationId="{FF13309E-B06F-0E4A-F195-21D9EF018F8C}"/>
          </ac:cxnSpMkLst>
        </pc:cxnChg>
        <pc:cxnChg chg="add mod">
          <ac:chgData name="Mitra, Aritra" userId="c0528902-d414-4a78-8a62-a5dcc8d4eb67" providerId="ADAL" clId="{DE8A0C4D-D6E1-427B-8816-12A6A7F7A5D7}" dt="2022-11-03T18:46:32.950" v="6204" actId="1582"/>
          <ac:cxnSpMkLst>
            <pc:docMk/>
            <pc:sldMk cId="1120499996" sldId="1345"/>
            <ac:cxnSpMk id="28" creationId="{84D5590A-F10A-C5C8-97AA-FEC36BFA8D95}"/>
          </ac:cxnSpMkLst>
        </pc:cxnChg>
        <pc:cxnChg chg="add mod">
          <ac:chgData name="Mitra, Aritra" userId="c0528902-d414-4a78-8a62-a5dcc8d4eb67" providerId="ADAL" clId="{DE8A0C4D-D6E1-427B-8816-12A6A7F7A5D7}" dt="2022-11-03T18:46:32.950" v="6204" actId="1582"/>
          <ac:cxnSpMkLst>
            <pc:docMk/>
            <pc:sldMk cId="1120499996" sldId="1345"/>
            <ac:cxnSpMk id="31" creationId="{F4A5838C-B9B7-9A86-C333-4D80C82638E2}"/>
          </ac:cxnSpMkLst>
        </pc:cxnChg>
        <pc:cxnChg chg="add mod">
          <ac:chgData name="Mitra, Aritra" userId="c0528902-d414-4a78-8a62-a5dcc8d4eb67" providerId="ADAL" clId="{DE8A0C4D-D6E1-427B-8816-12A6A7F7A5D7}" dt="2022-11-03T18:56:28.549" v="6607" actId="1582"/>
          <ac:cxnSpMkLst>
            <pc:docMk/>
            <pc:sldMk cId="1120499996" sldId="1345"/>
            <ac:cxnSpMk id="39" creationId="{1E8B312F-CBC1-B3E5-F376-089F8503F0A4}"/>
          </ac:cxnSpMkLst>
        </pc:cxnChg>
      </pc:sldChg>
      <pc:sldChg chg="addSp delSp modSp new mod delAnim modAnim">
        <pc:chgData name="Mitra, Aritra" userId="c0528902-d414-4a78-8a62-a5dcc8d4eb67" providerId="ADAL" clId="{DE8A0C4D-D6E1-427B-8816-12A6A7F7A5D7}" dt="2022-11-03T23:45:19.019" v="7327"/>
        <pc:sldMkLst>
          <pc:docMk/>
          <pc:sldMk cId="755710439" sldId="1346"/>
        </pc:sldMkLst>
        <pc:spChg chg="mod">
          <ac:chgData name="Mitra, Aritra" userId="c0528902-d414-4a78-8a62-a5dcc8d4eb67" providerId="ADAL" clId="{DE8A0C4D-D6E1-427B-8816-12A6A7F7A5D7}" dt="2022-11-03T22:53:59.277" v="6730" actId="20577"/>
          <ac:spMkLst>
            <pc:docMk/>
            <pc:sldMk cId="755710439" sldId="1346"/>
            <ac:spMk id="2" creationId="{DBDBE81B-644E-4BD1-CEF9-97BED203DE54}"/>
          </ac:spMkLst>
        </pc:spChg>
        <pc:spChg chg="mod">
          <ac:chgData name="Mitra, Aritra" userId="c0528902-d414-4a78-8a62-a5dcc8d4eb67" providerId="ADAL" clId="{DE8A0C4D-D6E1-427B-8816-12A6A7F7A5D7}" dt="2022-11-03T23:24:38.144" v="7033"/>
          <ac:spMkLst>
            <pc:docMk/>
            <pc:sldMk cId="755710439" sldId="1346"/>
            <ac:spMk id="3" creationId="{39E626DC-A3BA-26B4-CF2B-949C6A1E45C1}"/>
          </ac:spMkLst>
        </pc:spChg>
        <pc:spChg chg="add mod">
          <ac:chgData name="Mitra, Aritra" userId="c0528902-d414-4a78-8a62-a5dcc8d4eb67" providerId="ADAL" clId="{DE8A0C4D-D6E1-427B-8816-12A6A7F7A5D7}" dt="2022-11-03T22:57:04.371" v="6804" actId="1076"/>
          <ac:spMkLst>
            <pc:docMk/>
            <pc:sldMk cId="755710439" sldId="1346"/>
            <ac:spMk id="4" creationId="{8A5F4EC1-3C3B-2921-021B-08DD46CE5218}"/>
          </ac:spMkLst>
        </pc:spChg>
        <pc:spChg chg="add mod">
          <ac:chgData name="Mitra, Aritra" userId="c0528902-d414-4a78-8a62-a5dcc8d4eb67" providerId="ADAL" clId="{DE8A0C4D-D6E1-427B-8816-12A6A7F7A5D7}" dt="2022-11-03T22:57:09.344" v="6806" actId="571"/>
          <ac:spMkLst>
            <pc:docMk/>
            <pc:sldMk cId="755710439" sldId="1346"/>
            <ac:spMk id="5" creationId="{13311B94-7E96-DC46-EDA5-35CF25B73201}"/>
          </ac:spMkLst>
        </pc:spChg>
        <pc:spChg chg="add mod">
          <ac:chgData name="Mitra, Aritra" userId="c0528902-d414-4a78-8a62-a5dcc8d4eb67" providerId="ADAL" clId="{DE8A0C4D-D6E1-427B-8816-12A6A7F7A5D7}" dt="2022-11-03T22:57:09.344" v="6806" actId="571"/>
          <ac:spMkLst>
            <pc:docMk/>
            <pc:sldMk cId="755710439" sldId="1346"/>
            <ac:spMk id="6" creationId="{43039555-9796-A1F7-878D-C1A0D8F779E8}"/>
          </ac:spMkLst>
        </pc:spChg>
        <pc:spChg chg="add del mod">
          <ac:chgData name="Mitra, Aritra" userId="c0528902-d414-4a78-8a62-a5dcc8d4eb67" providerId="ADAL" clId="{DE8A0C4D-D6E1-427B-8816-12A6A7F7A5D7}" dt="2022-11-03T23:29:58.430" v="7115" actId="478"/>
          <ac:spMkLst>
            <pc:docMk/>
            <pc:sldMk cId="755710439" sldId="1346"/>
            <ac:spMk id="9" creationId="{20F9EED5-EC43-0CF3-6273-B97C97758F1B}"/>
          </ac:spMkLst>
        </pc:spChg>
        <pc:spChg chg="add del mod">
          <ac:chgData name="Mitra, Aritra" userId="c0528902-d414-4a78-8a62-a5dcc8d4eb67" providerId="ADAL" clId="{DE8A0C4D-D6E1-427B-8816-12A6A7F7A5D7}" dt="2022-11-03T23:30:08.783" v="7120" actId="478"/>
          <ac:spMkLst>
            <pc:docMk/>
            <pc:sldMk cId="755710439" sldId="1346"/>
            <ac:spMk id="10" creationId="{EA981F5C-C40B-177E-7B41-A06280464E42}"/>
          </ac:spMkLst>
        </pc:spChg>
        <pc:spChg chg="add mod">
          <ac:chgData name="Mitra, Aritra" userId="c0528902-d414-4a78-8a62-a5dcc8d4eb67" providerId="ADAL" clId="{DE8A0C4D-D6E1-427B-8816-12A6A7F7A5D7}" dt="2022-11-03T23:24:34.832" v="7032"/>
          <ac:spMkLst>
            <pc:docMk/>
            <pc:sldMk cId="755710439" sldId="1346"/>
            <ac:spMk id="12" creationId="{2262CBF7-5850-A8C1-F735-93A5909C13BB}"/>
          </ac:spMkLst>
        </pc:spChg>
        <pc:spChg chg="add mod">
          <ac:chgData name="Mitra, Aritra" userId="c0528902-d414-4a78-8a62-a5dcc8d4eb67" providerId="ADAL" clId="{DE8A0C4D-D6E1-427B-8816-12A6A7F7A5D7}" dt="2022-11-03T23:22:48.041" v="7028" actId="20577"/>
          <ac:spMkLst>
            <pc:docMk/>
            <pc:sldMk cId="755710439" sldId="1346"/>
            <ac:spMk id="13" creationId="{09CAE386-1F19-0AE8-0DF8-B58AF8198FDF}"/>
          </ac:spMkLst>
        </pc:spChg>
        <pc:spChg chg="add mod">
          <ac:chgData name="Mitra, Aritra" userId="c0528902-d414-4a78-8a62-a5dcc8d4eb67" providerId="ADAL" clId="{DE8A0C4D-D6E1-427B-8816-12A6A7F7A5D7}" dt="2022-11-03T23:45:14.825" v="7325" actId="1076"/>
          <ac:spMkLst>
            <pc:docMk/>
            <pc:sldMk cId="755710439" sldId="1346"/>
            <ac:spMk id="14" creationId="{7B76D252-2ED5-3C87-0417-E11B67CF4380}"/>
          </ac:spMkLst>
        </pc:spChg>
        <pc:spChg chg="add mod">
          <ac:chgData name="Mitra, Aritra" userId="c0528902-d414-4a78-8a62-a5dcc8d4eb67" providerId="ADAL" clId="{DE8A0C4D-D6E1-427B-8816-12A6A7F7A5D7}" dt="2022-11-03T23:26:12.051" v="7084" actId="1076"/>
          <ac:spMkLst>
            <pc:docMk/>
            <pc:sldMk cId="755710439" sldId="1346"/>
            <ac:spMk id="16" creationId="{58AC9040-F6CE-23B9-D376-1BB0F4A92966}"/>
          </ac:spMkLst>
        </pc:spChg>
        <pc:spChg chg="add mod">
          <ac:chgData name="Mitra, Aritra" userId="c0528902-d414-4a78-8a62-a5dcc8d4eb67" providerId="ADAL" clId="{DE8A0C4D-D6E1-427B-8816-12A6A7F7A5D7}" dt="2022-11-03T23:34:17.671" v="7155" actId="1076"/>
          <ac:spMkLst>
            <pc:docMk/>
            <pc:sldMk cId="755710439" sldId="1346"/>
            <ac:spMk id="17" creationId="{E52CD508-1CA5-3EF7-9A75-FE0286D89E36}"/>
          </ac:spMkLst>
        </pc:spChg>
        <pc:spChg chg="add mod">
          <ac:chgData name="Mitra, Aritra" userId="c0528902-d414-4a78-8a62-a5dcc8d4eb67" providerId="ADAL" clId="{DE8A0C4D-D6E1-427B-8816-12A6A7F7A5D7}" dt="2022-11-03T23:27:06.074" v="7095" actId="20577"/>
          <ac:spMkLst>
            <pc:docMk/>
            <pc:sldMk cId="755710439" sldId="1346"/>
            <ac:spMk id="18" creationId="{B0BC28BD-F17B-A34A-F993-C38A79087547}"/>
          </ac:spMkLst>
        </pc:spChg>
        <pc:spChg chg="add del mod">
          <ac:chgData name="Mitra, Aritra" userId="c0528902-d414-4a78-8a62-a5dcc8d4eb67" providerId="ADAL" clId="{DE8A0C4D-D6E1-427B-8816-12A6A7F7A5D7}" dt="2022-11-03T23:30:04.671" v="7118" actId="478"/>
          <ac:spMkLst>
            <pc:docMk/>
            <pc:sldMk cId="755710439" sldId="1346"/>
            <ac:spMk id="20" creationId="{D151D61E-2F29-F797-CF5C-55356C3ED6C5}"/>
          </ac:spMkLst>
        </pc:spChg>
        <pc:spChg chg="add del mod">
          <ac:chgData name="Mitra, Aritra" userId="c0528902-d414-4a78-8a62-a5dcc8d4eb67" providerId="ADAL" clId="{DE8A0C4D-D6E1-427B-8816-12A6A7F7A5D7}" dt="2022-11-03T23:30:02.659" v="7117" actId="478"/>
          <ac:spMkLst>
            <pc:docMk/>
            <pc:sldMk cId="755710439" sldId="1346"/>
            <ac:spMk id="22" creationId="{210DF925-D166-485B-36E5-7543F4B3FF81}"/>
          </ac:spMkLst>
        </pc:spChg>
        <pc:spChg chg="add del mod">
          <ac:chgData name="Mitra, Aritra" userId="c0528902-d414-4a78-8a62-a5dcc8d4eb67" providerId="ADAL" clId="{DE8A0C4D-D6E1-427B-8816-12A6A7F7A5D7}" dt="2022-11-03T23:29:53.571" v="7112" actId="478"/>
          <ac:spMkLst>
            <pc:docMk/>
            <pc:sldMk cId="755710439" sldId="1346"/>
            <ac:spMk id="24" creationId="{DA752DE3-3386-23B3-E771-7E8096F07FB8}"/>
          </ac:spMkLst>
        </pc:spChg>
        <pc:spChg chg="add del mod">
          <ac:chgData name="Mitra, Aritra" userId="c0528902-d414-4a78-8a62-a5dcc8d4eb67" providerId="ADAL" clId="{DE8A0C4D-D6E1-427B-8816-12A6A7F7A5D7}" dt="2022-11-03T23:30:00.796" v="7116" actId="478"/>
          <ac:spMkLst>
            <pc:docMk/>
            <pc:sldMk cId="755710439" sldId="1346"/>
            <ac:spMk id="25" creationId="{786A9A98-C3AA-B75E-E36A-B2210CFBB5B3}"/>
          </ac:spMkLst>
        </pc:spChg>
        <pc:spChg chg="add del mod">
          <ac:chgData name="Mitra, Aritra" userId="c0528902-d414-4a78-8a62-a5dcc8d4eb67" providerId="ADAL" clId="{DE8A0C4D-D6E1-427B-8816-12A6A7F7A5D7}" dt="2022-11-03T23:35:20.059" v="7159"/>
          <ac:spMkLst>
            <pc:docMk/>
            <pc:sldMk cId="755710439" sldId="1346"/>
            <ac:spMk id="26" creationId="{29423A6A-714C-B5E6-DB12-3E335451DEE9}"/>
          </ac:spMkLst>
        </pc:spChg>
        <pc:spChg chg="add del mod">
          <ac:chgData name="Mitra, Aritra" userId="c0528902-d414-4a78-8a62-a5dcc8d4eb67" providerId="ADAL" clId="{DE8A0C4D-D6E1-427B-8816-12A6A7F7A5D7}" dt="2022-11-03T23:45:19.019" v="7327"/>
          <ac:spMkLst>
            <pc:docMk/>
            <pc:sldMk cId="755710439" sldId="1346"/>
            <ac:spMk id="27" creationId="{5641BB8B-2980-1A7B-CB9D-DEEBB9F742A7}"/>
          </ac:spMkLst>
        </pc:spChg>
        <pc:cxnChg chg="add del mod">
          <ac:chgData name="Mitra, Aritra" userId="c0528902-d414-4a78-8a62-a5dcc8d4eb67" providerId="ADAL" clId="{DE8A0C4D-D6E1-427B-8816-12A6A7F7A5D7}" dt="2022-11-03T23:32:49.678" v="7142" actId="478"/>
          <ac:cxnSpMkLst>
            <pc:docMk/>
            <pc:sldMk cId="755710439" sldId="1346"/>
            <ac:cxnSpMk id="8" creationId="{9899E4D6-C851-51AB-7667-4762D359480A}"/>
          </ac:cxnSpMkLst>
        </pc:cxnChg>
        <pc:cxnChg chg="add del mod">
          <ac:chgData name="Mitra, Aritra" userId="c0528902-d414-4a78-8a62-a5dcc8d4eb67" providerId="ADAL" clId="{DE8A0C4D-D6E1-427B-8816-12A6A7F7A5D7}" dt="2022-11-03T23:28:51.234" v="7102" actId="478"/>
          <ac:cxnSpMkLst>
            <pc:docMk/>
            <pc:sldMk cId="755710439" sldId="1346"/>
            <ac:cxnSpMk id="19" creationId="{42A147D7-111C-2EC0-EE87-A24E808F80F4}"/>
          </ac:cxnSpMkLst>
        </pc:cxnChg>
        <pc:cxnChg chg="add del mod">
          <ac:chgData name="Mitra, Aritra" userId="c0528902-d414-4a78-8a62-a5dcc8d4eb67" providerId="ADAL" clId="{DE8A0C4D-D6E1-427B-8816-12A6A7F7A5D7}" dt="2022-11-03T23:28:48.653" v="7101" actId="478"/>
          <ac:cxnSpMkLst>
            <pc:docMk/>
            <pc:sldMk cId="755710439" sldId="1346"/>
            <ac:cxnSpMk id="21" creationId="{6050ADE5-10CA-8476-9881-C9A37929B40C}"/>
          </ac:cxnSpMkLst>
        </pc:cxnChg>
        <pc:cxnChg chg="add del mod">
          <ac:chgData name="Mitra, Aritra" userId="c0528902-d414-4a78-8a62-a5dcc8d4eb67" providerId="ADAL" clId="{DE8A0C4D-D6E1-427B-8816-12A6A7F7A5D7}" dt="2022-11-03T23:29:29.183" v="7107" actId="478"/>
          <ac:cxnSpMkLst>
            <pc:docMk/>
            <pc:sldMk cId="755710439" sldId="1346"/>
            <ac:cxnSpMk id="23" creationId="{A31B5753-6E52-95D1-E0C5-EE29839DEB6F}"/>
          </ac:cxnSpMkLst>
        </pc:cxnChg>
      </pc:sldChg>
      <pc:sldChg chg="addSp delSp modSp add mod delAnim modAnim">
        <pc:chgData name="Mitra, Aritra" userId="c0528902-d414-4a78-8a62-a5dcc8d4eb67" providerId="ADAL" clId="{DE8A0C4D-D6E1-427B-8816-12A6A7F7A5D7}" dt="2022-11-03T23:54:57.195" v="7389"/>
        <pc:sldMkLst>
          <pc:docMk/>
          <pc:sldMk cId="725973242" sldId="1347"/>
        </pc:sldMkLst>
        <pc:spChg chg="mod">
          <ac:chgData name="Mitra, Aritra" userId="c0528902-d414-4a78-8a62-a5dcc8d4eb67" providerId="ADAL" clId="{DE8A0C4D-D6E1-427B-8816-12A6A7F7A5D7}" dt="2022-11-03T23:37:06.850" v="7241" actId="20577"/>
          <ac:spMkLst>
            <pc:docMk/>
            <pc:sldMk cId="725973242" sldId="1347"/>
            <ac:spMk id="3" creationId="{39E626DC-A3BA-26B4-CF2B-949C6A1E45C1}"/>
          </ac:spMkLst>
        </pc:spChg>
        <pc:spChg chg="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9" creationId="{20F9EED5-EC43-0CF3-6273-B97C97758F1B}"/>
          </ac:spMkLst>
        </pc:spChg>
        <pc:spChg chg="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10" creationId="{EA981F5C-C40B-177E-7B41-A06280464E42}"/>
          </ac:spMkLst>
        </pc:spChg>
        <pc:spChg chg="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12" creationId="{2262CBF7-5850-A8C1-F735-93A5909C13BB}"/>
          </ac:spMkLst>
        </pc:spChg>
        <pc:spChg chg="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13" creationId="{09CAE386-1F19-0AE8-0DF8-B58AF8198FDF}"/>
          </ac:spMkLst>
        </pc:spChg>
        <pc:spChg chg="del">
          <ac:chgData name="Mitra, Aritra" userId="c0528902-d414-4a78-8a62-a5dcc8d4eb67" providerId="ADAL" clId="{DE8A0C4D-D6E1-427B-8816-12A6A7F7A5D7}" dt="2022-11-03T23:37:53.169" v="7243" actId="478"/>
          <ac:spMkLst>
            <pc:docMk/>
            <pc:sldMk cId="725973242" sldId="1347"/>
            <ac:spMk id="14" creationId="{7B76D252-2ED5-3C87-0417-E11B67CF4380}"/>
          </ac:spMkLst>
        </pc:spChg>
        <pc:spChg chg="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16" creationId="{58AC9040-F6CE-23B9-D376-1BB0F4A92966}"/>
          </ac:spMkLst>
        </pc:spChg>
        <pc:spChg chg="del">
          <ac:chgData name="Mitra, Aritra" userId="c0528902-d414-4a78-8a62-a5dcc8d4eb67" providerId="ADAL" clId="{DE8A0C4D-D6E1-427B-8816-12A6A7F7A5D7}" dt="2022-11-03T23:37:50.702" v="7242" actId="478"/>
          <ac:spMkLst>
            <pc:docMk/>
            <pc:sldMk cId="725973242" sldId="1347"/>
            <ac:spMk id="17" creationId="{E52CD508-1CA5-3EF7-9A75-FE0286D89E36}"/>
          </ac:spMkLst>
        </pc:spChg>
        <pc:spChg chg="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18" creationId="{B0BC28BD-F17B-A34A-F993-C38A79087547}"/>
          </ac:spMkLst>
        </pc:spChg>
        <pc:spChg chg="add del mod">
          <ac:chgData name="Mitra, Aritra" userId="c0528902-d414-4a78-8a62-a5dcc8d4eb67" providerId="ADAL" clId="{DE8A0C4D-D6E1-427B-8816-12A6A7F7A5D7}" dt="2022-11-03T23:44:38.497" v="7315"/>
          <ac:spMkLst>
            <pc:docMk/>
            <pc:sldMk cId="725973242" sldId="1347"/>
            <ac:spMk id="20" creationId="{CF631B3D-0553-2ED8-EF7A-9D0DF4F8DB77}"/>
          </ac:spMkLst>
        </pc:spChg>
        <pc:spChg chg="add 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21" creationId="{1E70C034-5F07-F826-C68A-D308DC1E9617}"/>
          </ac:spMkLst>
        </pc:spChg>
        <pc:spChg chg="add del mod">
          <ac:chgData name="Mitra, Aritra" userId="c0528902-d414-4a78-8a62-a5dcc8d4eb67" providerId="ADAL" clId="{DE8A0C4D-D6E1-427B-8816-12A6A7F7A5D7}" dt="2022-11-03T23:47:57.120" v="7336" actId="478"/>
          <ac:spMkLst>
            <pc:docMk/>
            <pc:sldMk cId="725973242" sldId="1347"/>
            <ac:spMk id="22" creationId="{7A78ACA3-28B3-0CD9-6169-084E92C611F6}"/>
          </ac:spMkLst>
        </pc:spChg>
        <pc:spChg chg="add del mod">
          <ac:chgData name="Mitra, Aritra" userId="c0528902-d414-4a78-8a62-a5dcc8d4eb67" providerId="ADAL" clId="{DE8A0C4D-D6E1-427B-8816-12A6A7F7A5D7}" dt="2022-11-03T23:47:54.921" v="7335" actId="478"/>
          <ac:spMkLst>
            <pc:docMk/>
            <pc:sldMk cId="725973242" sldId="1347"/>
            <ac:spMk id="23" creationId="{FFB98F4A-D30B-BE0F-4A5A-7D6A029CD95F}"/>
          </ac:spMkLst>
        </pc:spChg>
        <pc:spChg chg="add 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24" creationId="{137B184E-2930-1DE2-82EE-D3DA40F5761C}"/>
          </ac:spMkLst>
        </pc:spChg>
        <pc:spChg chg="add 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25" creationId="{E72607F9-2EC1-F449-6FB2-789F4F694F03}"/>
          </ac:spMkLst>
        </pc:spChg>
        <pc:spChg chg="add 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32" creationId="{F9E4572A-FD6C-711F-2806-5301A37EFE07}"/>
          </ac:spMkLst>
        </pc:spChg>
        <pc:spChg chg="add mod">
          <ac:chgData name="Mitra, Aritra" userId="c0528902-d414-4a78-8a62-a5dcc8d4eb67" providerId="ADAL" clId="{DE8A0C4D-D6E1-427B-8816-12A6A7F7A5D7}" dt="2022-11-03T23:54:41.981" v="7388" actId="164"/>
          <ac:spMkLst>
            <pc:docMk/>
            <pc:sldMk cId="725973242" sldId="1347"/>
            <ac:spMk id="33" creationId="{97A07C06-B3FF-E5D5-6A67-25ECE28FA4D8}"/>
          </ac:spMkLst>
        </pc:spChg>
        <pc:grpChg chg="add mod">
          <ac:chgData name="Mitra, Aritra" userId="c0528902-d414-4a78-8a62-a5dcc8d4eb67" providerId="ADAL" clId="{DE8A0C4D-D6E1-427B-8816-12A6A7F7A5D7}" dt="2022-11-03T23:54:41.981" v="7388" actId="164"/>
          <ac:grpSpMkLst>
            <pc:docMk/>
            <pc:sldMk cId="725973242" sldId="1347"/>
            <ac:grpSpMk id="34" creationId="{C2521D1A-A9E2-E246-6ADB-F7BC849E21B3}"/>
          </ac:grpSpMkLst>
        </pc:grpChg>
        <pc:cxnChg chg="add del mod">
          <ac:chgData name="Mitra, Aritra" userId="c0528902-d414-4a78-8a62-a5dcc8d4eb67" providerId="ADAL" clId="{DE8A0C4D-D6E1-427B-8816-12A6A7F7A5D7}" dt="2022-11-03T23:42:59.006" v="7272" actId="478"/>
          <ac:cxnSpMkLst>
            <pc:docMk/>
            <pc:sldMk cId="725973242" sldId="1347"/>
            <ac:cxnSpMk id="6" creationId="{58812D41-015F-A7FC-6BB4-9C3809081381}"/>
          </ac:cxnSpMkLst>
        </pc:cxnChg>
        <pc:cxnChg chg="add mod">
          <ac:chgData name="Mitra, Aritra" userId="c0528902-d414-4a78-8a62-a5dcc8d4eb67" providerId="ADAL" clId="{DE8A0C4D-D6E1-427B-8816-12A6A7F7A5D7}" dt="2022-11-03T23:54:41.981" v="7388" actId="164"/>
          <ac:cxnSpMkLst>
            <pc:docMk/>
            <pc:sldMk cId="725973242" sldId="1347"/>
            <ac:cxnSpMk id="7" creationId="{978F3CBF-F757-1001-8374-2E83522E95D6}"/>
          </ac:cxnSpMkLst>
        </pc:cxnChg>
        <pc:cxnChg chg="mod">
          <ac:chgData name="Mitra, Aritra" userId="c0528902-d414-4a78-8a62-a5dcc8d4eb67" providerId="ADAL" clId="{DE8A0C4D-D6E1-427B-8816-12A6A7F7A5D7}" dt="2022-11-03T23:54:41.981" v="7388" actId="164"/>
          <ac:cxnSpMkLst>
            <pc:docMk/>
            <pc:sldMk cId="725973242" sldId="1347"/>
            <ac:cxnSpMk id="8" creationId="{9899E4D6-C851-51AB-7667-4762D359480A}"/>
          </ac:cxnSpMkLst>
        </pc:cxnChg>
        <pc:cxnChg chg="add mod">
          <ac:chgData name="Mitra, Aritra" userId="c0528902-d414-4a78-8a62-a5dcc8d4eb67" providerId="ADAL" clId="{DE8A0C4D-D6E1-427B-8816-12A6A7F7A5D7}" dt="2022-11-03T23:54:41.981" v="7388" actId="164"/>
          <ac:cxnSpMkLst>
            <pc:docMk/>
            <pc:sldMk cId="725973242" sldId="1347"/>
            <ac:cxnSpMk id="11" creationId="{AFD18CAD-9A94-70A6-0750-8DF2D82B7223}"/>
          </ac:cxnSpMkLst>
        </pc:cxnChg>
        <pc:cxnChg chg="add mod">
          <ac:chgData name="Mitra, Aritra" userId="c0528902-d414-4a78-8a62-a5dcc8d4eb67" providerId="ADAL" clId="{DE8A0C4D-D6E1-427B-8816-12A6A7F7A5D7}" dt="2022-11-03T23:54:41.981" v="7388" actId="164"/>
          <ac:cxnSpMkLst>
            <pc:docMk/>
            <pc:sldMk cId="725973242" sldId="1347"/>
            <ac:cxnSpMk id="19" creationId="{3535A91F-DA47-35F2-69FE-FE6DED9ED2CA}"/>
          </ac:cxnSpMkLst>
        </pc:cxnChg>
        <pc:cxnChg chg="add mod">
          <ac:chgData name="Mitra, Aritra" userId="c0528902-d414-4a78-8a62-a5dcc8d4eb67" providerId="ADAL" clId="{DE8A0C4D-D6E1-427B-8816-12A6A7F7A5D7}" dt="2022-11-03T23:54:41.981" v="7388" actId="164"/>
          <ac:cxnSpMkLst>
            <pc:docMk/>
            <pc:sldMk cId="725973242" sldId="1347"/>
            <ac:cxnSpMk id="27" creationId="{BEEB1A34-4B51-F175-5D43-43D44A371BEE}"/>
          </ac:cxnSpMkLst>
        </pc:cxnChg>
        <pc:cxnChg chg="add mod">
          <ac:chgData name="Mitra, Aritra" userId="c0528902-d414-4a78-8a62-a5dcc8d4eb67" providerId="ADAL" clId="{DE8A0C4D-D6E1-427B-8816-12A6A7F7A5D7}" dt="2022-11-03T23:54:41.981" v="7388" actId="164"/>
          <ac:cxnSpMkLst>
            <pc:docMk/>
            <pc:sldMk cId="725973242" sldId="1347"/>
            <ac:cxnSpMk id="28" creationId="{45008FD7-D2A3-6A4A-CB07-5A66D12DE665}"/>
          </ac:cxnSpMkLst>
        </pc:cxnChg>
        <pc:cxnChg chg="add mod">
          <ac:chgData name="Mitra, Aritra" userId="c0528902-d414-4a78-8a62-a5dcc8d4eb67" providerId="ADAL" clId="{DE8A0C4D-D6E1-427B-8816-12A6A7F7A5D7}" dt="2022-11-03T23:54:41.981" v="7388" actId="164"/>
          <ac:cxnSpMkLst>
            <pc:docMk/>
            <pc:sldMk cId="725973242" sldId="1347"/>
            <ac:cxnSpMk id="30" creationId="{D22C8DDA-A440-8B93-7281-6F8EE6EF7BB1}"/>
          </ac:cxnSpMkLst>
        </pc:cxnChg>
        <pc:cxnChg chg="add mod">
          <ac:chgData name="Mitra, Aritra" userId="c0528902-d414-4a78-8a62-a5dcc8d4eb67" providerId="ADAL" clId="{DE8A0C4D-D6E1-427B-8816-12A6A7F7A5D7}" dt="2022-11-03T23:54:41.981" v="7388" actId="164"/>
          <ac:cxnSpMkLst>
            <pc:docMk/>
            <pc:sldMk cId="725973242" sldId="1347"/>
            <ac:cxnSpMk id="31" creationId="{111EBBA6-7574-0B62-C58A-059ABE9251B6}"/>
          </ac:cxnSpMkLst>
        </pc:cxnChg>
      </pc:sldChg>
      <pc:sldChg chg="addSp delSp modSp new mod modAnim">
        <pc:chgData name="Mitra, Aritra" userId="c0528902-d414-4a78-8a62-a5dcc8d4eb67" providerId="ADAL" clId="{DE8A0C4D-D6E1-427B-8816-12A6A7F7A5D7}" dt="2022-11-04T01:46:49.182" v="7729" actId="20577"/>
        <pc:sldMkLst>
          <pc:docMk/>
          <pc:sldMk cId="2861962396" sldId="1348"/>
        </pc:sldMkLst>
        <pc:spChg chg="mod">
          <ac:chgData name="Mitra, Aritra" userId="c0528902-d414-4a78-8a62-a5dcc8d4eb67" providerId="ADAL" clId="{DE8A0C4D-D6E1-427B-8816-12A6A7F7A5D7}" dt="2022-11-03T23:57:19.343" v="7417" actId="20577"/>
          <ac:spMkLst>
            <pc:docMk/>
            <pc:sldMk cId="2861962396" sldId="1348"/>
            <ac:spMk id="2" creationId="{7E2B6E82-AF19-8F78-9DC3-22919F032201}"/>
          </ac:spMkLst>
        </pc:spChg>
        <pc:spChg chg="del mod">
          <ac:chgData name="Mitra, Aritra" userId="c0528902-d414-4a78-8a62-a5dcc8d4eb67" providerId="ADAL" clId="{DE8A0C4D-D6E1-427B-8816-12A6A7F7A5D7}" dt="2022-11-03T23:58:37.177" v="7520" actId="478"/>
          <ac:spMkLst>
            <pc:docMk/>
            <pc:sldMk cId="2861962396" sldId="1348"/>
            <ac:spMk id="3" creationId="{E17E4551-F2DE-6CC5-C175-E8B49CF01019}"/>
          </ac:spMkLst>
        </pc:spChg>
        <pc:spChg chg="add mod">
          <ac:chgData name="Mitra, Aritra" userId="c0528902-d414-4a78-8a62-a5dcc8d4eb67" providerId="ADAL" clId="{DE8A0C4D-D6E1-427B-8816-12A6A7F7A5D7}" dt="2022-11-03T23:58:51.919" v="7532" actId="1038"/>
          <ac:spMkLst>
            <pc:docMk/>
            <pc:sldMk cId="2861962396" sldId="1348"/>
            <ac:spMk id="4" creationId="{143A6CDE-3C6C-3FC8-B6C5-184B64407821}"/>
          </ac:spMkLst>
        </pc:spChg>
        <pc:spChg chg="add mod">
          <ac:chgData name="Mitra, Aritra" userId="c0528902-d414-4a78-8a62-a5dcc8d4eb67" providerId="ADAL" clId="{DE8A0C4D-D6E1-427B-8816-12A6A7F7A5D7}" dt="2022-11-04T00:01:19.318" v="7718" actId="1076"/>
          <ac:spMkLst>
            <pc:docMk/>
            <pc:sldMk cId="2861962396" sldId="1348"/>
            <ac:spMk id="5" creationId="{0EC54255-25E5-691E-E6A4-2843F3DFA992}"/>
          </ac:spMkLst>
        </pc:spChg>
        <pc:spChg chg="add mod">
          <ac:chgData name="Mitra, Aritra" userId="c0528902-d414-4a78-8a62-a5dcc8d4eb67" providerId="ADAL" clId="{DE8A0C4D-D6E1-427B-8816-12A6A7F7A5D7}" dt="2022-11-04T01:46:49.182" v="7729" actId="20577"/>
          <ac:spMkLst>
            <pc:docMk/>
            <pc:sldMk cId="2861962396" sldId="1348"/>
            <ac:spMk id="6" creationId="{3CDE8AE8-A299-15F0-8406-434067CFEEA7}"/>
          </ac:spMkLst>
        </pc:spChg>
      </pc:sldChg>
      <pc:sldChg chg="modSp new del mod">
        <pc:chgData name="Mitra, Aritra" userId="c0528902-d414-4a78-8a62-a5dcc8d4eb67" providerId="ADAL" clId="{DE8A0C4D-D6E1-427B-8816-12A6A7F7A5D7}" dt="2022-11-04T00:04:05.596" v="7726" actId="47"/>
        <pc:sldMkLst>
          <pc:docMk/>
          <pc:sldMk cId="1064748783" sldId="1349"/>
        </pc:sldMkLst>
        <pc:spChg chg="mod">
          <ac:chgData name="Mitra, Aritra" userId="c0528902-d414-4a78-8a62-a5dcc8d4eb67" providerId="ADAL" clId="{DE8A0C4D-D6E1-427B-8816-12A6A7F7A5D7}" dt="2022-11-04T00:01:08.607" v="7715" actId="14100"/>
          <ac:spMkLst>
            <pc:docMk/>
            <pc:sldMk cId="1064748783" sldId="1349"/>
            <ac:spMk id="3" creationId="{06078016-AB73-483B-D8FD-03F36F2014B5}"/>
          </ac:spMkLst>
        </pc:spChg>
      </pc:sldChg>
      <pc:sldChg chg="addSp delSp modSp new mod modAnim">
        <pc:chgData name="Mitra, Aritra" userId="c0528902-d414-4a78-8a62-a5dcc8d4eb67" providerId="ADAL" clId="{DE8A0C4D-D6E1-427B-8816-12A6A7F7A5D7}" dt="2022-11-04T02:15:34.548" v="8081"/>
        <pc:sldMkLst>
          <pc:docMk/>
          <pc:sldMk cId="3649317176" sldId="1349"/>
        </pc:sldMkLst>
        <pc:spChg chg="mod">
          <ac:chgData name="Mitra, Aritra" userId="c0528902-d414-4a78-8a62-a5dcc8d4eb67" providerId="ADAL" clId="{DE8A0C4D-D6E1-427B-8816-12A6A7F7A5D7}" dt="2022-11-04T01:47:10.878" v="7758" actId="20577"/>
          <ac:spMkLst>
            <pc:docMk/>
            <pc:sldMk cId="3649317176" sldId="1349"/>
            <ac:spMk id="2" creationId="{8FD72B63-49FB-DBBE-5545-3634F569885C}"/>
          </ac:spMkLst>
        </pc:spChg>
        <pc:spChg chg="del mod">
          <ac:chgData name="Mitra, Aritra" userId="c0528902-d414-4a78-8a62-a5dcc8d4eb67" providerId="ADAL" clId="{DE8A0C4D-D6E1-427B-8816-12A6A7F7A5D7}" dt="2022-11-04T01:53:04.890" v="7760" actId="478"/>
          <ac:spMkLst>
            <pc:docMk/>
            <pc:sldMk cId="3649317176" sldId="1349"/>
            <ac:spMk id="3" creationId="{D43A5703-9206-78CF-CB67-D60C1BC468C0}"/>
          </ac:spMkLst>
        </pc:spChg>
        <pc:spChg chg="mod">
          <ac:chgData name="Mitra, Aritra" userId="c0528902-d414-4a78-8a62-a5dcc8d4eb67" providerId="ADAL" clId="{DE8A0C4D-D6E1-427B-8816-12A6A7F7A5D7}" dt="2022-11-04T01:53:52.709" v="7761"/>
          <ac:spMkLst>
            <pc:docMk/>
            <pc:sldMk cId="3649317176" sldId="1349"/>
            <ac:spMk id="9" creationId="{1A286A25-E70C-F359-2679-4C17B4CE370D}"/>
          </ac:spMkLst>
        </pc:spChg>
        <pc:spChg chg="mod">
          <ac:chgData name="Mitra, Aritra" userId="c0528902-d414-4a78-8a62-a5dcc8d4eb67" providerId="ADAL" clId="{DE8A0C4D-D6E1-427B-8816-12A6A7F7A5D7}" dt="2022-11-04T01:53:52.709" v="7761"/>
          <ac:spMkLst>
            <pc:docMk/>
            <pc:sldMk cId="3649317176" sldId="1349"/>
            <ac:spMk id="11" creationId="{4911D9AD-E579-EED8-0E46-3D11CEE41563}"/>
          </ac:spMkLst>
        </pc:spChg>
        <pc:spChg chg="mod">
          <ac:chgData name="Mitra, Aritra" userId="c0528902-d414-4a78-8a62-a5dcc8d4eb67" providerId="ADAL" clId="{DE8A0C4D-D6E1-427B-8816-12A6A7F7A5D7}" dt="2022-11-04T01:53:52.709" v="7761"/>
          <ac:spMkLst>
            <pc:docMk/>
            <pc:sldMk cId="3649317176" sldId="1349"/>
            <ac:spMk id="12" creationId="{975622AF-C15B-F4D6-428E-16AE5CC7B89D}"/>
          </ac:spMkLst>
        </pc:spChg>
        <pc:spChg chg="mod">
          <ac:chgData name="Mitra, Aritra" userId="c0528902-d414-4a78-8a62-a5dcc8d4eb67" providerId="ADAL" clId="{DE8A0C4D-D6E1-427B-8816-12A6A7F7A5D7}" dt="2022-11-04T01:53:52.709" v="7761"/>
          <ac:spMkLst>
            <pc:docMk/>
            <pc:sldMk cId="3649317176" sldId="1349"/>
            <ac:spMk id="13" creationId="{3632AA9E-A206-2D88-9136-6B0112D4D3A0}"/>
          </ac:spMkLst>
        </pc:spChg>
        <pc:spChg chg="mod">
          <ac:chgData name="Mitra, Aritra" userId="c0528902-d414-4a78-8a62-a5dcc8d4eb67" providerId="ADAL" clId="{DE8A0C4D-D6E1-427B-8816-12A6A7F7A5D7}" dt="2022-11-04T01:54:44.905" v="7764"/>
          <ac:spMkLst>
            <pc:docMk/>
            <pc:sldMk cId="3649317176" sldId="1349"/>
            <ac:spMk id="21" creationId="{12143113-02AB-7EDB-7B5F-83B0C6E6AD9E}"/>
          </ac:spMkLst>
        </pc:spChg>
        <pc:spChg chg="mod">
          <ac:chgData name="Mitra, Aritra" userId="c0528902-d414-4a78-8a62-a5dcc8d4eb67" providerId="ADAL" clId="{DE8A0C4D-D6E1-427B-8816-12A6A7F7A5D7}" dt="2022-11-04T01:54:44.905" v="7764"/>
          <ac:spMkLst>
            <pc:docMk/>
            <pc:sldMk cId="3649317176" sldId="1349"/>
            <ac:spMk id="23" creationId="{6B310954-6AE0-007D-8630-596A2CE111E3}"/>
          </ac:spMkLst>
        </pc:spChg>
        <pc:spChg chg="mod">
          <ac:chgData name="Mitra, Aritra" userId="c0528902-d414-4a78-8a62-a5dcc8d4eb67" providerId="ADAL" clId="{DE8A0C4D-D6E1-427B-8816-12A6A7F7A5D7}" dt="2022-11-04T01:54:44.905" v="7764"/>
          <ac:spMkLst>
            <pc:docMk/>
            <pc:sldMk cId="3649317176" sldId="1349"/>
            <ac:spMk id="24" creationId="{B5744A8B-B4D9-FF48-8345-D62C6CC374D4}"/>
          </ac:spMkLst>
        </pc:spChg>
        <pc:spChg chg="mod">
          <ac:chgData name="Mitra, Aritra" userId="c0528902-d414-4a78-8a62-a5dcc8d4eb67" providerId="ADAL" clId="{DE8A0C4D-D6E1-427B-8816-12A6A7F7A5D7}" dt="2022-11-04T01:54:44.905" v="7764"/>
          <ac:spMkLst>
            <pc:docMk/>
            <pc:sldMk cId="3649317176" sldId="1349"/>
            <ac:spMk id="25" creationId="{703541FC-713C-9ADF-179C-B9E968031A30}"/>
          </ac:spMkLst>
        </pc:spChg>
        <pc:spChg chg="add mod">
          <ac:chgData name="Mitra, Aritra" userId="c0528902-d414-4a78-8a62-a5dcc8d4eb67" providerId="ADAL" clId="{DE8A0C4D-D6E1-427B-8816-12A6A7F7A5D7}" dt="2022-11-04T01:57:32.508" v="7776" actId="1076"/>
          <ac:spMkLst>
            <pc:docMk/>
            <pc:sldMk cId="3649317176" sldId="1349"/>
            <ac:spMk id="29" creationId="{ACEFD2B6-B42C-E469-5F9B-FDA99A87CF48}"/>
          </ac:spMkLst>
        </pc:spChg>
        <pc:spChg chg="add mod">
          <ac:chgData name="Mitra, Aritra" userId="c0528902-d414-4a78-8a62-a5dcc8d4eb67" providerId="ADAL" clId="{DE8A0C4D-D6E1-427B-8816-12A6A7F7A5D7}" dt="2022-11-04T01:57:45.075" v="7778" actId="1076"/>
          <ac:spMkLst>
            <pc:docMk/>
            <pc:sldMk cId="3649317176" sldId="1349"/>
            <ac:spMk id="31" creationId="{DE075236-D9C4-5123-FB62-3332BE9253D7}"/>
          </ac:spMkLst>
        </pc:spChg>
        <pc:spChg chg="add mod">
          <ac:chgData name="Mitra, Aritra" userId="c0528902-d414-4a78-8a62-a5dcc8d4eb67" providerId="ADAL" clId="{DE8A0C4D-D6E1-427B-8816-12A6A7F7A5D7}" dt="2022-11-04T01:59:43.581" v="7805" actId="113"/>
          <ac:spMkLst>
            <pc:docMk/>
            <pc:sldMk cId="3649317176" sldId="1349"/>
            <ac:spMk id="34" creationId="{67DD336C-087B-EF16-1861-2CD13A1CDF2C}"/>
          </ac:spMkLst>
        </pc:spChg>
        <pc:spChg chg="add mod">
          <ac:chgData name="Mitra, Aritra" userId="c0528902-d414-4a78-8a62-a5dcc8d4eb67" providerId="ADAL" clId="{DE8A0C4D-D6E1-427B-8816-12A6A7F7A5D7}" dt="2022-11-04T01:59:47.971" v="7806" actId="113"/>
          <ac:spMkLst>
            <pc:docMk/>
            <pc:sldMk cId="3649317176" sldId="1349"/>
            <ac:spMk id="35" creationId="{825E4EEE-26CF-FE24-4C34-9DF1D7591F04}"/>
          </ac:spMkLst>
        </pc:spChg>
        <pc:spChg chg="add mod">
          <ac:chgData name="Mitra, Aritra" userId="c0528902-d414-4a78-8a62-a5dcc8d4eb67" providerId="ADAL" clId="{DE8A0C4D-D6E1-427B-8816-12A6A7F7A5D7}" dt="2022-11-04T02:05:12.245" v="7916" actId="1076"/>
          <ac:spMkLst>
            <pc:docMk/>
            <pc:sldMk cId="3649317176" sldId="1349"/>
            <ac:spMk id="36" creationId="{E452D26F-902B-9EF7-A559-D594A62D8035}"/>
          </ac:spMkLst>
        </pc:spChg>
        <pc:spChg chg="add mod">
          <ac:chgData name="Mitra, Aritra" userId="c0528902-d414-4a78-8a62-a5dcc8d4eb67" providerId="ADAL" clId="{DE8A0C4D-D6E1-427B-8816-12A6A7F7A5D7}" dt="2022-11-04T02:05:04.105" v="7915" actId="1076"/>
          <ac:spMkLst>
            <pc:docMk/>
            <pc:sldMk cId="3649317176" sldId="1349"/>
            <ac:spMk id="37" creationId="{C576D7B4-5571-C6E3-A6AF-0F1F00DA0C06}"/>
          </ac:spMkLst>
        </pc:spChg>
        <pc:spChg chg="add mod">
          <ac:chgData name="Mitra, Aritra" userId="c0528902-d414-4a78-8a62-a5dcc8d4eb67" providerId="ADAL" clId="{DE8A0C4D-D6E1-427B-8816-12A6A7F7A5D7}" dt="2022-11-04T02:06:02.840" v="7918" actId="1076"/>
          <ac:spMkLst>
            <pc:docMk/>
            <pc:sldMk cId="3649317176" sldId="1349"/>
            <ac:spMk id="38" creationId="{565D1574-1A1D-7250-737E-204A25F1A796}"/>
          </ac:spMkLst>
        </pc:spChg>
        <pc:spChg chg="add mod">
          <ac:chgData name="Mitra, Aritra" userId="c0528902-d414-4a78-8a62-a5dcc8d4eb67" providerId="ADAL" clId="{DE8A0C4D-D6E1-427B-8816-12A6A7F7A5D7}" dt="2022-11-04T02:06:30.099" v="7926" actId="20577"/>
          <ac:spMkLst>
            <pc:docMk/>
            <pc:sldMk cId="3649317176" sldId="1349"/>
            <ac:spMk id="39" creationId="{AB89583E-6525-CEDF-4AB5-109B8EF20B16}"/>
          </ac:spMkLst>
        </pc:spChg>
        <pc:spChg chg="add mod">
          <ac:chgData name="Mitra, Aritra" userId="c0528902-d414-4a78-8a62-a5dcc8d4eb67" providerId="ADAL" clId="{DE8A0C4D-D6E1-427B-8816-12A6A7F7A5D7}" dt="2022-11-04T02:09:38.173" v="8024" actId="1076"/>
          <ac:spMkLst>
            <pc:docMk/>
            <pc:sldMk cId="3649317176" sldId="1349"/>
            <ac:spMk id="40" creationId="{D5B78EC7-3561-68FB-D597-B93C31C729C4}"/>
          </ac:spMkLst>
        </pc:spChg>
        <pc:spChg chg="add mod">
          <ac:chgData name="Mitra, Aritra" userId="c0528902-d414-4a78-8a62-a5dcc8d4eb67" providerId="ADAL" clId="{DE8A0C4D-D6E1-427B-8816-12A6A7F7A5D7}" dt="2022-11-04T02:10:35.977" v="8028" actId="1582"/>
          <ac:spMkLst>
            <pc:docMk/>
            <pc:sldMk cId="3649317176" sldId="1349"/>
            <ac:spMk id="41" creationId="{809C87DE-EC5B-F4CB-393C-30752BD201D4}"/>
          </ac:spMkLst>
        </pc:spChg>
        <pc:spChg chg="add mod">
          <ac:chgData name="Mitra, Aritra" userId="c0528902-d414-4a78-8a62-a5dcc8d4eb67" providerId="ADAL" clId="{DE8A0C4D-D6E1-427B-8816-12A6A7F7A5D7}" dt="2022-11-04T02:11:12.978" v="8032" actId="14100"/>
          <ac:spMkLst>
            <pc:docMk/>
            <pc:sldMk cId="3649317176" sldId="1349"/>
            <ac:spMk id="42" creationId="{C70BE0FB-D4F7-EE3F-B411-578AE96458B3}"/>
          </ac:spMkLst>
        </pc:spChg>
        <pc:spChg chg="add mod">
          <ac:chgData name="Mitra, Aritra" userId="c0528902-d414-4a78-8a62-a5dcc8d4eb67" providerId="ADAL" clId="{DE8A0C4D-D6E1-427B-8816-12A6A7F7A5D7}" dt="2022-11-04T02:12:01.256" v="8037" actId="1582"/>
          <ac:spMkLst>
            <pc:docMk/>
            <pc:sldMk cId="3649317176" sldId="1349"/>
            <ac:spMk id="43" creationId="{872D0722-34DB-75A9-12B6-86ECF8844A6F}"/>
          </ac:spMkLst>
        </pc:spChg>
        <pc:spChg chg="add mod">
          <ac:chgData name="Mitra, Aritra" userId="c0528902-d414-4a78-8a62-a5dcc8d4eb67" providerId="ADAL" clId="{DE8A0C4D-D6E1-427B-8816-12A6A7F7A5D7}" dt="2022-11-04T02:14:18.435" v="8042" actId="1076"/>
          <ac:spMkLst>
            <pc:docMk/>
            <pc:sldMk cId="3649317176" sldId="1349"/>
            <ac:spMk id="44" creationId="{812089BE-54C0-3B8B-F2AC-997AF47B1567}"/>
          </ac:spMkLst>
        </pc:spChg>
        <pc:spChg chg="add mod">
          <ac:chgData name="Mitra, Aritra" userId="c0528902-d414-4a78-8a62-a5dcc8d4eb67" providerId="ADAL" clId="{DE8A0C4D-D6E1-427B-8816-12A6A7F7A5D7}" dt="2022-11-04T02:15:16.247" v="8078" actId="1076"/>
          <ac:spMkLst>
            <pc:docMk/>
            <pc:sldMk cId="3649317176" sldId="1349"/>
            <ac:spMk id="45" creationId="{6BBD1E54-1847-5460-FDEB-72B8A9BD70DB}"/>
          </ac:spMkLst>
        </pc:spChg>
        <pc:grpChg chg="add mod">
          <ac:chgData name="Mitra, Aritra" userId="c0528902-d414-4a78-8a62-a5dcc8d4eb67" providerId="ADAL" clId="{DE8A0C4D-D6E1-427B-8816-12A6A7F7A5D7}" dt="2022-11-04T01:56:36.494" v="7770" actId="1076"/>
          <ac:grpSpMkLst>
            <pc:docMk/>
            <pc:sldMk cId="3649317176" sldId="1349"/>
            <ac:grpSpMk id="4" creationId="{7EF29167-4438-992E-4D54-0437353200CF}"/>
          </ac:grpSpMkLst>
        </pc:grpChg>
        <pc:grpChg chg="add mod">
          <ac:chgData name="Mitra, Aritra" userId="c0528902-d414-4a78-8a62-a5dcc8d4eb67" providerId="ADAL" clId="{DE8A0C4D-D6E1-427B-8816-12A6A7F7A5D7}" dt="2022-11-04T01:56:46.977" v="7771" actId="1076"/>
          <ac:grpSpMkLst>
            <pc:docMk/>
            <pc:sldMk cId="3649317176" sldId="1349"/>
            <ac:grpSpMk id="16" creationId="{CBBA7EA7-20A3-F9EA-80C1-C32D6607246F}"/>
          </ac:grpSpMkLst>
        </pc:grpChg>
        <pc:picChg chg="mod">
          <ac:chgData name="Mitra, Aritra" userId="c0528902-d414-4a78-8a62-a5dcc8d4eb67" providerId="ADAL" clId="{DE8A0C4D-D6E1-427B-8816-12A6A7F7A5D7}" dt="2022-11-04T01:53:52.709" v="7761"/>
          <ac:picMkLst>
            <pc:docMk/>
            <pc:sldMk cId="3649317176" sldId="1349"/>
            <ac:picMk id="5" creationId="{EE38FEB1-F437-B13E-C9FD-6564D6E7789C}"/>
          </ac:picMkLst>
        </pc:picChg>
        <pc:picChg chg="mod">
          <ac:chgData name="Mitra, Aritra" userId="c0528902-d414-4a78-8a62-a5dcc8d4eb67" providerId="ADAL" clId="{DE8A0C4D-D6E1-427B-8816-12A6A7F7A5D7}" dt="2022-11-04T01:53:52.709" v="7761"/>
          <ac:picMkLst>
            <pc:docMk/>
            <pc:sldMk cId="3649317176" sldId="1349"/>
            <ac:picMk id="6" creationId="{C7BE5215-5BEB-FBC6-433C-264BEAB3639F}"/>
          </ac:picMkLst>
        </pc:picChg>
        <pc:picChg chg="mod">
          <ac:chgData name="Mitra, Aritra" userId="c0528902-d414-4a78-8a62-a5dcc8d4eb67" providerId="ADAL" clId="{DE8A0C4D-D6E1-427B-8816-12A6A7F7A5D7}" dt="2022-11-04T01:53:52.709" v="7761"/>
          <ac:picMkLst>
            <pc:docMk/>
            <pc:sldMk cId="3649317176" sldId="1349"/>
            <ac:picMk id="10" creationId="{29BA59C1-2CA7-4B7D-56B9-B206F3FADC99}"/>
          </ac:picMkLst>
        </pc:picChg>
        <pc:picChg chg="mod">
          <ac:chgData name="Mitra, Aritra" userId="c0528902-d414-4a78-8a62-a5dcc8d4eb67" providerId="ADAL" clId="{DE8A0C4D-D6E1-427B-8816-12A6A7F7A5D7}" dt="2022-11-04T01:53:52.709" v="7761"/>
          <ac:picMkLst>
            <pc:docMk/>
            <pc:sldMk cId="3649317176" sldId="1349"/>
            <ac:picMk id="14" creationId="{E6BE5711-185C-A90C-D118-BB22CD597FF6}"/>
          </ac:picMkLst>
        </pc:picChg>
        <pc:picChg chg="mod">
          <ac:chgData name="Mitra, Aritra" userId="c0528902-d414-4a78-8a62-a5dcc8d4eb67" providerId="ADAL" clId="{DE8A0C4D-D6E1-427B-8816-12A6A7F7A5D7}" dt="2022-11-04T01:54:44.905" v="7764"/>
          <ac:picMkLst>
            <pc:docMk/>
            <pc:sldMk cId="3649317176" sldId="1349"/>
            <ac:picMk id="17" creationId="{4DFAA165-5643-17FB-7EC1-12F2AD88655E}"/>
          </ac:picMkLst>
        </pc:picChg>
        <pc:picChg chg="mod">
          <ac:chgData name="Mitra, Aritra" userId="c0528902-d414-4a78-8a62-a5dcc8d4eb67" providerId="ADAL" clId="{DE8A0C4D-D6E1-427B-8816-12A6A7F7A5D7}" dt="2022-11-04T01:54:44.905" v="7764"/>
          <ac:picMkLst>
            <pc:docMk/>
            <pc:sldMk cId="3649317176" sldId="1349"/>
            <ac:picMk id="18" creationId="{D996C440-1694-8CB0-23BB-8BC0B70A0011}"/>
          </ac:picMkLst>
        </pc:picChg>
        <pc:picChg chg="mod">
          <ac:chgData name="Mitra, Aritra" userId="c0528902-d414-4a78-8a62-a5dcc8d4eb67" providerId="ADAL" clId="{DE8A0C4D-D6E1-427B-8816-12A6A7F7A5D7}" dt="2022-11-04T01:54:44.905" v="7764"/>
          <ac:picMkLst>
            <pc:docMk/>
            <pc:sldMk cId="3649317176" sldId="1349"/>
            <ac:picMk id="22" creationId="{2A2BDC3D-EB08-A775-3532-7AF213B2789B}"/>
          </ac:picMkLst>
        </pc:picChg>
        <pc:picChg chg="mod">
          <ac:chgData name="Mitra, Aritra" userId="c0528902-d414-4a78-8a62-a5dcc8d4eb67" providerId="ADAL" clId="{DE8A0C4D-D6E1-427B-8816-12A6A7F7A5D7}" dt="2022-11-04T01:54:44.905" v="7764"/>
          <ac:picMkLst>
            <pc:docMk/>
            <pc:sldMk cId="3649317176" sldId="1349"/>
            <ac:picMk id="26" creationId="{CCFE136B-DA99-F149-BB4E-182BCD5D0EF0}"/>
          </ac:picMkLst>
        </pc:picChg>
        <pc:picChg chg="add mod">
          <ac:chgData name="Mitra, Aritra" userId="c0528902-d414-4a78-8a62-a5dcc8d4eb67" providerId="ADAL" clId="{DE8A0C4D-D6E1-427B-8816-12A6A7F7A5D7}" dt="2022-11-04T01:57:11.657" v="7773" actId="1076"/>
          <ac:picMkLst>
            <pc:docMk/>
            <pc:sldMk cId="3649317176" sldId="1349"/>
            <ac:picMk id="28" creationId="{D8437267-0016-2786-9469-358585A07D86}"/>
          </ac:picMkLst>
        </pc:picChg>
        <pc:picChg chg="add mod">
          <ac:chgData name="Mitra, Aritra" userId="c0528902-d414-4a78-8a62-a5dcc8d4eb67" providerId="ADAL" clId="{DE8A0C4D-D6E1-427B-8816-12A6A7F7A5D7}" dt="2022-11-04T01:57:29.341" v="7775" actId="1076"/>
          <ac:picMkLst>
            <pc:docMk/>
            <pc:sldMk cId="3649317176" sldId="1349"/>
            <ac:picMk id="30" creationId="{92FD5AB6-0189-BEAB-846D-7CD4FF96D0CE}"/>
          </ac:picMkLst>
        </pc:picChg>
        <pc:cxnChg chg="mod">
          <ac:chgData name="Mitra, Aritra" userId="c0528902-d414-4a78-8a62-a5dcc8d4eb67" providerId="ADAL" clId="{DE8A0C4D-D6E1-427B-8816-12A6A7F7A5D7}" dt="2022-11-04T01:53:52.709" v="7761"/>
          <ac:cxnSpMkLst>
            <pc:docMk/>
            <pc:sldMk cId="3649317176" sldId="1349"/>
            <ac:cxnSpMk id="7" creationId="{BAB62DE7-7495-C2BC-0EDC-07AB98F9707B}"/>
          </ac:cxnSpMkLst>
        </pc:cxnChg>
        <pc:cxnChg chg="mod">
          <ac:chgData name="Mitra, Aritra" userId="c0528902-d414-4a78-8a62-a5dcc8d4eb67" providerId="ADAL" clId="{DE8A0C4D-D6E1-427B-8816-12A6A7F7A5D7}" dt="2022-11-04T01:53:52.709" v="7761"/>
          <ac:cxnSpMkLst>
            <pc:docMk/>
            <pc:sldMk cId="3649317176" sldId="1349"/>
            <ac:cxnSpMk id="8" creationId="{98F2D97F-86E9-32A7-F61C-8CE6C628D267}"/>
          </ac:cxnSpMkLst>
        </pc:cxnChg>
        <pc:cxnChg chg="mod">
          <ac:chgData name="Mitra, Aritra" userId="c0528902-d414-4a78-8a62-a5dcc8d4eb67" providerId="ADAL" clId="{DE8A0C4D-D6E1-427B-8816-12A6A7F7A5D7}" dt="2022-11-04T01:53:52.709" v="7761"/>
          <ac:cxnSpMkLst>
            <pc:docMk/>
            <pc:sldMk cId="3649317176" sldId="1349"/>
            <ac:cxnSpMk id="15" creationId="{D3C1DDB1-C523-6DA9-B192-0F5C4CDC9545}"/>
          </ac:cxnSpMkLst>
        </pc:cxnChg>
        <pc:cxnChg chg="mod">
          <ac:chgData name="Mitra, Aritra" userId="c0528902-d414-4a78-8a62-a5dcc8d4eb67" providerId="ADAL" clId="{DE8A0C4D-D6E1-427B-8816-12A6A7F7A5D7}" dt="2022-11-04T01:54:44.905" v="7764"/>
          <ac:cxnSpMkLst>
            <pc:docMk/>
            <pc:sldMk cId="3649317176" sldId="1349"/>
            <ac:cxnSpMk id="19" creationId="{ECA5C199-E75B-CCA1-4D9F-00AD09E5028D}"/>
          </ac:cxnSpMkLst>
        </pc:cxnChg>
        <pc:cxnChg chg="mod">
          <ac:chgData name="Mitra, Aritra" userId="c0528902-d414-4a78-8a62-a5dcc8d4eb67" providerId="ADAL" clId="{DE8A0C4D-D6E1-427B-8816-12A6A7F7A5D7}" dt="2022-11-04T01:54:44.905" v="7764"/>
          <ac:cxnSpMkLst>
            <pc:docMk/>
            <pc:sldMk cId="3649317176" sldId="1349"/>
            <ac:cxnSpMk id="20" creationId="{68B62158-7660-13E3-5262-E7A77CD380FB}"/>
          </ac:cxnSpMkLst>
        </pc:cxnChg>
        <pc:cxnChg chg="mod">
          <ac:chgData name="Mitra, Aritra" userId="c0528902-d414-4a78-8a62-a5dcc8d4eb67" providerId="ADAL" clId="{DE8A0C4D-D6E1-427B-8816-12A6A7F7A5D7}" dt="2022-11-04T01:54:44.905" v="7764"/>
          <ac:cxnSpMkLst>
            <pc:docMk/>
            <pc:sldMk cId="3649317176" sldId="1349"/>
            <ac:cxnSpMk id="27" creationId="{14B4990D-4AF7-7F09-0CA5-04B1FE708C11}"/>
          </ac:cxnSpMkLst>
        </pc:cxnChg>
        <pc:cxnChg chg="add del mod">
          <ac:chgData name="Mitra, Aritra" userId="c0528902-d414-4a78-8a62-a5dcc8d4eb67" providerId="ADAL" clId="{DE8A0C4D-D6E1-427B-8816-12A6A7F7A5D7}" dt="2022-11-04T02:15:26.345" v="8080" actId="478"/>
          <ac:cxnSpMkLst>
            <pc:docMk/>
            <pc:sldMk cId="3649317176" sldId="1349"/>
            <ac:cxnSpMk id="33" creationId="{B4CDEF2B-60E3-2298-41CE-D54F4F9EE8CC}"/>
          </ac:cxnSpMkLst>
        </pc:cxnChg>
      </pc:sldChg>
      <pc:sldChg chg="modSp new mod modAnim">
        <pc:chgData name="Mitra, Aritra" userId="c0528902-d414-4a78-8a62-a5dcc8d4eb67" providerId="ADAL" clId="{DE8A0C4D-D6E1-427B-8816-12A6A7F7A5D7}" dt="2022-11-04T02:26:37.471" v="8694" actId="20577"/>
        <pc:sldMkLst>
          <pc:docMk/>
          <pc:sldMk cId="3745718275" sldId="1350"/>
        </pc:sldMkLst>
        <pc:spChg chg="mod">
          <ac:chgData name="Mitra, Aritra" userId="c0528902-d414-4a78-8a62-a5dcc8d4eb67" providerId="ADAL" clId="{DE8A0C4D-D6E1-427B-8816-12A6A7F7A5D7}" dt="2022-11-04T02:16:47.555" v="8106" actId="20577"/>
          <ac:spMkLst>
            <pc:docMk/>
            <pc:sldMk cId="3745718275" sldId="1350"/>
            <ac:spMk id="2" creationId="{FEB5060F-7BB8-0495-BDA1-8A47CD479241}"/>
          </ac:spMkLst>
        </pc:spChg>
        <pc:spChg chg="mod">
          <ac:chgData name="Mitra, Aritra" userId="c0528902-d414-4a78-8a62-a5dcc8d4eb67" providerId="ADAL" clId="{DE8A0C4D-D6E1-427B-8816-12A6A7F7A5D7}" dt="2022-11-04T02:26:37.471" v="8694" actId="20577"/>
          <ac:spMkLst>
            <pc:docMk/>
            <pc:sldMk cId="3745718275" sldId="1350"/>
            <ac:spMk id="3" creationId="{D0894860-6B97-0505-E002-40C3A42FC46F}"/>
          </ac:spMkLst>
        </pc:spChg>
      </pc:sldChg>
      <pc:sldChg chg="modSp new mod modAnim">
        <pc:chgData name="Mitra, Aritra" userId="c0528902-d414-4a78-8a62-a5dcc8d4eb67" providerId="ADAL" clId="{DE8A0C4D-D6E1-427B-8816-12A6A7F7A5D7}" dt="2022-11-04T02:32:37.443" v="9025"/>
        <pc:sldMkLst>
          <pc:docMk/>
          <pc:sldMk cId="2984215673" sldId="1351"/>
        </pc:sldMkLst>
        <pc:spChg chg="mod">
          <ac:chgData name="Mitra, Aritra" userId="c0528902-d414-4a78-8a62-a5dcc8d4eb67" providerId="ADAL" clId="{DE8A0C4D-D6E1-427B-8816-12A6A7F7A5D7}" dt="2022-11-04T02:27:12.888" v="8705" actId="20577"/>
          <ac:spMkLst>
            <pc:docMk/>
            <pc:sldMk cId="2984215673" sldId="1351"/>
            <ac:spMk id="2" creationId="{778A006E-BB11-501E-7385-984E7119379E}"/>
          </ac:spMkLst>
        </pc:spChg>
        <pc:spChg chg="mod">
          <ac:chgData name="Mitra, Aritra" userId="c0528902-d414-4a78-8a62-a5dcc8d4eb67" providerId="ADAL" clId="{DE8A0C4D-D6E1-427B-8816-12A6A7F7A5D7}" dt="2022-11-04T02:31:50.929" v="9023" actId="207"/>
          <ac:spMkLst>
            <pc:docMk/>
            <pc:sldMk cId="2984215673" sldId="1351"/>
            <ac:spMk id="3" creationId="{56A31FAC-E94D-3B11-3218-2EA8B8BC3450}"/>
          </ac:spMkLst>
        </pc:spChg>
      </pc:sldChg>
      <pc:sldChg chg="addSp modSp new del mod">
        <pc:chgData name="Mitra, Aritra" userId="c0528902-d414-4a78-8a62-a5dcc8d4eb67" providerId="ADAL" clId="{DE8A0C4D-D6E1-427B-8816-12A6A7F7A5D7}" dt="2022-11-04T17:10:33.058" v="11002" actId="47"/>
        <pc:sldMkLst>
          <pc:docMk/>
          <pc:sldMk cId="2589723581" sldId="1352"/>
        </pc:sldMkLst>
        <pc:spChg chg="add mod">
          <ac:chgData name="Mitra, Aritra" userId="c0528902-d414-4a78-8a62-a5dcc8d4eb67" providerId="ADAL" clId="{DE8A0C4D-D6E1-427B-8816-12A6A7F7A5D7}" dt="2022-11-04T02:47:18.557" v="9096" actId="207"/>
          <ac:spMkLst>
            <pc:docMk/>
            <pc:sldMk cId="2589723581" sldId="1352"/>
            <ac:spMk id="2" creationId="{051ABD3B-14F1-BFCA-872F-4052056BC7BA}"/>
          </ac:spMkLst>
        </pc:spChg>
      </pc:sldChg>
      <pc:sldChg chg="modSp add del mod">
        <pc:chgData name="Mitra, Aritra" userId="c0528902-d414-4a78-8a62-a5dcc8d4eb67" providerId="ADAL" clId="{DE8A0C4D-D6E1-427B-8816-12A6A7F7A5D7}" dt="2022-11-04T17:09:55.315" v="10966" actId="47"/>
        <pc:sldMkLst>
          <pc:docMk/>
          <pc:sldMk cId="2041567746" sldId="1353"/>
        </pc:sldMkLst>
        <pc:spChg chg="mod">
          <ac:chgData name="Mitra, Aritra" userId="c0528902-d414-4a78-8a62-a5dcc8d4eb67" providerId="ADAL" clId="{DE8A0C4D-D6E1-427B-8816-12A6A7F7A5D7}" dt="2022-11-04T04:04:57.743" v="9530" actId="207"/>
          <ac:spMkLst>
            <pc:docMk/>
            <pc:sldMk cId="2041567746" sldId="1353"/>
            <ac:spMk id="2" creationId="{051ABD3B-14F1-BFCA-872F-4052056BC7BA}"/>
          </ac:spMkLst>
        </pc:spChg>
      </pc:sldChg>
      <pc:sldChg chg="addSp delSp modSp new mod modAnim">
        <pc:chgData name="Mitra, Aritra" userId="c0528902-d414-4a78-8a62-a5dcc8d4eb67" providerId="ADAL" clId="{DE8A0C4D-D6E1-427B-8816-12A6A7F7A5D7}" dt="2022-11-04T17:06:21.936" v="10764"/>
        <pc:sldMkLst>
          <pc:docMk/>
          <pc:sldMk cId="832257560" sldId="1354"/>
        </pc:sldMkLst>
        <pc:spChg chg="del">
          <ac:chgData name="Mitra, Aritra" userId="c0528902-d414-4a78-8a62-a5dcc8d4eb67" providerId="ADAL" clId="{DE8A0C4D-D6E1-427B-8816-12A6A7F7A5D7}" dt="2022-11-04T16:54:12.829" v="10439" actId="478"/>
          <ac:spMkLst>
            <pc:docMk/>
            <pc:sldMk cId="832257560" sldId="1354"/>
            <ac:spMk id="2" creationId="{257998C0-BF2B-1D4F-15ED-DC8AD6CEF5E6}"/>
          </ac:spMkLst>
        </pc:spChg>
        <pc:spChg chg="del">
          <ac:chgData name="Mitra, Aritra" userId="c0528902-d414-4a78-8a62-a5dcc8d4eb67" providerId="ADAL" clId="{DE8A0C4D-D6E1-427B-8816-12A6A7F7A5D7}" dt="2022-11-04T16:54:15.572" v="10440" actId="478"/>
          <ac:spMkLst>
            <pc:docMk/>
            <pc:sldMk cId="832257560" sldId="1354"/>
            <ac:spMk id="3" creationId="{D16369A2-6D63-0E04-416A-AF738015F3A8}"/>
          </ac:spMkLst>
        </pc:spChg>
        <pc:spChg chg="del mod">
          <ac:chgData name="Mitra, Aritra" userId="c0528902-d414-4a78-8a62-a5dcc8d4eb67" providerId="ADAL" clId="{DE8A0C4D-D6E1-427B-8816-12A6A7F7A5D7}" dt="2022-11-04T16:54:32.440" v="10443" actId="478"/>
          <ac:spMkLst>
            <pc:docMk/>
            <pc:sldMk cId="832257560" sldId="1354"/>
            <ac:spMk id="8" creationId="{A4C34459-E02E-0D7D-9066-AF99749F5E0F}"/>
          </ac:spMkLst>
        </pc:spChg>
        <pc:spChg chg="del mod">
          <ac:chgData name="Mitra, Aritra" userId="c0528902-d414-4a78-8a62-a5dcc8d4eb67" providerId="ADAL" clId="{DE8A0C4D-D6E1-427B-8816-12A6A7F7A5D7}" dt="2022-11-04T16:54:36.003" v="10444" actId="478"/>
          <ac:spMkLst>
            <pc:docMk/>
            <pc:sldMk cId="832257560" sldId="1354"/>
            <ac:spMk id="9" creationId="{BB8854F8-5E69-DD25-8870-417D955D13E0}"/>
          </ac:spMkLst>
        </pc:spChg>
        <pc:spChg chg="del mod">
          <ac:chgData name="Mitra, Aritra" userId="c0528902-d414-4a78-8a62-a5dcc8d4eb67" providerId="ADAL" clId="{DE8A0C4D-D6E1-427B-8816-12A6A7F7A5D7}" dt="2022-11-04T16:54:40.928" v="10445" actId="478"/>
          <ac:spMkLst>
            <pc:docMk/>
            <pc:sldMk cId="832257560" sldId="1354"/>
            <ac:spMk id="10" creationId="{1BCA47F7-F609-E09B-A0FB-3368AE97A93F}"/>
          </ac:spMkLst>
        </pc:spChg>
        <pc:spChg chg="add mod">
          <ac:chgData name="Mitra, Aritra" userId="c0528902-d414-4a78-8a62-a5dcc8d4eb67" providerId="ADAL" clId="{DE8A0C4D-D6E1-427B-8816-12A6A7F7A5D7}" dt="2022-11-04T16:57:04.918" v="10523" actId="1076"/>
          <ac:spMkLst>
            <pc:docMk/>
            <pc:sldMk cId="832257560" sldId="1354"/>
            <ac:spMk id="13" creationId="{527A8CDC-502B-60C3-0CFA-11347BBDBB14}"/>
          </ac:spMkLst>
        </pc:spChg>
        <pc:spChg chg="add mod">
          <ac:chgData name="Mitra, Aritra" userId="c0528902-d414-4a78-8a62-a5dcc8d4eb67" providerId="ADAL" clId="{DE8A0C4D-D6E1-427B-8816-12A6A7F7A5D7}" dt="2022-11-04T17:01:52.407" v="10560" actId="14100"/>
          <ac:spMkLst>
            <pc:docMk/>
            <pc:sldMk cId="832257560" sldId="1354"/>
            <ac:spMk id="22" creationId="{07C4FDC8-79A3-1143-E3DE-AA77BB2CB6DA}"/>
          </ac:spMkLst>
        </pc:spChg>
        <pc:spChg chg="add mod">
          <ac:chgData name="Mitra, Aritra" userId="c0528902-d414-4a78-8a62-a5dcc8d4eb67" providerId="ADAL" clId="{DE8A0C4D-D6E1-427B-8816-12A6A7F7A5D7}" dt="2022-11-04T17:02:24.769" v="10596" actId="1076"/>
          <ac:spMkLst>
            <pc:docMk/>
            <pc:sldMk cId="832257560" sldId="1354"/>
            <ac:spMk id="23" creationId="{2933F640-70C2-7A7D-9F49-73CE00CE3E65}"/>
          </ac:spMkLst>
        </pc:spChg>
        <pc:spChg chg="add mod">
          <ac:chgData name="Mitra, Aritra" userId="c0528902-d414-4a78-8a62-a5dcc8d4eb67" providerId="ADAL" clId="{DE8A0C4D-D6E1-427B-8816-12A6A7F7A5D7}" dt="2022-11-04T17:05:48.964" v="10761" actId="113"/>
          <ac:spMkLst>
            <pc:docMk/>
            <pc:sldMk cId="832257560" sldId="1354"/>
            <ac:spMk id="24" creationId="{97A2ACED-7542-8AEB-4BBD-1C1AAC0606E3}"/>
          </ac:spMkLst>
        </pc:spChg>
        <pc:grpChg chg="add mod">
          <ac:chgData name="Mitra, Aritra" userId="c0528902-d414-4a78-8a62-a5dcc8d4eb67" providerId="ADAL" clId="{DE8A0C4D-D6E1-427B-8816-12A6A7F7A5D7}" dt="2022-11-04T16:54:46.129" v="10446" actId="1076"/>
          <ac:grpSpMkLst>
            <pc:docMk/>
            <pc:sldMk cId="832257560" sldId="1354"/>
            <ac:grpSpMk id="4" creationId="{931C478D-FF9D-22F1-1568-0C0921D41EEB}"/>
          </ac:grpSpMkLst>
        </pc:grpChg>
        <pc:picChg chg="mod">
          <ac:chgData name="Mitra, Aritra" userId="c0528902-d414-4a78-8a62-a5dcc8d4eb67" providerId="ADAL" clId="{DE8A0C4D-D6E1-427B-8816-12A6A7F7A5D7}" dt="2022-11-04T16:54:24.720" v="10441"/>
          <ac:picMkLst>
            <pc:docMk/>
            <pc:sldMk cId="832257560" sldId="1354"/>
            <ac:picMk id="5" creationId="{11D74672-CDB9-A601-4BCF-7DFEB6E79FDB}"/>
          </ac:picMkLst>
        </pc:picChg>
        <pc:picChg chg="mod">
          <ac:chgData name="Mitra, Aritra" userId="c0528902-d414-4a78-8a62-a5dcc8d4eb67" providerId="ADAL" clId="{DE8A0C4D-D6E1-427B-8816-12A6A7F7A5D7}" dt="2022-11-04T16:54:24.720" v="10441"/>
          <ac:picMkLst>
            <pc:docMk/>
            <pc:sldMk cId="832257560" sldId="1354"/>
            <ac:picMk id="6" creationId="{E75E6528-95A3-334F-9B2D-DCF08EE41792}"/>
          </ac:picMkLst>
        </pc:picChg>
        <pc:picChg chg="mod">
          <ac:chgData name="Mitra, Aritra" userId="c0528902-d414-4a78-8a62-a5dcc8d4eb67" providerId="ADAL" clId="{DE8A0C4D-D6E1-427B-8816-12A6A7F7A5D7}" dt="2022-11-04T16:54:24.720" v="10441"/>
          <ac:picMkLst>
            <pc:docMk/>
            <pc:sldMk cId="832257560" sldId="1354"/>
            <ac:picMk id="7" creationId="{FA12456A-CD94-9AD6-D5FD-07274804344D}"/>
          </ac:picMkLst>
        </pc:picChg>
        <pc:picChg chg="add mod">
          <ac:chgData name="Mitra, Aritra" userId="c0528902-d414-4a78-8a62-a5dcc8d4eb67" providerId="ADAL" clId="{DE8A0C4D-D6E1-427B-8816-12A6A7F7A5D7}" dt="2022-11-04T16:55:56.856" v="10453" actId="1076"/>
          <ac:picMkLst>
            <pc:docMk/>
            <pc:sldMk cId="832257560" sldId="1354"/>
            <ac:picMk id="12" creationId="{7D8A19ED-91D0-0D0E-783C-C29A5E8AC80B}"/>
          </ac:picMkLst>
        </pc:picChg>
        <pc:picChg chg="add mod">
          <ac:chgData name="Mitra, Aritra" userId="c0528902-d414-4a78-8a62-a5dcc8d4eb67" providerId="ADAL" clId="{DE8A0C4D-D6E1-427B-8816-12A6A7F7A5D7}" dt="2022-11-04T16:58:24.495" v="10530" actId="1076"/>
          <ac:picMkLst>
            <pc:docMk/>
            <pc:sldMk cId="832257560" sldId="1354"/>
            <ac:picMk id="15" creationId="{ACD9B220-36A5-9DAE-475E-E1C87BBDAFA7}"/>
          </ac:picMkLst>
        </pc:picChg>
        <pc:picChg chg="add mod">
          <ac:chgData name="Mitra, Aritra" userId="c0528902-d414-4a78-8a62-a5dcc8d4eb67" providerId="ADAL" clId="{DE8A0C4D-D6E1-427B-8816-12A6A7F7A5D7}" dt="2022-11-04T17:00:34.527" v="10549" actId="14100"/>
          <ac:picMkLst>
            <pc:docMk/>
            <pc:sldMk cId="832257560" sldId="1354"/>
            <ac:picMk id="17" creationId="{775B69F7-0964-BFFC-6396-BED4427F9E4C}"/>
          </ac:picMkLst>
        </pc:picChg>
        <pc:picChg chg="add mod">
          <ac:chgData name="Mitra, Aritra" userId="c0528902-d414-4a78-8a62-a5dcc8d4eb67" providerId="ADAL" clId="{DE8A0C4D-D6E1-427B-8816-12A6A7F7A5D7}" dt="2022-11-04T17:00:30.969" v="10548" actId="1076"/>
          <ac:picMkLst>
            <pc:docMk/>
            <pc:sldMk cId="832257560" sldId="1354"/>
            <ac:picMk id="19" creationId="{F2F39073-0FA8-8C77-CF27-05CE726B3D82}"/>
          </ac:picMkLst>
        </pc:picChg>
        <pc:picChg chg="add mod">
          <ac:chgData name="Mitra, Aritra" userId="c0528902-d414-4a78-8a62-a5dcc8d4eb67" providerId="ADAL" clId="{DE8A0C4D-D6E1-427B-8816-12A6A7F7A5D7}" dt="2022-11-04T17:01:15.674" v="10555" actId="1076"/>
          <ac:picMkLst>
            <pc:docMk/>
            <pc:sldMk cId="832257560" sldId="1354"/>
            <ac:picMk id="21" creationId="{8B61AD65-4FF1-84C5-7F6D-C7BEF500071E}"/>
          </ac:picMkLst>
        </pc:picChg>
      </pc:sldChg>
      <pc:sldChg chg="modSp new mod">
        <pc:chgData name="Mitra, Aritra" userId="c0528902-d414-4a78-8a62-a5dcc8d4eb67" providerId="ADAL" clId="{DE8A0C4D-D6E1-427B-8816-12A6A7F7A5D7}" dt="2022-11-04T17:07:48.600" v="10887" actId="1076"/>
        <pc:sldMkLst>
          <pc:docMk/>
          <pc:sldMk cId="2638168752" sldId="1355"/>
        </pc:sldMkLst>
        <pc:spChg chg="mod">
          <ac:chgData name="Mitra, Aritra" userId="c0528902-d414-4a78-8a62-a5dcc8d4eb67" providerId="ADAL" clId="{DE8A0C4D-D6E1-427B-8816-12A6A7F7A5D7}" dt="2022-11-04T17:07:12.122" v="10786" actId="20577"/>
          <ac:spMkLst>
            <pc:docMk/>
            <pc:sldMk cId="2638168752" sldId="1355"/>
            <ac:spMk id="2" creationId="{BF619413-7C94-76EA-0682-3D39DD186206}"/>
          </ac:spMkLst>
        </pc:spChg>
        <pc:spChg chg="mod">
          <ac:chgData name="Mitra, Aritra" userId="c0528902-d414-4a78-8a62-a5dcc8d4eb67" providerId="ADAL" clId="{DE8A0C4D-D6E1-427B-8816-12A6A7F7A5D7}" dt="2022-11-04T17:07:48.600" v="10887" actId="1076"/>
          <ac:spMkLst>
            <pc:docMk/>
            <pc:sldMk cId="2638168752" sldId="1355"/>
            <ac:spMk id="3" creationId="{A3C239AF-4F7A-57C6-FA3F-C9EEE79703E7}"/>
          </ac:spMkLst>
        </pc:spChg>
      </pc:sldChg>
      <pc:sldChg chg="modSp add mod">
        <pc:chgData name="Mitra, Aritra" userId="c0528902-d414-4a78-8a62-a5dcc8d4eb67" providerId="ADAL" clId="{DE8A0C4D-D6E1-427B-8816-12A6A7F7A5D7}" dt="2022-11-04T17:09:09.785" v="10936" actId="207"/>
        <pc:sldMkLst>
          <pc:docMk/>
          <pc:sldMk cId="3529806256" sldId="1356"/>
        </pc:sldMkLst>
        <pc:spChg chg="mod">
          <ac:chgData name="Mitra, Aritra" userId="c0528902-d414-4a78-8a62-a5dcc8d4eb67" providerId="ADAL" clId="{DE8A0C4D-D6E1-427B-8816-12A6A7F7A5D7}" dt="2022-11-04T17:09:09.785" v="10936" actId="207"/>
          <ac:spMkLst>
            <pc:docMk/>
            <pc:sldMk cId="3529806256" sldId="1356"/>
            <ac:spMk id="2" creationId="{051ABD3B-14F1-BFCA-872F-4052056BC7BA}"/>
          </ac:spMkLst>
        </pc:spChg>
      </pc:sldChg>
      <pc:sldChg chg="modSp add mod">
        <pc:chgData name="Mitra, Aritra" userId="c0528902-d414-4a78-8a62-a5dcc8d4eb67" providerId="ADAL" clId="{DE8A0C4D-D6E1-427B-8816-12A6A7F7A5D7}" dt="2022-11-04T17:09:38.732" v="10965" actId="207"/>
        <pc:sldMkLst>
          <pc:docMk/>
          <pc:sldMk cId="1898968279" sldId="1357"/>
        </pc:sldMkLst>
        <pc:spChg chg="mod">
          <ac:chgData name="Mitra, Aritra" userId="c0528902-d414-4a78-8a62-a5dcc8d4eb67" providerId="ADAL" clId="{DE8A0C4D-D6E1-427B-8816-12A6A7F7A5D7}" dt="2022-11-04T17:09:38.732" v="10965" actId="207"/>
          <ac:spMkLst>
            <pc:docMk/>
            <pc:sldMk cId="1898968279" sldId="1357"/>
            <ac:spMk id="2" creationId="{051ABD3B-14F1-BFCA-872F-4052056BC7BA}"/>
          </ac:spMkLst>
        </pc:spChg>
      </pc:sldChg>
      <pc:sldChg chg="modSp add mod">
        <pc:chgData name="Mitra, Aritra" userId="c0528902-d414-4a78-8a62-a5dcc8d4eb67" providerId="ADAL" clId="{DE8A0C4D-D6E1-427B-8816-12A6A7F7A5D7}" dt="2022-11-04T17:10:14.943" v="11001" actId="207"/>
        <pc:sldMkLst>
          <pc:docMk/>
          <pc:sldMk cId="1842186397" sldId="1358"/>
        </pc:sldMkLst>
        <pc:spChg chg="mod">
          <ac:chgData name="Mitra, Aritra" userId="c0528902-d414-4a78-8a62-a5dcc8d4eb67" providerId="ADAL" clId="{DE8A0C4D-D6E1-427B-8816-12A6A7F7A5D7}" dt="2022-11-04T17:10:14.943" v="11001" actId="207"/>
          <ac:spMkLst>
            <pc:docMk/>
            <pc:sldMk cId="1842186397" sldId="1358"/>
            <ac:spMk id="2" creationId="{051ABD3B-14F1-BFCA-872F-4052056BC7BA}"/>
          </ac:spMkLst>
        </pc:spChg>
      </pc:sldChg>
      <pc:sldChg chg="modSp add mod">
        <pc:chgData name="Mitra, Aritra" userId="c0528902-d414-4a78-8a62-a5dcc8d4eb67" providerId="ADAL" clId="{DE8A0C4D-D6E1-427B-8816-12A6A7F7A5D7}" dt="2022-11-04T17:10:58.548" v="11038" actId="207"/>
        <pc:sldMkLst>
          <pc:docMk/>
          <pc:sldMk cId="4180261192" sldId="1359"/>
        </pc:sldMkLst>
        <pc:spChg chg="mod">
          <ac:chgData name="Mitra, Aritra" userId="c0528902-d414-4a78-8a62-a5dcc8d4eb67" providerId="ADAL" clId="{DE8A0C4D-D6E1-427B-8816-12A6A7F7A5D7}" dt="2022-11-04T17:10:58.548" v="11038" actId="207"/>
          <ac:spMkLst>
            <pc:docMk/>
            <pc:sldMk cId="4180261192" sldId="1359"/>
            <ac:spMk id="2" creationId="{051ABD3B-14F1-BFCA-872F-4052056BC7BA}"/>
          </ac:spMkLst>
        </pc:spChg>
      </pc:sldChg>
      <pc:sldChg chg="addSp delSp modSp new mod">
        <pc:chgData name="Mitra, Aritra" userId="c0528902-d414-4a78-8a62-a5dcc8d4eb67" providerId="ADAL" clId="{DE8A0C4D-D6E1-427B-8816-12A6A7F7A5D7}" dt="2022-11-04T17:25:24.537" v="11672" actId="14100"/>
        <pc:sldMkLst>
          <pc:docMk/>
          <pc:sldMk cId="3804823632" sldId="1360"/>
        </pc:sldMkLst>
        <pc:spChg chg="mod">
          <ac:chgData name="Mitra, Aritra" userId="c0528902-d414-4a78-8a62-a5dcc8d4eb67" providerId="ADAL" clId="{DE8A0C4D-D6E1-427B-8816-12A6A7F7A5D7}" dt="2022-11-04T17:11:11.941" v="11056" actId="20577"/>
          <ac:spMkLst>
            <pc:docMk/>
            <pc:sldMk cId="3804823632" sldId="1360"/>
            <ac:spMk id="2" creationId="{3A20B1DA-DDC4-19FE-B1BB-CD7FF3D18A64}"/>
          </ac:spMkLst>
        </pc:spChg>
        <pc:spChg chg="del">
          <ac:chgData name="Mitra, Aritra" userId="c0528902-d414-4a78-8a62-a5dcc8d4eb67" providerId="ADAL" clId="{DE8A0C4D-D6E1-427B-8816-12A6A7F7A5D7}" dt="2022-11-04T17:11:28.892" v="11057" actId="478"/>
          <ac:spMkLst>
            <pc:docMk/>
            <pc:sldMk cId="3804823632" sldId="1360"/>
            <ac:spMk id="3" creationId="{4BA8C9AA-2C55-270E-0C7E-7A391F72B607}"/>
          </ac:spMkLst>
        </pc:spChg>
        <pc:spChg chg="add mod">
          <ac:chgData name="Mitra, Aritra" userId="c0528902-d414-4a78-8a62-a5dcc8d4eb67" providerId="ADAL" clId="{DE8A0C4D-D6E1-427B-8816-12A6A7F7A5D7}" dt="2022-11-04T17:13:18.269" v="11074" actId="207"/>
          <ac:spMkLst>
            <pc:docMk/>
            <pc:sldMk cId="3804823632" sldId="1360"/>
            <ac:spMk id="4" creationId="{5947BFB3-6505-3AD7-C1D5-312363AB572C}"/>
          </ac:spMkLst>
        </pc:spChg>
        <pc:spChg chg="add del mod">
          <ac:chgData name="Mitra, Aritra" userId="c0528902-d414-4a78-8a62-a5dcc8d4eb67" providerId="ADAL" clId="{DE8A0C4D-D6E1-427B-8816-12A6A7F7A5D7}" dt="2022-11-04T17:12:42.287" v="11069" actId="478"/>
          <ac:spMkLst>
            <pc:docMk/>
            <pc:sldMk cId="3804823632" sldId="1360"/>
            <ac:spMk id="5" creationId="{1792B1C6-6468-8996-D38F-1E0EF9444D6A}"/>
          </ac:spMkLst>
        </pc:spChg>
        <pc:spChg chg="add del mod">
          <ac:chgData name="Mitra, Aritra" userId="c0528902-d414-4a78-8a62-a5dcc8d4eb67" providerId="ADAL" clId="{DE8A0C4D-D6E1-427B-8816-12A6A7F7A5D7}" dt="2022-11-04T17:12:40.239" v="11068" actId="478"/>
          <ac:spMkLst>
            <pc:docMk/>
            <pc:sldMk cId="3804823632" sldId="1360"/>
            <ac:spMk id="6" creationId="{3A725739-3E13-3D87-C9ED-4A00179725CD}"/>
          </ac:spMkLst>
        </pc:spChg>
        <pc:spChg chg="add mod">
          <ac:chgData name="Mitra, Aritra" userId="c0528902-d414-4a78-8a62-a5dcc8d4eb67" providerId="ADAL" clId="{DE8A0C4D-D6E1-427B-8816-12A6A7F7A5D7}" dt="2022-11-04T17:13:26.387" v="11075" actId="207"/>
          <ac:spMkLst>
            <pc:docMk/>
            <pc:sldMk cId="3804823632" sldId="1360"/>
            <ac:spMk id="7" creationId="{05595883-0AE6-A78C-58E1-D12AA26A53D9}"/>
          </ac:spMkLst>
        </pc:spChg>
        <pc:spChg chg="add mod">
          <ac:chgData name="Mitra, Aritra" userId="c0528902-d414-4a78-8a62-a5dcc8d4eb67" providerId="ADAL" clId="{DE8A0C4D-D6E1-427B-8816-12A6A7F7A5D7}" dt="2022-11-04T17:13:31.804" v="11076" actId="207"/>
          <ac:spMkLst>
            <pc:docMk/>
            <pc:sldMk cId="3804823632" sldId="1360"/>
            <ac:spMk id="8" creationId="{8A43A84E-8D08-F4DD-BC6B-950E81EB0D1F}"/>
          </ac:spMkLst>
        </pc:spChg>
        <pc:spChg chg="add mod">
          <ac:chgData name="Mitra, Aritra" userId="c0528902-d414-4a78-8a62-a5dcc8d4eb67" providerId="ADAL" clId="{DE8A0C4D-D6E1-427B-8816-12A6A7F7A5D7}" dt="2022-11-04T17:14:02.169" v="11087" actId="1076"/>
          <ac:spMkLst>
            <pc:docMk/>
            <pc:sldMk cId="3804823632" sldId="1360"/>
            <ac:spMk id="9" creationId="{6EFF69EA-E47C-EDAA-3D39-344BFB0005C4}"/>
          </ac:spMkLst>
        </pc:spChg>
        <pc:spChg chg="add mod">
          <ac:chgData name="Mitra, Aritra" userId="c0528902-d414-4a78-8a62-a5dcc8d4eb67" providerId="ADAL" clId="{DE8A0C4D-D6E1-427B-8816-12A6A7F7A5D7}" dt="2022-11-04T17:14:44.306" v="11117" actId="1076"/>
          <ac:spMkLst>
            <pc:docMk/>
            <pc:sldMk cId="3804823632" sldId="1360"/>
            <ac:spMk id="10" creationId="{DD499862-032F-BDFC-2B76-B8BAC998BB59}"/>
          </ac:spMkLst>
        </pc:spChg>
        <pc:spChg chg="add mod">
          <ac:chgData name="Mitra, Aritra" userId="c0528902-d414-4a78-8a62-a5dcc8d4eb67" providerId="ADAL" clId="{DE8A0C4D-D6E1-427B-8816-12A6A7F7A5D7}" dt="2022-11-04T17:15:04.442" v="11151" actId="20577"/>
          <ac:spMkLst>
            <pc:docMk/>
            <pc:sldMk cId="3804823632" sldId="1360"/>
            <ac:spMk id="11" creationId="{47F825F5-A654-7649-B2C7-E21D399C4E81}"/>
          </ac:spMkLst>
        </pc:spChg>
        <pc:spChg chg="add mod">
          <ac:chgData name="Mitra, Aritra" userId="c0528902-d414-4a78-8a62-a5dcc8d4eb67" providerId="ADAL" clId="{DE8A0C4D-D6E1-427B-8816-12A6A7F7A5D7}" dt="2022-11-04T17:16:33.463" v="11209" actId="1037"/>
          <ac:spMkLst>
            <pc:docMk/>
            <pc:sldMk cId="3804823632" sldId="1360"/>
            <ac:spMk id="12" creationId="{5F19F94E-2E93-F8D8-F8B9-AD78A1B9052E}"/>
          </ac:spMkLst>
        </pc:spChg>
        <pc:spChg chg="add mod">
          <ac:chgData name="Mitra, Aritra" userId="c0528902-d414-4a78-8a62-a5dcc8d4eb67" providerId="ADAL" clId="{DE8A0C4D-D6E1-427B-8816-12A6A7F7A5D7}" dt="2022-11-04T17:18:29.996" v="11296" actId="1037"/>
          <ac:spMkLst>
            <pc:docMk/>
            <pc:sldMk cId="3804823632" sldId="1360"/>
            <ac:spMk id="13" creationId="{DEF330FF-4877-9B2A-D3FD-2440DA5101A8}"/>
          </ac:spMkLst>
        </pc:spChg>
        <pc:spChg chg="add del mod">
          <ac:chgData name="Mitra, Aritra" userId="c0528902-d414-4a78-8a62-a5dcc8d4eb67" providerId="ADAL" clId="{DE8A0C4D-D6E1-427B-8816-12A6A7F7A5D7}" dt="2022-11-04T17:18:49.610" v="11318" actId="478"/>
          <ac:spMkLst>
            <pc:docMk/>
            <pc:sldMk cId="3804823632" sldId="1360"/>
            <ac:spMk id="19" creationId="{9F04747F-33D1-0CFF-C3F7-E5C91B58A2CA}"/>
          </ac:spMkLst>
        </pc:spChg>
        <pc:spChg chg="add del mod">
          <ac:chgData name="Mitra, Aritra" userId="c0528902-d414-4a78-8a62-a5dcc8d4eb67" providerId="ADAL" clId="{DE8A0C4D-D6E1-427B-8816-12A6A7F7A5D7}" dt="2022-11-04T17:18:54.476" v="11320" actId="478"/>
          <ac:spMkLst>
            <pc:docMk/>
            <pc:sldMk cId="3804823632" sldId="1360"/>
            <ac:spMk id="20" creationId="{A90C6FDF-7F07-FDD1-173C-B2B6B1A6B624}"/>
          </ac:spMkLst>
        </pc:spChg>
        <pc:spChg chg="add mod">
          <ac:chgData name="Mitra, Aritra" userId="c0528902-d414-4a78-8a62-a5dcc8d4eb67" providerId="ADAL" clId="{DE8A0C4D-D6E1-427B-8816-12A6A7F7A5D7}" dt="2022-11-04T17:19:21.936" v="11334" actId="1037"/>
          <ac:spMkLst>
            <pc:docMk/>
            <pc:sldMk cId="3804823632" sldId="1360"/>
            <ac:spMk id="21" creationId="{671E7812-F7A4-3020-A9AA-90BA872E8A65}"/>
          </ac:spMkLst>
        </pc:spChg>
        <pc:spChg chg="add mod">
          <ac:chgData name="Mitra, Aritra" userId="c0528902-d414-4a78-8a62-a5dcc8d4eb67" providerId="ADAL" clId="{DE8A0C4D-D6E1-427B-8816-12A6A7F7A5D7}" dt="2022-11-04T17:19:32.937" v="11339" actId="1035"/>
          <ac:spMkLst>
            <pc:docMk/>
            <pc:sldMk cId="3804823632" sldId="1360"/>
            <ac:spMk id="22" creationId="{554835B9-9128-CB33-61C4-D85C5ABFB48E}"/>
          </ac:spMkLst>
        </pc:spChg>
        <pc:spChg chg="add mod">
          <ac:chgData name="Mitra, Aritra" userId="c0528902-d414-4a78-8a62-a5dcc8d4eb67" providerId="ADAL" clId="{DE8A0C4D-D6E1-427B-8816-12A6A7F7A5D7}" dt="2022-11-04T17:19:42.906" v="11345" actId="1036"/>
          <ac:spMkLst>
            <pc:docMk/>
            <pc:sldMk cId="3804823632" sldId="1360"/>
            <ac:spMk id="23" creationId="{3B501048-7892-5A0E-0939-5EAE6197B759}"/>
          </ac:spMkLst>
        </pc:spChg>
        <pc:spChg chg="add mod">
          <ac:chgData name="Mitra, Aritra" userId="c0528902-d414-4a78-8a62-a5dcc8d4eb67" providerId="ADAL" clId="{DE8A0C4D-D6E1-427B-8816-12A6A7F7A5D7}" dt="2022-11-04T17:19:51.401" v="11347" actId="1076"/>
          <ac:spMkLst>
            <pc:docMk/>
            <pc:sldMk cId="3804823632" sldId="1360"/>
            <ac:spMk id="24" creationId="{8B4883A3-2869-F91F-7BA0-311D4DEB265D}"/>
          </ac:spMkLst>
        </pc:spChg>
        <pc:spChg chg="add mod">
          <ac:chgData name="Mitra, Aritra" userId="c0528902-d414-4a78-8a62-a5dcc8d4eb67" providerId="ADAL" clId="{DE8A0C4D-D6E1-427B-8816-12A6A7F7A5D7}" dt="2022-11-04T17:20:28.181" v="11371" actId="14100"/>
          <ac:spMkLst>
            <pc:docMk/>
            <pc:sldMk cId="3804823632" sldId="1360"/>
            <ac:spMk id="25" creationId="{375C53C7-309C-8DFC-C983-B2CF76E5AC03}"/>
          </ac:spMkLst>
        </pc:spChg>
        <pc:spChg chg="add mod">
          <ac:chgData name="Mitra, Aritra" userId="c0528902-d414-4a78-8a62-a5dcc8d4eb67" providerId="ADAL" clId="{DE8A0C4D-D6E1-427B-8816-12A6A7F7A5D7}" dt="2022-11-04T17:20:53.820" v="11405" actId="1035"/>
          <ac:spMkLst>
            <pc:docMk/>
            <pc:sldMk cId="3804823632" sldId="1360"/>
            <ac:spMk id="26" creationId="{B0B147D9-82A9-E281-DDB3-0F9EC802215E}"/>
          </ac:spMkLst>
        </pc:spChg>
        <pc:spChg chg="add mod">
          <ac:chgData name="Mitra, Aritra" userId="c0528902-d414-4a78-8a62-a5dcc8d4eb67" providerId="ADAL" clId="{DE8A0C4D-D6E1-427B-8816-12A6A7F7A5D7}" dt="2022-11-04T17:22:13.694" v="11463" actId="14100"/>
          <ac:spMkLst>
            <pc:docMk/>
            <pc:sldMk cId="3804823632" sldId="1360"/>
            <ac:spMk id="27" creationId="{D5E8530C-F14A-9E33-0055-9240FF808BC5}"/>
          </ac:spMkLst>
        </pc:spChg>
        <pc:spChg chg="add mod">
          <ac:chgData name="Mitra, Aritra" userId="c0528902-d414-4a78-8a62-a5dcc8d4eb67" providerId="ADAL" clId="{DE8A0C4D-D6E1-427B-8816-12A6A7F7A5D7}" dt="2022-11-04T17:22:36.059" v="11479" actId="20577"/>
          <ac:spMkLst>
            <pc:docMk/>
            <pc:sldMk cId="3804823632" sldId="1360"/>
            <ac:spMk id="28" creationId="{9AA05856-7255-A4C2-8ABC-1CED04064BD9}"/>
          </ac:spMkLst>
        </pc:spChg>
        <pc:spChg chg="add mod">
          <ac:chgData name="Mitra, Aritra" userId="c0528902-d414-4a78-8a62-a5dcc8d4eb67" providerId="ADAL" clId="{DE8A0C4D-D6E1-427B-8816-12A6A7F7A5D7}" dt="2022-11-04T17:23:07.235" v="11500" actId="1076"/>
          <ac:spMkLst>
            <pc:docMk/>
            <pc:sldMk cId="3804823632" sldId="1360"/>
            <ac:spMk id="29" creationId="{B49D5F1E-D488-4D5B-E430-DC0F19A17F75}"/>
          </ac:spMkLst>
        </pc:spChg>
        <pc:spChg chg="add mod">
          <ac:chgData name="Mitra, Aritra" userId="c0528902-d414-4a78-8a62-a5dcc8d4eb67" providerId="ADAL" clId="{DE8A0C4D-D6E1-427B-8816-12A6A7F7A5D7}" dt="2022-11-04T17:25:24.537" v="11672" actId="14100"/>
          <ac:spMkLst>
            <pc:docMk/>
            <pc:sldMk cId="3804823632" sldId="1360"/>
            <ac:spMk id="30" creationId="{D0119118-AAAB-8AEA-630E-BABC51CA800D}"/>
          </ac:spMkLst>
        </pc:spChg>
        <pc:cxnChg chg="add mod">
          <ac:chgData name="Mitra, Aritra" userId="c0528902-d414-4a78-8a62-a5dcc8d4eb67" providerId="ADAL" clId="{DE8A0C4D-D6E1-427B-8816-12A6A7F7A5D7}" dt="2022-11-04T17:18:35.718" v="11315" actId="1035"/>
          <ac:cxnSpMkLst>
            <pc:docMk/>
            <pc:sldMk cId="3804823632" sldId="1360"/>
            <ac:cxnSpMk id="15" creationId="{1D87766B-A7E1-354D-7002-B7D9CCE6B174}"/>
          </ac:cxnSpMkLst>
        </pc:cxnChg>
      </pc:sldChg>
      <pc:sldChg chg="addSp delSp modSp new del mod modAnim">
        <pc:chgData name="Mitra, Aritra" userId="c0528902-d414-4a78-8a62-a5dcc8d4eb67" providerId="ADAL" clId="{DE8A0C4D-D6E1-427B-8816-12A6A7F7A5D7}" dt="2022-11-07T23:00:00.266" v="11943" actId="2696"/>
        <pc:sldMkLst>
          <pc:docMk/>
          <pc:sldMk cId="118930306" sldId="1361"/>
        </pc:sldMkLst>
        <pc:spChg chg="mod">
          <ac:chgData name="Mitra, Aritra" userId="c0528902-d414-4a78-8a62-a5dcc8d4eb67" providerId="ADAL" clId="{DE8A0C4D-D6E1-427B-8816-12A6A7F7A5D7}" dt="2022-11-07T22:55:15.817" v="11687" actId="20577"/>
          <ac:spMkLst>
            <pc:docMk/>
            <pc:sldMk cId="118930306" sldId="1361"/>
            <ac:spMk id="2" creationId="{DD104964-C345-FB7E-A3C9-50456D15E8DA}"/>
          </ac:spMkLst>
        </pc:spChg>
        <pc:spChg chg="del">
          <ac:chgData name="Mitra, Aritra" userId="c0528902-d414-4a78-8a62-a5dcc8d4eb67" providerId="ADAL" clId="{DE8A0C4D-D6E1-427B-8816-12A6A7F7A5D7}" dt="2022-11-07T22:55:19.023" v="11688"/>
          <ac:spMkLst>
            <pc:docMk/>
            <pc:sldMk cId="118930306" sldId="1361"/>
            <ac:spMk id="3" creationId="{E4013991-5E93-1EFD-18BE-D82E069EE987}"/>
          </ac:spMkLst>
        </pc:spChg>
        <pc:spChg chg="add mod">
          <ac:chgData name="Mitra, Aritra" userId="c0528902-d414-4a78-8a62-a5dcc8d4eb67" providerId="ADAL" clId="{DE8A0C4D-D6E1-427B-8816-12A6A7F7A5D7}" dt="2022-11-07T22:56:53.769" v="11773" actId="113"/>
          <ac:spMkLst>
            <pc:docMk/>
            <pc:sldMk cId="118930306" sldId="1361"/>
            <ac:spMk id="4" creationId="{05B93212-D307-D3DD-08D5-C94181A6AF74}"/>
          </ac:spMkLst>
        </pc:spChg>
        <pc:spChg chg="add mod">
          <ac:chgData name="Mitra, Aritra" userId="c0528902-d414-4a78-8a62-a5dcc8d4eb67" providerId="ADAL" clId="{DE8A0C4D-D6E1-427B-8816-12A6A7F7A5D7}" dt="2022-11-07T22:59:24.856" v="11942" actId="14100"/>
          <ac:spMkLst>
            <pc:docMk/>
            <pc:sldMk cId="118930306" sldId="1361"/>
            <ac:spMk id="5" creationId="{C7CE819D-145C-8175-46F4-86843A5693F8}"/>
          </ac:spMkLst>
        </pc:spChg>
      </pc:sldChg>
      <pc:sldChg chg="new del">
        <pc:chgData name="Mitra, Aritra" userId="c0528902-d414-4a78-8a62-a5dcc8d4eb67" providerId="ADAL" clId="{DE8A0C4D-D6E1-427B-8816-12A6A7F7A5D7}" dt="2022-11-04T17:14:12.816" v="11089" actId="47"/>
        <pc:sldMkLst>
          <pc:docMk/>
          <pc:sldMk cId="587375598" sldId="1361"/>
        </pc:sldMkLst>
      </pc:sldChg>
      <pc:sldChg chg="modSp new del mod">
        <pc:chgData name="Mitra, Aritra" userId="c0528902-d414-4a78-8a62-a5dcc8d4eb67" providerId="ADAL" clId="{DE8A0C4D-D6E1-427B-8816-12A6A7F7A5D7}" dt="2022-11-04T17:25:48.124" v="11673" actId="47"/>
        <pc:sldMkLst>
          <pc:docMk/>
          <pc:sldMk cId="3439269525" sldId="1361"/>
        </pc:sldMkLst>
        <pc:spChg chg="mod">
          <ac:chgData name="Mitra, Aritra" userId="c0528902-d414-4a78-8a62-a5dcc8d4eb67" providerId="ADAL" clId="{DE8A0C4D-D6E1-427B-8816-12A6A7F7A5D7}" dt="2022-11-04T17:24:23.579" v="11663" actId="14100"/>
          <ac:spMkLst>
            <pc:docMk/>
            <pc:sldMk cId="3439269525" sldId="1361"/>
            <ac:spMk id="3" creationId="{86B82900-057B-DABE-2BC2-C33666017F9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4A6233-CA65-452B-B52B-76E7BA07A2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683DD-96C3-4722-8C30-638AE3C6C7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BF946-53AC-487F-B636-FF2E8B55E1BA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ECDCE-87C2-4A77-88E7-8E8B5EB283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DB9F5-F2AB-4F19-8E15-B890306BEE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4E616-E997-4CC4-B7E4-8D8E146C8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909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22B71-9750-4FFE-8F62-7EE0D7757D52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70461-7BCF-498F-8F7F-BB4C6336E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14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70461-7BCF-498F-8F7F-BB4C6336ED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92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70461-7BCF-498F-8F7F-BB4C6336ED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85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70461-7BCF-498F-8F7F-BB4C6336ED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1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70461-7BCF-498F-8F7F-BB4C6336ED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82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70461-7BCF-498F-8F7F-BB4C6336ED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92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70461-7BCF-498F-8F7F-BB4C6336ED3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11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70461-7BCF-498F-8F7F-BB4C6336ED3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17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70461-7BCF-498F-8F7F-BB4C6336ED3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0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5FF8-894A-4A63-BA09-93D36FF4C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9A37C-A55C-40FD-9B62-ADFA20DFA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41E1-C482-4370-AE24-F15782BC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0872"/>
            <a:ext cx="4038600" cy="267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6/29/2018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D48C8-5425-41C4-B0B1-3C79AC92C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90869"/>
            <a:ext cx="4114800" cy="2671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 sz="16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Aritra Mitra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B2AE2-DA2F-404E-BBFF-76D576C1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6590870"/>
            <a:ext cx="4038600" cy="2671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FFBF4569-4499-47E0-AC05-E881CC4CCD7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9C825C7-4AE4-41FE-A7AB-4EB8BCB53C8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096000" cy="2671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6F69C5F-6B8C-45FF-96AB-72436186A473}"/>
              </a:ext>
            </a:extLst>
          </p:cNvPr>
          <p:cNvSpPr txBox="1">
            <a:spLocks/>
          </p:cNvSpPr>
          <p:nvPr/>
        </p:nvSpPr>
        <p:spPr>
          <a:xfrm>
            <a:off x="6096000" y="0"/>
            <a:ext cx="6096000" cy="2671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0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CE0B-9098-4A0C-A788-FAFB0ABDF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0217"/>
          </a:xfrm>
        </p:spPr>
        <p:txBody>
          <a:bodyPr/>
          <a:lstStyle>
            <a:lvl1pPr>
              <a:defRPr baseline="0">
                <a:solidFill>
                  <a:srgbClr val="002060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69C9C-78C8-43E0-8888-ACA105379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985"/>
            <a:ext cx="10515600" cy="4706978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600"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46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899D-3DA1-48F2-9FD2-7B72507C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78CE0-950F-4A3E-8CE3-D402A27C9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969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D1ED-8F98-4851-A541-196E8C2A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B002A-F8C4-4C6F-B7DE-7F50F7227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6CED-5C40-4242-AD68-4496C27DB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009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EC71E-F063-43C9-8D4D-5909C2BA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057FD-6CC4-44D8-B97F-A5BB2042C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FAE04-92F0-4493-BE74-B17865181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24EE9-6053-4EAC-ABBE-9219C95A6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11219-1535-440D-9190-CA7313B66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823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09CA-171F-4824-8C46-3A2D7D377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438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960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58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B4DD-E711-490D-817A-132481D3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3FC1F-62EC-494B-86D6-5036339DC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89E87-190B-4288-80C1-CC5881DFF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89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AA27-0C90-40AC-90C1-54299B3B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158909-ED21-42C0-9C3B-7037F0644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31E93-BE65-454A-A2B2-C3AE5FD35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738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5E56B-7C90-460E-AFCC-A4C9FC45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B48D1-2AF2-4235-97A5-87AF8E832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28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E2EF6-84B8-40EC-8D98-E1C824433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5DCC1-64CF-4A59-A074-B57D5EC2A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3629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23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4A296-C511-4A40-82F7-C7D18070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85" y="228600"/>
            <a:ext cx="10515600" cy="1183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5A6D5-BAAA-4512-B2CD-004EC46FA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485" y="1640987"/>
            <a:ext cx="10515600" cy="4724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F33358-C1EE-48CE-9F1F-77A31E39D3A4}"/>
              </a:ext>
            </a:extLst>
          </p:cNvPr>
          <p:cNvSpPr txBox="1">
            <a:spLocks/>
          </p:cNvSpPr>
          <p:nvPr userDrawn="1"/>
        </p:nvSpPr>
        <p:spPr>
          <a:xfrm>
            <a:off x="8153400" y="6590869"/>
            <a:ext cx="4038600" cy="267131"/>
          </a:xfrm>
          <a:prstGeom prst="rect">
            <a:avLst/>
          </a:prstGeom>
          <a:noFill/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CED8546-5E6B-440B-B964-782762B073CA}" type="slidenum">
              <a:rPr lang="en-US" sz="2000" smtClean="0">
                <a:solidFill>
                  <a:schemeClr val="tx1"/>
                </a:solidFill>
              </a:rPr>
              <a:pPr algn="ctr"/>
              <a:t>‹#›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02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1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15.svg"/><Relationship Id="rId5" Type="http://schemas.openxmlformats.org/officeDocument/2006/relationships/image" Target="../media/image13.png"/><Relationship Id="rId10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9.sv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300.png"/><Relationship Id="rId4" Type="http://schemas.openxmlformats.org/officeDocument/2006/relationships/image" Target="../media/image250.png"/><Relationship Id="rId9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81.png"/><Relationship Id="rId4" Type="http://schemas.openxmlformats.org/officeDocument/2006/relationships/image" Target="../media/image17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450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jfif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4.png"/><Relationship Id="rId7" Type="http://schemas.openxmlformats.org/officeDocument/2006/relationships/image" Target="../media/image21.sv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470.png"/><Relationship Id="rId5" Type="http://schemas.openxmlformats.org/officeDocument/2006/relationships/image" Target="../media/image450.png"/><Relationship Id="rId10" Type="http://schemas.openxmlformats.org/officeDocument/2006/relationships/image" Target="../media/image460.png"/><Relationship Id="rId4" Type="http://schemas.openxmlformats.org/officeDocument/2006/relationships/image" Target="../media/image25.svg"/><Relationship Id="rId9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7.sv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49.png"/><Relationship Id="rId4" Type="http://schemas.openxmlformats.org/officeDocument/2006/relationships/image" Target="../media/image21.svg"/><Relationship Id="rId9" Type="http://schemas.openxmlformats.org/officeDocument/2006/relationships/image" Target="../media/image4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27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6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jfif"/><Relationship Id="rId5" Type="http://schemas.openxmlformats.org/officeDocument/2006/relationships/image" Target="../media/image22.png"/><Relationship Id="rId15" Type="http://schemas.openxmlformats.org/officeDocument/2006/relationships/image" Target="../media/image520.png"/><Relationship Id="rId10" Type="http://schemas.openxmlformats.org/officeDocument/2006/relationships/image" Target="../media/image500.png"/><Relationship Id="rId4" Type="http://schemas.openxmlformats.org/officeDocument/2006/relationships/image" Target="../media/image21.svg"/><Relationship Id="rId9" Type="http://schemas.openxmlformats.org/officeDocument/2006/relationships/image" Target="../media/image49.png"/><Relationship Id="rId1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0.png"/><Relationship Id="rId7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21.svg"/><Relationship Id="rId9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73.png"/><Relationship Id="rId3" Type="http://schemas.openxmlformats.org/officeDocument/2006/relationships/image" Target="../media/image21.svg"/><Relationship Id="rId7" Type="http://schemas.openxmlformats.org/officeDocument/2006/relationships/image" Target="../media/image69.png"/><Relationship Id="rId12" Type="http://schemas.openxmlformats.org/officeDocument/2006/relationships/image" Target="../media/image7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1.png"/><Relationship Id="rId5" Type="http://schemas.openxmlformats.org/officeDocument/2006/relationships/image" Target="../media/image23.svg"/><Relationship Id="rId10" Type="http://schemas.openxmlformats.org/officeDocument/2006/relationships/image" Target="../media/image70.png"/><Relationship Id="rId4" Type="http://schemas.openxmlformats.org/officeDocument/2006/relationships/image" Target="../media/image22.png"/><Relationship Id="rId9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79.png"/><Relationship Id="rId3" Type="http://schemas.openxmlformats.org/officeDocument/2006/relationships/image" Target="../media/image21.svg"/><Relationship Id="rId7" Type="http://schemas.openxmlformats.org/officeDocument/2006/relationships/image" Target="../media/image24.png"/><Relationship Id="rId12" Type="http://schemas.openxmlformats.org/officeDocument/2006/relationships/image" Target="../media/image7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7.png"/><Relationship Id="rId5" Type="http://schemas.openxmlformats.org/officeDocument/2006/relationships/image" Target="../media/image23.svg"/><Relationship Id="rId10" Type="http://schemas.openxmlformats.org/officeDocument/2006/relationships/image" Target="../media/image76.png"/><Relationship Id="rId4" Type="http://schemas.openxmlformats.org/officeDocument/2006/relationships/image" Target="../media/image22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87.png"/><Relationship Id="rId3" Type="http://schemas.openxmlformats.org/officeDocument/2006/relationships/image" Target="../media/image21.svg"/><Relationship Id="rId7" Type="http://schemas.openxmlformats.org/officeDocument/2006/relationships/image" Target="../media/image83.png"/><Relationship Id="rId12" Type="http://schemas.openxmlformats.org/officeDocument/2006/relationships/image" Target="../media/image8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5.png"/><Relationship Id="rId5" Type="http://schemas.openxmlformats.org/officeDocument/2006/relationships/image" Target="../media/image23.svg"/><Relationship Id="rId10" Type="http://schemas.openxmlformats.org/officeDocument/2006/relationships/image" Target="../media/image84.png"/><Relationship Id="rId4" Type="http://schemas.openxmlformats.org/officeDocument/2006/relationships/image" Target="../media/image22.png"/><Relationship Id="rId9" Type="http://schemas.openxmlformats.org/officeDocument/2006/relationships/image" Target="../media/image25.svg"/><Relationship Id="rId14" Type="http://schemas.openxmlformats.org/officeDocument/2006/relationships/image" Target="../media/image8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113.png"/><Relationship Id="rId3" Type="http://schemas.openxmlformats.org/officeDocument/2006/relationships/image" Target="../media/image21.svg"/><Relationship Id="rId7" Type="http://schemas.openxmlformats.org/officeDocument/2006/relationships/image" Target="../media/image18.png"/><Relationship Id="rId12" Type="http://schemas.openxmlformats.org/officeDocument/2006/relationships/image" Target="../media/image1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111.png"/><Relationship Id="rId5" Type="http://schemas.openxmlformats.org/officeDocument/2006/relationships/image" Target="../media/image23.svg"/><Relationship Id="rId10" Type="http://schemas.openxmlformats.org/officeDocument/2006/relationships/image" Target="../media/image110.png"/><Relationship Id="rId4" Type="http://schemas.openxmlformats.org/officeDocument/2006/relationships/image" Target="../media/image22.png"/><Relationship Id="rId9" Type="http://schemas.openxmlformats.org/officeDocument/2006/relationships/image" Target="../media/image10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1.png"/><Relationship Id="rId3" Type="http://schemas.openxmlformats.org/officeDocument/2006/relationships/image" Target="../media/image710.png"/><Relationship Id="rId7" Type="http://schemas.openxmlformats.org/officeDocument/2006/relationships/image" Target="../media/image1110.png"/><Relationship Id="rId12" Type="http://schemas.openxmlformats.org/officeDocument/2006/relationships/image" Target="../media/image1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1.png"/><Relationship Id="rId5" Type="http://schemas.openxmlformats.org/officeDocument/2006/relationships/image" Target="../media/image910.png"/><Relationship Id="rId10" Type="http://schemas.openxmlformats.org/officeDocument/2006/relationships/image" Target="../media/image141.png"/><Relationship Id="rId4" Type="http://schemas.openxmlformats.org/officeDocument/2006/relationships/image" Target="../media/image8.png"/><Relationship Id="rId9" Type="http://schemas.openxmlformats.org/officeDocument/2006/relationships/image" Target="../media/image13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310.png"/><Relationship Id="rId7" Type="http://schemas.openxmlformats.org/officeDocument/2006/relationships/image" Target="../media/image4.jp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image" Target="../media/image510.png"/><Relationship Id="rId5" Type="http://schemas.openxmlformats.org/officeDocument/2006/relationships/image" Target="../media/image451.png"/><Relationship Id="rId10" Type="http://schemas.openxmlformats.org/officeDocument/2006/relationships/image" Target="../media/image46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310.png"/><Relationship Id="rId7" Type="http://schemas.openxmlformats.org/officeDocument/2006/relationships/image" Target="../media/image4.jpg"/><Relationship Id="rId12" Type="http://schemas.openxmlformats.org/officeDocument/2006/relationships/image" Target="../media/image2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image" Target="../media/image19.png"/><Relationship Id="rId5" Type="http://schemas.openxmlformats.org/officeDocument/2006/relationships/image" Target="../media/image451.png"/><Relationship Id="rId10" Type="http://schemas.openxmlformats.org/officeDocument/2006/relationships/image" Target="../media/image46.png"/><Relationship Id="rId4" Type="http://schemas.openxmlformats.org/officeDocument/2006/relationships/image" Target="../media/image200.png"/><Relationship Id="rId9" Type="http://schemas.openxmlformats.org/officeDocument/2006/relationships/image" Target="../media/image25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jfif"/><Relationship Id="rId4" Type="http://schemas.openxmlformats.org/officeDocument/2006/relationships/image" Target="../media/image32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1.png"/><Relationship Id="rId4" Type="http://schemas.openxmlformats.org/officeDocument/2006/relationships/image" Target="../media/image29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3.xml"/><Relationship Id="rId7" Type="http://schemas.openxmlformats.org/officeDocument/2006/relationships/image" Target="../media/image3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2.png"/><Relationship Id="rId11" Type="http://schemas.openxmlformats.org/officeDocument/2006/relationships/image" Target="../media/image370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2.png"/><Relationship Id="rId4" Type="http://schemas.openxmlformats.org/officeDocument/2006/relationships/tags" Target="../tags/tag4.xml"/><Relationship Id="rId9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image" Target="../media/image38.png"/><Relationship Id="rId18" Type="http://schemas.openxmlformats.org/officeDocument/2006/relationships/image" Target="../media/image45.png"/><Relationship Id="rId3" Type="http://schemas.openxmlformats.org/officeDocument/2006/relationships/tags" Target="../tags/tag7.xml"/><Relationship Id="rId21" Type="http://schemas.openxmlformats.org/officeDocument/2006/relationships/image" Target="../media/image50.png"/><Relationship Id="rId7" Type="http://schemas.openxmlformats.org/officeDocument/2006/relationships/tags" Target="../tags/tag11.xml"/><Relationship Id="rId12" Type="http://schemas.openxmlformats.org/officeDocument/2006/relationships/image" Target="../media/image42.png"/><Relationship Id="rId17" Type="http://schemas.openxmlformats.org/officeDocument/2006/relationships/image" Target="../media/image44.png"/><Relationship Id="rId2" Type="http://schemas.openxmlformats.org/officeDocument/2006/relationships/tags" Target="../tags/tag6.xml"/><Relationship Id="rId16" Type="http://schemas.openxmlformats.org/officeDocument/2006/relationships/image" Target="../media/image43.png"/><Relationship Id="rId20" Type="http://schemas.openxmlformats.org/officeDocument/2006/relationships/image" Target="../media/image48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15" Type="http://schemas.openxmlformats.org/officeDocument/2006/relationships/image" Target="../media/image41.png"/><Relationship Id="rId23" Type="http://schemas.openxmlformats.org/officeDocument/2006/relationships/image" Target="../media/image471.png"/><Relationship Id="rId10" Type="http://schemas.openxmlformats.org/officeDocument/2006/relationships/tags" Target="../tags/tag14.xml"/><Relationship Id="rId19" Type="http://schemas.openxmlformats.org/officeDocument/2006/relationships/image" Target="../media/image47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image" Target="../media/image40.png"/><Relationship Id="rId22" Type="http://schemas.openxmlformats.org/officeDocument/2006/relationships/image" Target="../media/image4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1.png"/><Relationship Id="rId5" Type="http://schemas.openxmlformats.org/officeDocument/2006/relationships/image" Target="../media/image511.png"/><Relationship Id="rId4" Type="http://schemas.openxmlformats.org/officeDocument/2006/relationships/image" Target="../media/image50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661703"/>
            <a:ext cx="11315700" cy="174199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Collaborative Decision-Making under Adversarial and Information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668416" y="2941256"/>
            <a:ext cx="66701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alibri" pitchFamily="34" charset="0"/>
                <a:cs typeface="Calibri" pitchFamily="34" charset="0"/>
              </a:rPr>
              <a:t> Aritra Mitra</a:t>
            </a:r>
          </a:p>
          <a:p>
            <a:pPr algn="ctr"/>
            <a:r>
              <a:rPr lang="en-US" sz="240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Department of Electrical and Computer Engineering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North Carolina State University       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31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6"/>
    </mc:Choice>
    <mc:Fallback xmlns="">
      <p:transition spd="slow" advTm="390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C8EF-4929-3B8E-B710-BE790F43B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Standard RL Pipeline</a:t>
            </a:r>
          </a:p>
        </p:txBody>
      </p:sp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DBBA86DB-91D3-C94C-D91B-4FB417E62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197" y="1469985"/>
            <a:ext cx="4433566" cy="210981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CCE977-ECF5-D331-70A8-CD9F0B7F7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69985"/>
            <a:ext cx="5519057" cy="4706978"/>
          </a:xfrm>
        </p:spPr>
        <p:txBody>
          <a:bodyPr/>
          <a:lstStyle/>
          <a:p>
            <a:r>
              <a:rPr lang="en-US" dirty="0"/>
              <a:t>Agent takes action.</a:t>
            </a:r>
          </a:p>
          <a:p>
            <a:r>
              <a:rPr lang="en-US" dirty="0"/>
              <a:t>Environment provides feedback (rewards).</a:t>
            </a:r>
          </a:p>
          <a:p>
            <a:r>
              <a:rPr lang="en-US" dirty="0"/>
              <a:t>Agent learns to take “better” actions.</a:t>
            </a:r>
          </a:p>
          <a:p>
            <a:r>
              <a:rPr lang="en-US" b="1" dirty="0">
                <a:solidFill>
                  <a:srgbClr val="FF0000"/>
                </a:solidFill>
              </a:rPr>
              <a:t>Goal:</a:t>
            </a:r>
            <a:r>
              <a:rPr lang="en-US" dirty="0"/>
              <a:t> Maximize long-term returns.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2670F2-5D56-DF33-B00E-72905091FBD2}"/>
              </a:ext>
            </a:extLst>
          </p:cNvPr>
          <p:cNvSpPr/>
          <p:nvPr/>
        </p:nvSpPr>
        <p:spPr>
          <a:xfrm>
            <a:off x="726621" y="4212772"/>
            <a:ext cx="10738757" cy="12599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C00000"/>
                </a:solidFill>
              </a:rPr>
              <a:t>Q.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How do we take “good” decisions under environmental uncertainty?</a:t>
            </a:r>
          </a:p>
        </p:txBody>
      </p:sp>
    </p:spTree>
    <p:extLst>
      <p:ext uri="{BB962C8B-B14F-4D97-AF65-F5344CB8AC3E}">
        <p14:creationId xmlns:p14="http://schemas.microsoft.com/office/powerpoint/2010/main" val="35628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4A2E-2A5F-55B0-3096-F5AAB921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RL Challenging?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86645-5F7E-22FB-CE63-9A3E4E307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50"/>
            <a:ext cx="10515600" cy="4862513"/>
          </a:xfrm>
        </p:spPr>
        <p:txBody>
          <a:bodyPr/>
          <a:lstStyle/>
          <a:p>
            <a:r>
              <a:rPr lang="en-US" dirty="0"/>
              <a:t>High-Dimensional Data.</a:t>
            </a:r>
          </a:p>
          <a:p>
            <a:r>
              <a:rPr lang="en-US" dirty="0"/>
              <a:t>Large State and Action Spaces.</a:t>
            </a:r>
          </a:p>
          <a:p>
            <a:r>
              <a:rPr lang="en-US" dirty="0"/>
              <a:t>Data Hungry Algorithms.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C59E73-DE2E-4569-D648-560B8569590F}"/>
              </a:ext>
            </a:extLst>
          </p:cNvPr>
          <p:cNvSpPr/>
          <p:nvPr/>
        </p:nvSpPr>
        <p:spPr>
          <a:xfrm>
            <a:off x="1004455" y="3988042"/>
            <a:ext cx="10029825" cy="12599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C00000"/>
                </a:solidFill>
              </a:rPr>
              <a:t>Q.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Can we reduce the sample-complexity for learning in RL?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6E109-924D-0385-1B02-BB268FB95B34}"/>
              </a:ext>
            </a:extLst>
          </p:cNvPr>
          <p:cNvSpPr/>
          <p:nvPr/>
        </p:nvSpPr>
        <p:spPr>
          <a:xfrm>
            <a:off x="838200" y="2238375"/>
            <a:ext cx="3781425" cy="504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ue and white logo&#10;&#10;Description automatically generated">
            <a:extLst>
              <a:ext uri="{FF2B5EF4-FFF2-40B4-BE49-F238E27FC236}">
                <a16:creationId xmlns:a16="http://schemas.microsoft.com/office/drawing/2014/main" id="{128AF172-6FB1-03ED-E38D-A4CEA3645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042" y="1215342"/>
            <a:ext cx="2680248" cy="1506682"/>
          </a:xfrm>
          <a:prstGeom prst="rect">
            <a:avLst/>
          </a:prstGeom>
        </p:spPr>
      </p:pic>
      <p:pic>
        <p:nvPicPr>
          <p:cNvPr id="12" name="Picture 11" descr="A robot arm with a small cube&#10;&#10;Description automatically generated with medium confidence">
            <a:extLst>
              <a:ext uri="{FF2B5EF4-FFF2-40B4-BE49-F238E27FC236}">
                <a16:creationId xmlns:a16="http://schemas.microsoft.com/office/drawing/2014/main" id="{1409174C-4553-F087-9F94-EBDB140A5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748" y="1203233"/>
            <a:ext cx="2431052" cy="154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5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26B5-48AC-69BF-CFE5-EF0F3999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Collaborate or Not?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0F8630-BC45-ECA7-5E0D-383C2A496F7A}"/>
              </a:ext>
            </a:extLst>
          </p:cNvPr>
          <p:cNvGrpSpPr/>
          <p:nvPr/>
        </p:nvGrpSpPr>
        <p:grpSpPr>
          <a:xfrm>
            <a:off x="6708136" y="941614"/>
            <a:ext cx="3714935" cy="3238500"/>
            <a:chOff x="4503779" y="887185"/>
            <a:chExt cx="3714935" cy="3238500"/>
          </a:xfrm>
        </p:grpSpPr>
        <p:pic>
          <p:nvPicPr>
            <p:cNvPr id="4" name="Picture 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EAB59D98-EE66-E8C6-E755-643F810DC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3779" y="1760242"/>
              <a:ext cx="1663576" cy="1668758"/>
            </a:xfrm>
            <a:prstGeom prst="rect">
              <a:avLst/>
            </a:prstGeom>
          </p:spPr>
        </p:pic>
        <p:pic>
          <p:nvPicPr>
            <p:cNvPr id="6" name="Graphic 5" descr="Robot with solid fill">
              <a:extLst>
                <a:ext uri="{FF2B5EF4-FFF2-40B4-BE49-F238E27FC236}">
                  <a16:creationId xmlns:a16="http://schemas.microsoft.com/office/drawing/2014/main" id="{2D0749AD-4385-E671-C0F9-D13FDE2F8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4314" y="887185"/>
              <a:ext cx="914400" cy="914400"/>
            </a:xfrm>
            <a:prstGeom prst="rect">
              <a:avLst/>
            </a:prstGeom>
          </p:spPr>
        </p:pic>
        <p:pic>
          <p:nvPicPr>
            <p:cNvPr id="7" name="Graphic 6" descr="Robot with solid fill">
              <a:extLst>
                <a:ext uri="{FF2B5EF4-FFF2-40B4-BE49-F238E27FC236}">
                  <a16:creationId xmlns:a16="http://schemas.microsoft.com/office/drawing/2014/main" id="{8E970F75-E9D2-4851-4600-37B42AD69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4314" y="1959427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Robot with solid fill">
              <a:extLst>
                <a:ext uri="{FF2B5EF4-FFF2-40B4-BE49-F238E27FC236}">
                  <a16:creationId xmlns:a16="http://schemas.microsoft.com/office/drawing/2014/main" id="{BCFEDE2A-F3D6-7653-89F1-48CC2E05D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4314" y="3211285"/>
              <a:ext cx="914400" cy="914400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1CEE072-268D-C102-8FCB-7A6092364F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3586" y="1455963"/>
              <a:ext cx="930728" cy="545079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7488842-4209-2980-E12D-63A17EFA523A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6373586" y="3302193"/>
              <a:ext cx="930728" cy="366292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F80CE61-BED2-9105-F34E-FAA80C1AD17A}"/>
                </a:ext>
              </a:extLst>
            </p:cNvPr>
            <p:cNvCxnSpPr>
              <a:cxnSpLocks/>
            </p:cNvCxnSpPr>
            <p:nvPr/>
          </p:nvCxnSpPr>
          <p:spPr>
            <a:xfrm>
              <a:off x="6498770" y="2491207"/>
              <a:ext cx="794658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998E5F86-ECD8-E0C7-52E6-F96E353D3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4" y="1856014"/>
            <a:ext cx="7609114" cy="1354858"/>
          </a:xfrm>
        </p:spPr>
        <p:txBody>
          <a:bodyPr/>
          <a:lstStyle/>
          <a:p>
            <a:r>
              <a:rPr lang="en-US" dirty="0"/>
              <a:t>The Fundamental Tension: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Collaboration</a:t>
            </a:r>
            <a:r>
              <a:rPr lang="en-US" dirty="0"/>
              <a:t> can help reduce uncertainty.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Adversarial feedback </a:t>
            </a:r>
            <a:r>
              <a:rPr lang="en-US" dirty="0"/>
              <a:t>can derail learning.</a:t>
            </a:r>
          </a:p>
        </p:txBody>
      </p:sp>
      <p:pic>
        <p:nvPicPr>
          <p:cNvPr id="21" name="Graphic 20" descr="High voltage with solid fill">
            <a:extLst>
              <a:ext uri="{FF2B5EF4-FFF2-40B4-BE49-F238E27FC236}">
                <a16:creationId xmlns:a16="http://schemas.microsoft.com/office/drawing/2014/main" id="{BE9500BA-BED9-275D-1044-EB02CCDA7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61814" y="3445626"/>
            <a:ext cx="457200" cy="457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6F5F90C-5F76-8478-5285-7438AA13C286}"/>
              </a:ext>
            </a:extLst>
          </p:cNvPr>
          <p:cNvSpPr txBox="1"/>
          <p:nvPr/>
        </p:nvSpPr>
        <p:spPr>
          <a:xfrm flipH="1">
            <a:off x="2623813" y="3851544"/>
            <a:ext cx="4997754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Q.</a:t>
            </a:r>
            <a:r>
              <a:rPr lang="en-US" sz="2800" dirty="0"/>
              <a:t> Does more data help or hurt?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39AEEC-6503-8092-BA64-2DFD3E8AF3FB}"/>
              </a:ext>
            </a:extLst>
          </p:cNvPr>
          <p:cNvSpPr/>
          <p:nvPr/>
        </p:nvSpPr>
        <p:spPr>
          <a:xfrm>
            <a:off x="342900" y="4811184"/>
            <a:ext cx="11010900" cy="12599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C00000"/>
                </a:solidFill>
              </a:rPr>
              <a:t>Q.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How do we take “good” decisions under (environmental) uncertainty </a:t>
            </a:r>
            <a:r>
              <a:rPr lang="en-US" sz="2600" b="1" dirty="0">
                <a:solidFill>
                  <a:schemeClr val="tx1"/>
                </a:solidFill>
              </a:rPr>
              <a:t>and adversarial feedback</a:t>
            </a:r>
            <a:r>
              <a:rPr lang="en-US" sz="26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1238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FC1000D-72AE-4F14-855C-5CD283DA0F20}"/>
              </a:ext>
            </a:extLst>
          </p:cNvPr>
          <p:cNvSpPr/>
          <p:nvPr/>
        </p:nvSpPr>
        <p:spPr>
          <a:xfrm>
            <a:off x="453872" y="1440610"/>
            <a:ext cx="7046678" cy="11773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C9F2B-4A45-4EEE-976C-5EC487B8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614" y="254308"/>
            <a:ext cx="10515600" cy="8502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RL under Communication Constraints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647827-0FB5-49F6-89C5-64B1E8F35FE0}"/>
              </a:ext>
            </a:extLst>
          </p:cNvPr>
          <p:cNvSpPr txBox="1">
            <a:spLocks/>
          </p:cNvSpPr>
          <p:nvPr/>
        </p:nvSpPr>
        <p:spPr>
          <a:xfrm>
            <a:off x="543467" y="1444106"/>
            <a:ext cx="7170869" cy="47069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Motivation: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Communication-bottleneck is a key challenge in modern computing paradigms such as federated learning and IoT networks.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21644-66AE-4FA7-AA52-63EFE4DF17AB}"/>
              </a:ext>
            </a:extLst>
          </p:cNvPr>
          <p:cNvSpPr txBox="1"/>
          <p:nvPr/>
        </p:nvSpPr>
        <p:spPr>
          <a:xfrm>
            <a:off x="8483745" y="3370661"/>
            <a:ext cx="322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Low-Bandwidth IoT Networks </a:t>
            </a:r>
          </a:p>
        </p:txBody>
      </p:sp>
      <p:pic>
        <p:nvPicPr>
          <p:cNvPr id="6" name="Graphic 5" descr="Quadcopter with solid fill">
            <a:extLst>
              <a:ext uri="{FF2B5EF4-FFF2-40B4-BE49-F238E27FC236}">
                <a16:creationId xmlns:a16="http://schemas.microsoft.com/office/drawing/2014/main" id="{B2AD720B-C891-4A46-BC20-8BDBDB82F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2999" y="2607136"/>
            <a:ext cx="914400" cy="914400"/>
          </a:xfrm>
          <a:prstGeom prst="rect">
            <a:avLst/>
          </a:prstGeom>
        </p:spPr>
      </p:pic>
      <p:pic>
        <p:nvPicPr>
          <p:cNvPr id="21" name="Graphic 20" descr="Quadcopter with solid fill">
            <a:extLst>
              <a:ext uri="{FF2B5EF4-FFF2-40B4-BE49-F238E27FC236}">
                <a16:creationId xmlns:a16="http://schemas.microsoft.com/office/drawing/2014/main" id="{4946B0D4-5ED5-4479-8022-2BD77ED99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7929" y="2581894"/>
            <a:ext cx="914400" cy="914400"/>
          </a:xfrm>
          <a:prstGeom prst="rect">
            <a:avLst/>
          </a:prstGeom>
        </p:spPr>
      </p:pic>
      <p:pic>
        <p:nvPicPr>
          <p:cNvPr id="25" name="Graphic 24" descr="Quadcopter with solid fill">
            <a:extLst>
              <a:ext uri="{FF2B5EF4-FFF2-40B4-BE49-F238E27FC236}">
                <a16:creationId xmlns:a16="http://schemas.microsoft.com/office/drawing/2014/main" id="{27432B64-816C-4AC9-B3FB-45D819458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7766" y="2595524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8159C5-BB5B-47CF-B1E4-C017692948D1}"/>
              </a:ext>
            </a:extLst>
          </p:cNvPr>
          <p:cNvSpPr/>
          <p:nvPr/>
        </p:nvSpPr>
        <p:spPr>
          <a:xfrm>
            <a:off x="8995129" y="1101943"/>
            <a:ext cx="2255698" cy="5883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0342C-81FD-4B80-AA8D-278846656285}"/>
              </a:ext>
            </a:extLst>
          </p:cNvPr>
          <p:cNvSpPr txBox="1"/>
          <p:nvPr/>
        </p:nvSpPr>
        <p:spPr>
          <a:xfrm>
            <a:off x="9287573" y="1158463"/>
            <a:ext cx="179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Base Station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3C420C-A756-4029-B428-C618639E498C}"/>
              </a:ext>
            </a:extLst>
          </p:cNvPr>
          <p:cNvCxnSpPr>
            <a:cxnSpLocks/>
          </p:cNvCxnSpPr>
          <p:nvPr/>
        </p:nvCxnSpPr>
        <p:spPr>
          <a:xfrm flipV="1">
            <a:off x="8995129" y="1779371"/>
            <a:ext cx="618428" cy="83959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13972B-6847-40CF-8E65-3856BC36D4BE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10733122" y="1779371"/>
            <a:ext cx="557077" cy="827765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4C8086-5626-45F5-8084-CA9F4A751A08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10125401" y="1790229"/>
            <a:ext cx="19565" cy="805295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26D17CA-969C-09E2-7836-60303D341CDF}"/>
              </a:ext>
            </a:extLst>
          </p:cNvPr>
          <p:cNvSpPr/>
          <p:nvPr/>
        </p:nvSpPr>
        <p:spPr>
          <a:xfrm>
            <a:off x="624614" y="4337689"/>
            <a:ext cx="11010900" cy="1259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C00000"/>
                </a:solidFill>
              </a:rPr>
              <a:t>Goal: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Quantify the effects of communication constraints on the </a:t>
            </a:r>
            <a:r>
              <a:rPr lang="en-US" sz="2600" b="1" dirty="0">
                <a:solidFill>
                  <a:schemeClr val="tx1"/>
                </a:solidFill>
              </a:rPr>
              <a:t>finite-time/non-asymptotic</a:t>
            </a:r>
            <a:r>
              <a:rPr lang="en-US" sz="2600" dirty="0">
                <a:solidFill>
                  <a:schemeClr val="tx1"/>
                </a:solidFill>
              </a:rPr>
              <a:t> performance of RL algorithms.</a:t>
            </a:r>
          </a:p>
        </p:txBody>
      </p:sp>
    </p:spTree>
    <p:extLst>
      <p:ext uri="{BB962C8B-B14F-4D97-AF65-F5344CB8AC3E}">
        <p14:creationId xmlns:p14="http://schemas.microsoft.com/office/powerpoint/2010/main" val="304109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9413-7C94-76EA-0682-3D39DD18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the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239AF-4F7A-57C6-FA3F-C9EEE7970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4"/>
            <a:ext cx="10515600" cy="4343400"/>
          </a:xfrm>
        </p:spPr>
        <p:txBody>
          <a:bodyPr>
            <a:normAutofit/>
          </a:bodyPr>
          <a:lstStyle/>
          <a:p>
            <a:r>
              <a:rPr lang="en-US" dirty="0"/>
              <a:t>Background on Bandits</a:t>
            </a:r>
          </a:p>
          <a:p>
            <a:r>
              <a:rPr lang="en-US" dirty="0"/>
              <a:t>Part I: Collaborative Bandits with Adversarial Agents</a:t>
            </a:r>
          </a:p>
          <a:p>
            <a:pPr lvl="1"/>
            <a:r>
              <a:rPr lang="en-US" dirty="0"/>
              <a:t>Main Results</a:t>
            </a:r>
          </a:p>
          <a:p>
            <a:pPr lvl="1"/>
            <a:r>
              <a:rPr lang="en-US" dirty="0"/>
              <a:t>Algorithm and Proof Sketch</a:t>
            </a:r>
          </a:p>
          <a:p>
            <a:pPr lvl="1"/>
            <a:endParaRPr lang="en-US" dirty="0"/>
          </a:p>
          <a:p>
            <a:r>
              <a:rPr lang="en-US" dirty="0"/>
              <a:t>Part II: Linear Bandits with Communication Constraints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E2B5A-AC29-A64B-4D13-576E503971A7}"/>
              </a:ext>
            </a:extLst>
          </p:cNvPr>
          <p:cNvSpPr txBox="1"/>
          <p:nvPr/>
        </p:nvSpPr>
        <p:spPr>
          <a:xfrm>
            <a:off x="-103000" y="4915878"/>
            <a:ext cx="113806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i="1" dirty="0">
                <a:solidFill>
                  <a:srgbClr val="0070C0"/>
                </a:solidFill>
              </a:rPr>
              <a:t>Ref 1:</a:t>
            </a:r>
            <a:r>
              <a:rPr lang="en-US" sz="2000" i="1" dirty="0"/>
              <a:t> Collaborative Linear Bandits with Adversarial Agents: Near-Optimal Regret Bounds</a:t>
            </a:r>
            <a:r>
              <a:rPr lang="en-US" sz="2000" dirty="0"/>
              <a:t>,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b="1" dirty="0"/>
              <a:t>Mitra</a:t>
            </a:r>
            <a:r>
              <a:rPr lang="en-US" sz="2000" dirty="0"/>
              <a:t>, </a:t>
            </a:r>
            <a:r>
              <a:rPr lang="en-US" sz="2000" dirty="0" err="1"/>
              <a:t>Adibi</a:t>
            </a:r>
            <a:r>
              <a:rPr lang="en-US" sz="2000" dirty="0"/>
              <a:t>, Pappas, and </a:t>
            </a:r>
            <a:r>
              <a:rPr lang="en-US" sz="2000" dirty="0" err="1"/>
              <a:t>Hassani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chemeClr val="accent6"/>
                </a:solidFill>
              </a:rPr>
              <a:t>NeuRIPS</a:t>
            </a:r>
            <a:r>
              <a:rPr lang="en-US" sz="2000" dirty="0">
                <a:solidFill>
                  <a:schemeClr val="accent6"/>
                </a:solidFill>
              </a:rPr>
              <a:t> 22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014D-8FDB-AF43-4D4A-515CC0D719CF}"/>
              </a:ext>
            </a:extLst>
          </p:cNvPr>
          <p:cNvSpPr txBox="1"/>
          <p:nvPr/>
        </p:nvSpPr>
        <p:spPr>
          <a:xfrm>
            <a:off x="332427" y="5758544"/>
            <a:ext cx="116360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5">
                    <a:lumMod val="75000"/>
                  </a:schemeClr>
                </a:solidFill>
              </a:rPr>
              <a:t>Ref 2:</a:t>
            </a:r>
            <a:r>
              <a:rPr lang="en-US" sz="2000" i="1" dirty="0"/>
              <a:t> Linear Stochastic Bandits over a Bit-Constrained Channel</a:t>
            </a:r>
            <a:r>
              <a:rPr lang="en-US" sz="2000" dirty="0"/>
              <a:t>, </a:t>
            </a:r>
            <a:r>
              <a:rPr lang="en-US" sz="2000" b="1" dirty="0"/>
              <a:t>Mitra</a:t>
            </a:r>
            <a:r>
              <a:rPr lang="en-US" sz="2000" dirty="0"/>
              <a:t>, </a:t>
            </a:r>
            <a:r>
              <a:rPr lang="en-US" sz="2000" dirty="0" err="1"/>
              <a:t>Hassani</a:t>
            </a:r>
            <a:r>
              <a:rPr lang="en-US" sz="2000" dirty="0"/>
              <a:t>, and Pappas, </a:t>
            </a:r>
            <a:r>
              <a:rPr lang="en-US" sz="2000" dirty="0">
                <a:solidFill>
                  <a:schemeClr val="accent6"/>
                </a:solidFill>
              </a:rPr>
              <a:t>L4DC 23 </a:t>
            </a:r>
            <a:r>
              <a:rPr lang="en-US" sz="2000" b="1" dirty="0"/>
              <a:t>(Oral Presentation, Top 10%) </a:t>
            </a:r>
          </a:p>
        </p:txBody>
      </p:sp>
    </p:spTree>
    <p:extLst>
      <p:ext uri="{BB962C8B-B14F-4D97-AF65-F5344CB8AC3E}">
        <p14:creationId xmlns:p14="http://schemas.microsoft.com/office/powerpoint/2010/main" val="263816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1ABD3B-14F1-BFCA-872F-4052056BC7BA}"/>
              </a:ext>
            </a:extLst>
          </p:cNvPr>
          <p:cNvSpPr txBox="1"/>
          <p:nvPr/>
        </p:nvSpPr>
        <p:spPr>
          <a:xfrm>
            <a:off x="2147206" y="2659559"/>
            <a:ext cx="9682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Part 0: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A Whirlwind Tour of Bandits</a:t>
            </a:r>
          </a:p>
        </p:txBody>
      </p:sp>
    </p:spTree>
    <p:extLst>
      <p:ext uri="{BB962C8B-B14F-4D97-AF65-F5344CB8AC3E}">
        <p14:creationId xmlns:p14="http://schemas.microsoft.com/office/powerpoint/2010/main" val="352980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1498-AFD1-0DA5-CAA6-F7BEA346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Multi-Armed Bandit Problem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853D91-B420-68E2-8ACE-44C25538D97D}"/>
              </a:ext>
            </a:extLst>
          </p:cNvPr>
          <p:cNvGrpSpPr/>
          <p:nvPr/>
        </p:nvGrpSpPr>
        <p:grpSpPr>
          <a:xfrm>
            <a:off x="2150077" y="1383167"/>
            <a:ext cx="6484036" cy="1845352"/>
            <a:chOff x="1148591" y="1348644"/>
            <a:chExt cx="6484036" cy="1845352"/>
          </a:xfrm>
        </p:grpSpPr>
        <p:pic>
          <p:nvPicPr>
            <p:cNvPr id="10" name="Picture 9" descr="Text, logo&#10;&#10;Description automatically generated">
              <a:extLst>
                <a:ext uri="{FF2B5EF4-FFF2-40B4-BE49-F238E27FC236}">
                  <a16:creationId xmlns:a16="http://schemas.microsoft.com/office/drawing/2014/main" id="{D71436FC-9B8C-69D2-B4B2-975EEC444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8591" y="1348644"/>
              <a:ext cx="1366010" cy="1373598"/>
            </a:xfrm>
            <a:prstGeom prst="rect">
              <a:avLst/>
            </a:prstGeom>
          </p:spPr>
        </p:pic>
        <p:pic>
          <p:nvPicPr>
            <p:cNvPr id="14" name="Picture 13" descr="Logo&#10;&#10;Description automatically generated">
              <a:extLst>
                <a:ext uri="{FF2B5EF4-FFF2-40B4-BE49-F238E27FC236}">
                  <a16:creationId xmlns:a16="http://schemas.microsoft.com/office/drawing/2014/main" id="{DA8DBABF-85E8-A99A-13D8-8735224650A2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9421" y="1350642"/>
              <a:ext cx="1730781" cy="1371600"/>
            </a:xfrm>
            <a:prstGeom prst="rect">
              <a:avLst/>
            </a:prstGeom>
          </p:spPr>
        </p:pic>
        <p:pic>
          <p:nvPicPr>
            <p:cNvPr id="18" name="Picture 17" descr="Logo&#10;&#10;Description automatically generated">
              <a:extLst>
                <a:ext uri="{FF2B5EF4-FFF2-40B4-BE49-F238E27FC236}">
                  <a16:creationId xmlns:a16="http://schemas.microsoft.com/office/drawing/2014/main" id="{0BB6975D-C11A-4818-CC1B-1EE70D8E7194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0171" y="1348644"/>
              <a:ext cx="1362456" cy="13716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58C9298-D6DD-6374-B848-77FF9BDCEC13}"/>
                    </a:ext>
                  </a:extLst>
                </p:cNvPr>
                <p:cNvSpPr txBox="1"/>
                <p:nvPr/>
              </p:nvSpPr>
              <p:spPr>
                <a:xfrm>
                  <a:off x="1374396" y="2763109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58C9298-D6DD-6374-B848-77FF9BDCEC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4396" y="2763109"/>
                  <a:ext cx="914400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99E765B-6502-68E4-4751-0D199A5F6DE1}"/>
                    </a:ext>
                  </a:extLst>
                </p:cNvPr>
                <p:cNvSpPr txBox="1"/>
                <p:nvPr/>
              </p:nvSpPr>
              <p:spPr>
                <a:xfrm>
                  <a:off x="4087611" y="2763109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99E765B-6502-68E4-4751-0D199A5F6D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7611" y="2763109"/>
                  <a:ext cx="9144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3A60AF3-DCC1-F39D-0971-8BB4D908DB3F}"/>
                    </a:ext>
                  </a:extLst>
                </p:cNvPr>
                <p:cNvSpPr txBox="1"/>
                <p:nvPr/>
              </p:nvSpPr>
              <p:spPr>
                <a:xfrm>
                  <a:off x="6543185" y="2763109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3A60AF3-DCC1-F39D-0971-8BB4D908D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185" y="2763109"/>
                  <a:ext cx="9144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6D744F95-3AC0-00D8-5D61-9711D46942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6934" y="3629482"/>
                <a:ext cx="11055843" cy="25209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Visiting a restaurant reveals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noisy feedback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about its quality.</a:t>
                </a:r>
              </a:p>
              <a:p>
                <a:r>
                  <a:rPr lang="en-US" dirty="0"/>
                  <a:t>If we visit a restaurant other than </a:t>
                </a:r>
                <a:r>
                  <a:rPr lang="en-US" dirty="0" err="1"/>
                  <a:t>DimSum</a:t>
                </a:r>
                <a:r>
                  <a:rPr lang="en-US" dirty="0"/>
                  <a:t> House, we pay a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price</a:t>
                </a:r>
                <a:r>
                  <a:rPr lang="en-US" dirty="0"/>
                  <a:t> (say 1).</a:t>
                </a:r>
              </a:p>
              <a:p>
                <a:r>
                  <a:rPr lang="en-US" dirty="0"/>
                  <a:t>Suppose the total number of visits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Goal:</a:t>
                </a:r>
                <a:r>
                  <a:rPr lang="en-US" dirty="0"/>
                  <a:t> (Sum of prices)/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Leads to </a:t>
                </a:r>
                <a:r>
                  <a:rPr lang="en-US" dirty="0">
                    <a:solidFill>
                      <a:srgbClr val="C00000"/>
                    </a:solidFill>
                  </a:rPr>
                  <a:t>Exploration-Exploitation dilemma.</a:t>
                </a:r>
                <a:endParaRPr lang="en-US" dirty="0"/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6D744F95-3AC0-00D8-5D61-9711D4694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34" y="3629482"/>
                <a:ext cx="11055843" cy="2520947"/>
              </a:xfrm>
              <a:prstGeom prst="rect">
                <a:avLst/>
              </a:prstGeom>
              <a:blipFill>
                <a:blip r:embed="rId9"/>
                <a:stretch>
                  <a:fillRect l="-827" t="-3623" b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65C96D1-CCB0-E9B9-DD89-AC0957EE6B67}"/>
              </a:ext>
            </a:extLst>
          </p:cNvPr>
          <p:cNvSpPr/>
          <p:nvPr/>
        </p:nvSpPr>
        <p:spPr>
          <a:xfrm>
            <a:off x="1861457" y="1268186"/>
            <a:ext cx="1959481" cy="196033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Trophy with solid fill">
            <a:extLst>
              <a:ext uri="{FF2B5EF4-FFF2-40B4-BE49-F238E27FC236}">
                <a16:creationId xmlns:a16="http://schemas.microsoft.com/office/drawing/2014/main" id="{472FBD8C-7FEA-D0FD-77FD-2A2B676D57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2206" y="184036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3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14AF-9898-5B26-E9DC-0B4293D17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192" y="164225"/>
            <a:ext cx="10515600" cy="850217"/>
          </a:xfrm>
        </p:spPr>
        <p:txBody>
          <a:bodyPr/>
          <a:lstStyle/>
          <a:p>
            <a:r>
              <a:rPr lang="en-US" dirty="0"/>
              <a:t>The Linear Stochastic Bandit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9D4FD-47D7-CE65-143F-59F513B700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4765" y="3456247"/>
                <a:ext cx="11419114" cy="496162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Action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learner plays an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b="0" dirty="0"/>
                  <a:t> and observes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Goal</a:t>
                </a:r>
                <a:r>
                  <a:rPr lang="en-US" dirty="0"/>
                  <a:t> is to 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9D4FD-47D7-CE65-143F-59F513B700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765" y="3456247"/>
                <a:ext cx="11419114" cy="4961621"/>
              </a:xfrm>
              <a:blipFill>
                <a:blip r:embed="rId3"/>
                <a:stretch>
                  <a:fillRect l="-801" t="-1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C815756-CC6B-8750-F829-C5F68F14C318}"/>
              </a:ext>
            </a:extLst>
          </p:cNvPr>
          <p:cNvCxnSpPr>
            <a:cxnSpLocks/>
          </p:cNvCxnSpPr>
          <p:nvPr/>
        </p:nvCxnSpPr>
        <p:spPr>
          <a:xfrm flipV="1">
            <a:off x="4550228" y="4824064"/>
            <a:ext cx="470958" cy="30479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EF473BC-DF7A-24F3-BA63-B2F19447AE85}"/>
              </a:ext>
            </a:extLst>
          </p:cNvPr>
          <p:cNvSpPr txBox="1"/>
          <p:nvPr/>
        </p:nvSpPr>
        <p:spPr>
          <a:xfrm>
            <a:off x="1540326" y="5025757"/>
            <a:ext cx="58565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Unknown model that captures correlations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83C5AF-BE13-5DF5-8FB6-5C458FF90F17}"/>
              </a:ext>
            </a:extLst>
          </p:cNvPr>
          <p:cNvSpPr/>
          <p:nvPr/>
        </p:nvSpPr>
        <p:spPr>
          <a:xfrm>
            <a:off x="6200992" y="4503059"/>
            <a:ext cx="435428" cy="408214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C762A-F11D-8B3D-17C0-EA71F2A943DB}"/>
              </a:ext>
            </a:extLst>
          </p:cNvPr>
          <p:cNvSpPr txBox="1"/>
          <p:nvPr/>
        </p:nvSpPr>
        <p:spPr>
          <a:xfrm flipH="1">
            <a:off x="6909164" y="5193199"/>
            <a:ext cx="3742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Zero-mean Gaussian noise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288958-6B50-85E6-38A6-17830BEDB0A1}"/>
              </a:ext>
            </a:extLst>
          </p:cNvPr>
          <p:cNvSpPr/>
          <p:nvPr/>
        </p:nvSpPr>
        <p:spPr>
          <a:xfrm>
            <a:off x="4939774" y="4456007"/>
            <a:ext cx="435428" cy="408214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C911F4-9E1E-4DE8-F3FD-EBAE090A9DB7}"/>
              </a:ext>
            </a:extLst>
          </p:cNvPr>
          <p:cNvCxnSpPr>
            <a:cxnSpLocks/>
          </p:cNvCxnSpPr>
          <p:nvPr/>
        </p:nvCxnSpPr>
        <p:spPr>
          <a:xfrm flipH="1" flipV="1">
            <a:off x="6638084" y="4793580"/>
            <a:ext cx="739956" cy="48612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Text, logo&#10;&#10;Description automatically generated">
            <a:extLst>
              <a:ext uri="{FF2B5EF4-FFF2-40B4-BE49-F238E27FC236}">
                <a16:creationId xmlns:a16="http://schemas.microsoft.com/office/drawing/2014/main" id="{61A4D798-E760-002D-FEA7-D7ACA9B71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409" y="1295751"/>
            <a:ext cx="1430822" cy="1438770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DB49F8EB-CA4F-EBB1-E3BE-31D3CF25E10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620" y="1345819"/>
            <a:ext cx="1730781" cy="1371600"/>
          </a:xfrm>
          <a:prstGeom prst="rect">
            <a:avLst/>
          </a:prstGeom>
        </p:spPr>
      </p:pic>
      <p:pic>
        <p:nvPicPr>
          <p:cNvPr id="20" name="Graphic 19" descr="Thought outline">
            <a:extLst>
              <a:ext uri="{FF2B5EF4-FFF2-40B4-BE49-F238E27FC236}">
                <a16:creationId xmlns:a16="http://schemas.microsoft.com/office/drawing/2014/main" id="{4C7975D6-4310-BF34-A3E3-87B8EE77F1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5314" y="1051133"/>
            <a:ext cx="2128920" cy="2128920"/>
          </a:xfrm>
          <a:prstGeom prst="rect">
            <a:avLst/>
          </a:prstGeom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E6D89418-DEDC-2C0A-83CB-104BB6222BE6}"/>
              </a:ext>
            </a:extLst>
          </p:cNvPr>
          <p:cNvSpPr/>
          <p:nvPr/>
        </p:nvSpPr>
        <p:spPr>
          <a:xfrm>
            <a:off x="3008100" y="1658783"/>
            <a:ext cx="740885" cy="713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71109054-7089-DFD9-3E87-2D9AEC886ABC}"/>
              </a:ext>
            </a:extLst>
          </p:cNvPr>
          <p:cNvSpPr/>
          <p:nvPr/>
        </p:nvSpPr>
        <p:spPr>
          <a:xfrm rot="10800000">
            <a:off x="6200992" y="1669669"/>
            <a:ext cx="740885" cy="713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22DEA9-D632-1D93-0A93-605AC87A7B39}"/>
              </a:ext>
            </a:extLst>
          </p:cNvPr>
          <p:cNvSpPr txBox="1"/>
          <p:nvPr/>
        </p:nvSpPr>
        <p:spPr>
          <a:xfrm>
            <a:off x="4417423" y="1491536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Correlations?</a:t>
            </a:r>
          </a:p>
        </p:txBody>
      </p:sp>
    </p:spTree>
    <p:extLst>
      <p:ext uri="{BB962C8B-B14F-4D97-AF65-F5344CB8AC3E}">
        <p14:creationId xmlns:p14="http://schemas.microsoft.com/office/powerpoint/2010/main" val="295613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8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1ABD3B-14F1-BFCA-872F-4052056BC7BA}"/>
              </a:ext>
            </a:extLst>
          </p:cNvPr>
          <p:cNvSpPr txBox="1"/>
          <p:nvPr/>
        </p:nvSpPr>
        <p:spPr>
          <a:xfrm>
            <a:off x="1295400" y="2349315"/>
            <a:ext cx="123903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Part I: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Collaborative Linear Bandits with </a:t>
            </a:r>
          </a:p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Adversarial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38F3A-1805-5BB4-F332-5F2FD1E31EB1}"/>
              </a:ext>
            </a:extLst>
          </p:cNvPr>
          <p:cNvSpPr txBox="1"/>
          <p:nvPr/>
        </p:nvSpPr>
        <p:spPr>
          <a:xfrm>
            <a:off x="254725" y="4969329"/>
            <a:ext cx="1186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Ref:</a:t>
            </a:r>
            <a:r>
              <a:rPr lang="en-US" sz="2000" dirty="0"/>
              <a:t> </a:t>
            </a:r>
            <a:r>
              <a:rPr lang="en-US" sz="2000" i="1" dirty="0"/>
              <a:t>Collaborative Linear Bandits with Adversarial Agents: Near-Optimal Regret Bounds</a:t>
            </a:r>
            <a:r>
              <a:rPr lang="en-US" sz="2000" dirty="0"/>
              <a:t>, </a:t>
            </a:r>
            <a:r>
              <a:rPr lang="en-US" sz="2000" b="1" dirty="0"/>
              <a:t>Mitra et al., </a:t>
            </a:r>
            <a:r>
              <a:rPr lang="en-US" sz="2000" b="1" dirty="0" err="1">
                <a:solidFill>
                  <a:schemeClr val="accent6"/>
                </a:solidFill>
              </a:rPr>
              <a:t>NeuRIPS</a:t>
            </a:r>
            <a:r>
              <a:rPr lang="en-US" sz="2000" b="1" dirty="0">
                <a:solidFill>
                  <a:schemeClr val="accent6"/>
                </a:solidFill>
              </a:rPr>
              <a:t> 22</a:t>
            </a:r>
          </a:p>
        </p:txBody>
      </p:sp>
    </p:spTree>
    <p:extLst>
      <p:ext uri="{BB962C8B-B14F-4D97-AF65-F5344CB8AC3E}">
        <p14:creationId xmlns:p14="http://schemas.microsoft.com/office/powerpoint/2010/main" val="189896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 descr="Cloud outline">
            <a:extLst>
              <a:ext uri="{FF2B5EF4-FFF2-40B4-BE49-F238E27FC236}">
                <a16:creationId xmlns:a16="http://schemas.microsoft.com/office/drawing/2014/main" id="{8C5520E4-E0CF-FA6D-3CD0-7E6E37F1C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904976" y="-496678"/>
            <a:ext cx="3288612" cy="328861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00013E3-7905-3F59-6D78-AEDE9A608CDD}"/>
              </a:ext>
            </a:extLst>
          </p:cNvPr>
          <p:cNvSpPr txBox="1"/>
          <p:nvPr/>
        </p:nvSpPr>
        <p:spPr>
          <a:xfrm>
            <a:off x="1931242" y="1052993"/>
            <a:ext cx="1763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905BF0F-E181-2493-5121-33EE7874C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0982" y="685407"/>
                <a:ext cx="6383520" cy="533983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agents interact with the same </a:t>
                </a:r>
                <a:r>
                  <a:rPr lang="en-US" dirty="0">
                    <a:solidFill>
                      <a:schemeClr val="accent1"/>
                    </a:solidFill>
                  </a:rPr>
                  <a:t>linear bandit</a:t>
                </a:r>
                <a:r>
                  <a:rPr lang="en-US" dirty="0"/>
                  <a:t> model.</a:t>
                </a:r>
              </a:p>
              <a:p>
                <a:pPr marL="228594" indent="-228594" defTabSz="914377">
                  <a:defRPr/>
                </a:pPr>
                <a:r>
                  <a:rPr lang="en-US" dirty="0">
                    <a:cs typeface="Arial" panose="020B0604020202020204" pitchFamily="34" charset="0"/>
                  </a:rPr>
                  <a:t>Observation model for agent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dirty="0"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            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228594" indent="-228594" defTabSz="914377">
                  <a:defRPr/>
                </a:pPr>
                <a:endParaRPr lang="en-US" dirty="0"/>
              </a:p>
              <a:p>
                <a:pPr marL="0" indent="0" defTabSz="914377">
                  <a:buNone/>
                  <a:defRPr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fraction of agents are adversarial; can act </a:t>
                </a:r>
                <a:r>
                  <a:rPr lang="en-US" dirty="0">
                    <a:solidFill>
                      <a:srgbClr val="C00000"/>
                    </a:solidFill>
                  </a:rPr>
                  <a:t>arbitrarily.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905BF0F-E181-2493-5121-33EE7874C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0982" y="685407"/>
                <a:ext cx="6383520" cy="5339835"/>
              </a:xfrm>
              <a:blipFill>
                <a:blip r:embed="rId4"/>
                <a:stretch>
                  <a:fillRect l="-1528" t="-1712" r="-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5A82129-D39B-BE84-BC1E-F7609EAEDF11}"/>
              </a:ext>
            </a:extLst>
          </p:cNvPr>
          <p:cNvSpPr txBox="1"/>
          <p:nvPr/>
        </p:nvSpPr>
        <p:spPr>
          <a:xfrm>
            <a:off x="6446019" y="4696924"/>
            <a:ext cx="4494125" cy="89255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1"/>
                </a:solidFill>
              </a:rPr>
              <a:t>Q.</a:t>
            </a:r>
            <a:r>
              <a:rPr lang="en-US" sz="2600" dirty="0"/>
              <a:t> Can collaboration help? If so, fundamental limits?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D39067B-1544-1B97-E99C-B8E3AB7FE0C2}"/>
              </a:ext>
            </a:extLst>
          </p:cNvPr>
          <p:cNvGrpSpPr/>
          <p:nvPr/>
        </p:nvGrpSpPr>
        <p:grpSpPr>
          <a:xfrm>
            <a:off x="606245" y="2232804"/>
            <a:ext cx="3716656" cy="3671695"/>
            <a:chOff x="600802" y="3032903"/>
            <a:chExt cx="3716656" cy="3671695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F63323E3-C4A3-D37F-548A-37A177FC6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0802" y="3495630"/>
              <a:ext cx="897083" cy="897083"/>
            </a:xfrm>
            <a:prstGeom prst="rect">
              <a:avLst/>
            </a:prstGeom>
          </p:spPr>
        </p:pic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6A8B1A43-9611-412B-ED91-7240F127E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29098" y="3523177"/>
              <a:ext cx="897083" cy="897083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42E10BF-FDAB-415B-558E-E3D02F7FAD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3" y="3032903"/>
              <a:ext cx="499748" cy="462727"/>
            </a:xfrm>
            <a:prstGeom prst="straightConnector1">
              <a:avLst/>
            </a:prstGeom>
            <a:noFill/>
            <a:ln w="28575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37397CE-E2AA-039E-DA56-12AA26A08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2031" y="3041235"/>
              <a:ext cx="0" cy="481942"/>
            </a:xfrm>
            <a:prstGeom prst="straightConnector1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BADDEF8-0DE0-E79A-2DFE-B4286E65E3D2}"/>
                </a:ext>
              </a:extLst>
            </p:cNvPr>
            <p:cNvSpPr txBox="1"/>
            <p:nvPr/>
          </p:nvSpPr>
          <p:spPr>
            <a:xfrm flipH="1">
              <a:off x="2549282" y="3053917"/>
              <a:ext cx="435902" cy="4529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(*)</a:t>
              </a:r>
            </a:p>
          </p:txBody>
        </p:sp>
        <p:pic>
          <p:nvPicPr>
            <p:cNvPr id="33" name="Picture 32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CB93067-96C4-4D6A-0705-C4AB6A1F7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5808" y="5035840"/>
              <a:ext cx="1663576" cy="1668758"/>
            </a:xfrm>
            <a:prstGeom prst="rect">
              <a:avLst/>
            </a:prstGeom>
          </p:spPr>
        </p:pic>
        <p:sp>
          <p:nvSpPr>
            <p:cNvPr id="34" name="Arrow: Left-Right 33">
              <a:extLst>
                <a:ext uri="{FF2B5EF4-FFF2-40B4-BE49-F238E27FC236}">
                  <a16:creationId xmlns:a16="http://schemas.microsoft.com/office/drawing/2014/main" id="{4362DD8F-FF8D-0B90-E009-0221385D0BCA}"/>
                </a:ext>
              </a:extLst>
            </p:cNvPr>
            <p:cNvSpPr/>
            <p:nvPr/>
          </p:nvSpPr>
          <p:spPr>
            <a:xfrm rot="2650539">
              <a:off x="884144" y="4468323"/>
              <a:ext cx="663096" cy="3918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row: Left-Right 35">
              <a:extLst>
                <a:ext uri="{FF2B5EF4-FFF2-40B4-BE49-F238E27FC236}">
                  <a16:creationId xmlns:a16="http://schemas.microsoft.com/office/drawing/2014/main" id="{77D40971-02EA-9C62-2C05-41AEFD2E50FA}"/>
                </a:ext>
              </a:extLst>
            </p:cNvPr>
            <p:cNvSpPr/>
            <p:nvPr/>
          </p:nvSpPr>
          <p:spPr>
            <a:xfrm rot="7985005">
              <a:off x="3395281" y="4472739"/>
              <a:ext cx="663096" cy="3918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Arrow: Left-Right 36">
              <a:extLst>
                <a:ext uri="{FF2B5EF4-FFF2-40B4-BE49-F238E27FC236}">
                  <a16:creationId xmlns:a16="http://schemas.microsoft.com/office/drawing/2014/main" id="{951C90F0-DA72-48ED-2553-530E0B5D8CFE}"/>
                </a:ext>
              </a:extLst>
            </p:cNvPr>
            <p:cNvSpPr/>
            <p:nvPr/>
          </p:nvSpPr>
          <p:spPr>
            <a:xfrm rot="5400000">
              <a:off x="2192972" y="4425703"/>
              <a:ext cx="578116" cy="45418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Graphic 30" descr="User with solid fill">
              <a:extLst>
                <a:ext uri="{FF2B5EF4-FFF2-40B4-BE49-F238E27FC236}">
                  <a16:creationId xmlns:a16="http://schemas.microsoft.com/office/drawing/2014/main" id="{FD072FF2-7085-7FF0-98AB-D3F8B9A04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20375" y="3516644"/>
              <a:ext cx="897083" cy="897083"/>
            </a:xfrm>
            <a:prstGeom prst="rect">
              <a:avLst/>
            </a:prstGeom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96BCE7-BF87-BA7B-A689-F1D8B573EA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3043" y="3053917"/>
              <a:ext cx="548433" cy="462727"/>
            </a:xfrm>
            <a:prstGeom prst="straightConnector1">
              <a:avLst/>
            </a:prstGeom>
            <a:noFill/>
            <a:ln w="28575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87F616B8-A55A-7A76-04F9-2728BBAFCFAA}"/>
              </a:ext>
            </a:extLst>
          </p:cNvPr>
          <p:cNvSpPr/>
          <p:nvPr/>
        </p:nvSpPr>
        <p:spPr>
          <a:xfrm>
            <a:off x="8039100" y="1926772"/>
            <a:ext cx="408215" cy="391886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0F8C96-096C-BE39-B6A1-03074FA4E8B7}"/>
              </a:ext>
            </a:extLst>
          </p:cNvPr>
          <p:cNvSpPr/>
          <p:nvPr/>
        </p:nvSpPr>
        <p:spPr>
          <a:xfrm>
            <a:off x="9500583" y="1878476"/>
            <a:ext cx="508832" cy="488478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C21697-F1B8-3556-CC7A-EA113514FD2B}"/>
              </a:ext>
            </a:extLst>
          </p:cNvPr>
          <p:cNvCxnSpPr>
            <a:cxnSpLocks/>
          </p:cNvCxnSpPr>
          <p:nvPr/>
        </p:nvCxnSpPr>
        <p:spPr>
          <a:xfrm flipV="1">
            <a:off x="7655424" y="2317618"/>
            <a:ext cx="509814" cy="5341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EDA418-0FE5-A26A-7333-3874AB928583}"/>
              </a:ext>
            </a:extLst>
          </p:cNvPr>
          <p:cNvCxnSpPr>
            <a:cxnSpLocks/>
          </p:cNvCxnSpPr>
          <p:nvPr/>
        </p:nvCxnSpPr>
        <p:spPr>
          <a:xfrm flipH="1" flipV="1">
            <a:off x="9749556" y="2322777"/>
            <a:ext cx="352387" cy="5238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5066D38-1B92-7D0C-A139-5AA3839F454E}"/>
              </a:ext>
            </a:extLst>
          </p:cNvPr>
          <p:cNvSpPr txBox="1"/>
          <p:nvPr/>
        </p:nvSpPr>
        <p:spPr>
          <a:xfrm>
            <a:off x="9500583" y="2811255"/>
            <a:ext cx="1883780" cy="37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Gaussian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6DE3FB-0805-339C-9ACA-24207840F991}"/>
                  </a:ext>
                </a:extLst>
              </p:cNvPr>
              <p:cNvSpPr txBox="1"/>
              <p:nvPr/>
            </p:nvSpPr>
            <p:spPr>
              <a:xfrm>
                <a:off x="6572306" y="2757855"/>
                <a:ext cx="2680552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Unknown parameter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6DE3FB-0805-339C-9ACA-24207840F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306" y="2757855"/>
                <a:ext cx="2680552" cy="374270"/>
              </a:xfrm>
              <a:prstGeom prst="rect">
                <a:avLst/>
              </a:prstGeom>
              <a:blipFill>
                <a:blip r:embed="rId10"/>
                <a:stretch>
                  <a:fillRect l="-1818"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40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3" grpId="0" animBg="1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B8BA-0E8A-F87E-B9C6-17E0552E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608"/>
            <a:ext cx="10515600" cy="850217"/>
          </a:xfrm>
        </p:spPr>
        <p:txBody>
          <a:bodyPr/>
          <a:lstStyle/>
          <a:p>
            <a:r>
              <a:rPr lang="en-US" dirty="0"/>
              <a:t>To Collaborate or Not?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 2 1">
                <a:extLst>
                  <a:ext uri="{FF2B5EF4-FFF2-40B4-BE49-F238E27FC236}">
                    <a16:creationId xmlns:a16="http://schemas.microsoft.com/office/drawing/2014/main" id="{67F0B532-7C68-CDB5-D62F-300B933D12CA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355725"/>
                <a:ext cx="11049000" cy="48212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77">
                  <a:defRPr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Performance Measure</a:t>
                </a: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best action.</a:t>
                </a:r>
              </a:p>
              <a:p>
                <a:pPr defTabSz="914377">
                  <a:defRPr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defTabSz="914377">
                  <a:defRPr/>
                </a:pPr>
                <a:endParaRPr 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defTabSz="914377">
                  <a:defRPr/>
                </a:pPr>
                <a:endParaRPr 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defTabSz="914377">
                  <a:buNone/>
                  <a:defRPr/>
                </a:pPr>
                <a:endParaRPr 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defTabSz="914377">
                  <a:buNone/>
                  <a:defRPr/>
                </a:pPr>
                <a:endParaRPr 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defTabSz="914377">
                  <a:defRPr/>
                </a:pPr>
                <a:r>
                  <a:rPr kumimoji="0" lang="en-US" sz="2600" b="1" i="0" u="none" strike="noStrike" cap="none" spc="0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Fundamental Tension: </a:t>
                </a:r>
                <a:r>
                  <a:rPr kumimoji="0" lang="en-US" sz="2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Collaboration might reduce regret but may also disrupt learning due to adversaries! </a:t>
                </a:r>
                <a:r>
                  <a:rPr kumimoji="0" lang="en-US" sz="2600" b="0" i="1" u="none" strike="noStrike" cap="none" spc="0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Does more data help or hurt?</a:t>
                </a:r>
              </a:p>
              <a:p>
                <a:pPr defTabSz="914377"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  <a:p>
                <a:pPr marL="0" indent="0" defTabSz="914377">
                  <a:buNone/>
                  <a:defRPr/>
                </a:pPr>
                <a:endParaRPr 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defTabSz="914377">
                  <a:defRPr/>
                </a:pP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defTabSz="914377">
                  <a:buNone/>
                  <a:defRPr/>
                </a:pPr>
                <a:endParaRPr lang="en-US" dirty="0">
                  <a:solidFill>
                    <a:srgbClr val="FF0000"/>
                  </a:solidFill>
                  <a:latin typeface="Calibri" panose="020F0502020204030204"/>
                </a:endParaRPr>
              </a:p>
              <a:p>
                <a:pPr marL="0" indent="0" defTabSz="914377">
                  <a:buNone/>
                  <a:defRPr/>
                </a:pPr>
                <a:endParaRPr lang="en-US" dirty="0">
                  <a:solidFill>
                    <a:srgbClr val="FFC000"/>
                  </a:solidFill>
                  <a:latin typeface="Calibri" panose="020F0502020204030204"/>
                </a:endParaRPr>
              </a:p>
              <a:p>
                <a:pPr marL="0" indent="0" defTabSz="914377">
                  <a:buNone/>
                  <a:defRPr/>
                </a:pPr>
                <a:endParaRPr lang="en-US" dirty="0">
                  <a:solidFill>
                    <a:srgbClr val="FFC000"/>
                  </a:solidFill>
                  <a:latin typeface="Calibri" panose="020F0502020204030204"/>
                </a:endParaRPr>
              </a:p>
              <a:p>
                <a:pPr defTabSz="914377">
                  <a:defRPr/>
                </a:pPr>
                <a:endParaRPr lang="en-US" dirty="0">
                  <a:solidFill>
                    <a:srgbClr val="FFC000"/>
                  </a:solidFill>
                  <a:latin typeface="Calibri" panose="020F0502020204030204"/>
                </a:endParaRPr>
              </a:p>
              <a:p>
                <a:pPr marL="0" indent="0" defTabSz="914377">
                  <a:buNone/>
                  <a:defRPr/>
                </a:pPr>
                <a:endParaRPr lang="en-US" dirty="0">
                  <a:solidFill>
                    <a:sysClr val="windowText" lastClr="00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" name="Content Placeholder 2 2 1">
                <a:extLst>
                  <a:ext uri="{FF2B5EF4-FFF2-40B4-BE49-F238E27FC236}">
                    <a16:creationId xmlns:a16="http://schemas.microsoft.com/office/drawing/2014/main" id="{67F0B532-7C68-CDB5-D62F-300B933D12C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5725"/>
                <a:ext cx="11049000" cy="4821238"/>
              </a:xfrm>
              <a:prstGeom prst="rect">
                <a:avLst/>
              </a:prstGeom>
              <a:blipFill>
                <a:blip r:embed="rId3"/>
                <a:stretch>
                  <a:fillRect l="-883" t="-1517" r="-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0FBDB7-0E3D-840D-1A20-537FE1E17A2F}"/>
                  </a:ext>
                </a:extLst>
              </p:cNvPr>
              <p:cNvSpPr txBox="1"/>
              <p:nvPr/>
            </p:nvSpPr>
            <p:spPr>
              <a:xfrm>
                <a:off x="1632858" y="2484426"/>
                <a:ext cx="9315544" cy="1091259"/>
              </a:xfrm>
              <a:prstGeom prst="rect">
                <a:avLst/>
              </a:prstGeom>
              <a:noFill/>
              <a:ln w="38100" cap="flat">
                <a:solidFill>
                  <a:schemeClr val="accent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Q.</a:t>
                </a: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we improve upon the trivial per-agent regret bound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𝑑𝑇</m:t>
                            </m:r>
                          </m:e>
                        </m:rad>
                      </m:e>
                    </m:d>
                  </m:oMath>
                </a14:m>
                <a:r>
                  <a:rPr kumimoji="0" lang="en-US" sz="2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in the presence of adversaries?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0FBDB7-0E3D-840D-1A20-537FE1E17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858" y="2484426"/>
                <a:ext cx="9315544" cy="1091259"/>
              </a:xfrm>
              <a:prstGeom prst="rect">
                <a:avLst/>
              </a:prstGeom>
              <a:blipFill>
                <a:blip r:embed="rId4"/>
                <a:stretch>
                  <a:fillRect l="-1499" t="-3784" b="-1622"/>
                </a:stretch>
              </a:blipFill>
              <a:ln w="38100" cap="flat">
                <a:solidFill>
                  <a:schemeClr val="accent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4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817E-2C98-F64D-CEE9-E3BDF5913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Result 1: Collaborative Gains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79A60-ECDF-2D7A-6F45-6DD55103B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271"/>
            <a:ext cx="10515600" cy="4821692"/>
          </a:xfrm>
        </p:spPr>
        <p:txBody>
          <a:bodyPr/>
          <a:lstStyle/>
          <a:p>
            <a:r>
              <a:rPr lang="en-US" dirty="0"/>
              <a:t>We propose a robust collaborative bandit algorithm called RCLB.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Phased elimination</a:t>
            </a:r>
            <a:r>
              <a:rPr lang="en-US" dirty="0"/>
              <a:t>+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distributed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exploration</a:t>
            </a:r>
            <a:r>
              <a:rPr lang="en-US" dirty="0" err="1"/>
              <a:t>+</a:t>
            </a:r>
            <a:r>
              <a:rPr lang="en-US" dirty="0" err="1">
                <a:solidFill>
                  <a:schemeClr val="accent6"/>
                </a:solidFill>
              </a:rPr>
              <a:t>robust</a:t>
            </a:r>
            <a:r>
              <a:rPr lang="en-US" dirty="0">
                <a:solidFill>
                  <a:schemeClr val="accent6"/>
                </a:solidFill>
              </a:rPr>
              <a:t> confidence intervals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DBE5FBE-ADD5-B916-55A7-988305223BC9}"/>
                  </a:ext>
                </a:extLst>
              </p:cNvPr>
              <p:cNvSpPr/>
              <p:nvPr/>
            </p:nvSpPr>
            <p:spPr>
              <a:xfrm>
                <a:off x="1216088" y="3122631"/>
                <a:ext cx="9389987" cy="2230361"/>
              </a:xfrm>
              <a:prstGeom prst="roundRec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600" kern="12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6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sz="26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&lt;0.5.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 Given any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ctrlP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0,1</m:t>
                        </m:r>
                      </m:e>
                    </m:d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 with probability</a:t>
                </a:r>
                <a:r>
                  <a:rPr kumimoji="0" lang="en-US" sz="2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 at least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1−</m:t>
                    </m:r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the following holds for each good agent</a:t>
                </a:r>
                <a:r>
                  <a:rPr kumimoji="0" lang="en-US" sz="2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</m:oMath>
                </a14:m>
                <a:endParaRPr kumimoji="0" lang="en-US" sz="2600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  <a:p>
                <a:pPr lvl="0" defTabSz="457200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</m:e>
                      </m:nary>
                      <m:acc>
                        <m:accPr>
                          <m:chr m:val="̃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𝑂</m:t>
                          </m:r>
                        </m:e>
                      </m:acc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𝑀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𝑑𝑇</m:t>
                          </m:r>
                        </m:e>
                      </m:ra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</m:oMath>
                  </m:oMathPara>
                </a14:m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DBE5FBE-ADD5-B916-55A7-988305223B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88" y="3122631"/>
                <a:ext cx="9389987" cy="22303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F7C42B-20AB-DFFD-5E66-85C1339D223E}"/>
              </a:ext>
            </a:extLst>
          </p:cNvPr>
          <p:cNvSpPr/>
          <p:nvPr/>
        </p:nvSpPr>
        <p:spPr>
          <a:xfrm>
            <a:off x="1238520" y="2501117"/>
            <a:ext cx="9409554" cy="5012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Theorem I (Performance of RCLB)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A633D5-8F16-AE55-0A2E-4398E1094483}"/>
              </a:ext>
            </a:extLst>
          </p:cNvPr>
          <p:cNvSpPr/>
          <p:nvPr/>
        </p:nvSpPr>
        <p:spPr>
          <a:xfrm>
            <a:off x="7113815" y="4566557"/>
            <a:ext cx="810986" cy="57694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27A7C0-1E0E-D70C-2E0E-83BB012A2222}"/>
              </a:ext>
            </a:extLst>
          </p:cNvPr>
          <p:cNvCxnSpPr>
            <a:endCxn id="8" idx="5"/>
          </p:cNvCxnSpPr>
          <p:nvPr/>
        </p:nvCxnSpPr>
        <p:spPr>
          <a:xfrm flipH="1" flipV="1">
            <a:off x="7806035" y="5059009"/>
            <a:ext cx="733808" cy="53624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C84ED4-C209-1491-6823-087BCE704AA7}"/>
              </a:ext>
            </a:extLst>
          </p:cNvPr>
          <p:cNvSpPr txBox="1"/>
          <p:nvPr/>
        </p:nvSpPr>
        <p:spPr>
          <a:xfrm flipH="1">
            <a:off x="7464333" y="5527762"/>
            <a:ext cx="30893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Benefit of collaboration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29FD2F-C16E-08F9-F505-EB1D4B654B45}"/>
              </a:ext>
            </a:extLst>
          </p:cNvPr>
          <p:cNvSpPr/>
          <p:nvPr/>
        </p:nvSpPr>
        <p:spPr>
          <a:xfrm>
            <a:off x="6445277" y="4414158"/>
            <a:ext cx="493432" cy="351032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B0E4A8-9E6A-7967-D7E0-29E4EA48E981}"/>
              </a:ext>
            </a:extLst>
          </p:cNvPr>
          <p:cNvCxnSpPr>
            <a:cxnSpLocks/>
          </p:cNvCxnSpPr>
          <p:nvPr/>
        </p:nvCxnSpPr>
        <p:spPr>
          <a:xfrm flipV="1">
            <a:off x="5792179" y="4800259"/>
            <a:ext cx="807667" cy="70804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09DB404-EACE-14A5-1E15-60D7454A1AE7}"/>
              </a:ext>
            </a:extLst>
          </p:cNvPr>
          <p:cNvSpPr txBox="1"/>
          <p:nvPr/>
        </p:nvSpPr>
        <p:spPr>
          <a:xfrm flipH="1">
            <a:off x="4307476" y="5473238"/>
            <a:ext cx="30893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Effect of corruption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DBA88C-747B-BD25-C686-26442E9CE8A2}"/>
                  </a:ext>
                </a:extLst>
              </p:cNvPr>
              <p:cNvSpPr txBox="1"/>
              <p:nvPr/>
            </p:nvSpPr>
            <p:spPr>
              <a:xfrm>
                <a:off x="432838" y="6044655"/>
                <a:ext cx="10258238" cy="492440"/>
              </a:xfrm>
              <a:prstGeom prst="rect">
                <a:avLst/>
              </a:prstGeom>
              <a:noFill/>
              <a:ln w="381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200" b="1" i="0" u="none" strike="noStrike" cap="none" spc="0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Main Takeaway: </a:t>
                </a:r>
                <a:r>
                  <a:rPr kumimoji="0" lang="en-US" sz="220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For small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Calibri"/>
                      </a:rPr>
                      <m:t>𝛼</m:t>
                    </m:r>
                    <m:r>
                      <a:rPr kumimoji="0" lang="en-US" sz="22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Calibri"/>
                      </a:rPr>
                      <m:t>,</m:t>
                    </m:r>
                  </m:oMath>
                </a14:m>
                <a:r>
                  <a:rPr kumimoji="0" lang="en-US" sz="220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there is a clear benefit of</a:t>
                </a:r>
                <a:r>
                  <a:rPr kumimoji="0" lang="en-US" sz="2200" i="0" u="none" strike="noStrike" cap="none" spc="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collaboration</a:t>
                </a:r>
                <a:r>
                  <a:rPr kumimoji="0" lang="en-US" sz="2600" i="0" u="none" strike="noStrike" cap="none" spc="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.</a:t>
                </a:r>
                <a:endParaRPr kumimoji="0" lang="en-US" sz="26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DBA88C-747B-BD25-C686-26442E9CE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38" y="6044655"/>
                <a:ext cx="10258238" cy="492440"/>
              </a:xfrm>
              <a:prstGeom prst="rect">
                <a:avLst/>
              </a:prstGeom>
              <a:blipFill>
                <a:blip r:embed="rId3"/>
                <a:stretch>
                  <a:fillRect l="-1188" t="-12500" b="-31250"/>
                </a:stretch>
              </a:blipFill>
              <a:ln w="381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60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/>
      <p:bldP spid="12" grpId="0" animBg="1"/>
      <p:bldP spid="16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0BC3-593C-D90B-5E1F-051405579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 2: Fundamental Limit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8125D1-3106-6D8C-160A-E999565248A2}"/>
              </a:ext>
            </a:extLst>
          </p:cNvPr>
          <p:cNvSpPr/>
          <p:nvPr/>
        </p:nvSpPr>
        <p:spPr>
          <a:xfrm>
            <a:off x="18539318" y="-4836980"/>
            <a:ext cx="8912266" cy="5012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Theorem II (Fundamental Lower Bound)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789A7B4-D0DA-9CCC-DD99-E831DEECCC72}"/>
                  </a:ext>
                </a:extLst>
              </p:cNvPr>
              <p:cNvSpPr/>
              <p:nvPr/>
            </p:nvSpPr>
            <p:spPr>
              <a:xfrm>
                <a:off x="16204298" y="-68740639"/>
                <a:ext cx="8912266" cy="1656414"/>
              </a:xfrm>
              <a:prstGeom prst="roundRec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Given </a:t>
                </a:r>
                <a:r>
                  <a:rPr kumimoji="0" 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any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policy, there exist two bandit instances s</a:t>
                </a:r>
                <a:r>
                  <a:rPr lang="en-US" sz="2600" kern="12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uch</a:t>
                </a:r>
                <a:r>
                  <a:rPr lang="en-US" sz="2600" kern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that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the regret suffered by the policy in at least one of the two instances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  <m:d>
                      <m:dPr>
                        <m:ctrlP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rad>
                          <m:radPr>
                            <m:degHide m:val="on"/>
                            <m:ctrlPr>
                              <a:rPr kumimoji="0" lang="en-US" sz="2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sz="2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</m:rad>
                      </m:e>
                    </m:d>
                    <m:r>
                      <a:rPr kumimoji="0" lang="en-US" sz="2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irrespective of</a:t>
                </a:r>
                <a:r>
                  <a:rPr kumimoji="0" lang="en-US" sz="2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the # of agents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789A7B4-D0DA-9CCC-DD99-E831DEECCC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298" y="-68740639"/>
                <a:ext cx="8912266" cy="1656414"/>
              </a:xfrm>
              <a:prstGeom prst="roundRect">
                <a:avLst/>
              </a:prstGeom>
              <a:blipFill>
                <a:blip r:embed="rId2"/>
                <a:stretch>
                  <a:fillRect l="-136"/>
                </a:stretch>
              </a:blip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D5A263-DE52-9648-6152-92E7A82A035D}"/>
              </a:ext>
            </a:extLst>
          </p:cNvPr>
          <p:cNvSpPr/>
          <p:nvPr/>
        </p:nvSpPr>
        <p:spPr>
          <a:xfrm>
            <a:off x="16204298" y="-69455105"/>
            <a:ext cx="8912266" cy="5012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Theorem II (Fundamental Lower Bound)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9B54195-F0BD-BF3E-F50F-C6E5788ADE19}"/>
                  </a:ext>
                </a:extLst>
              </p:cNvPr>
              <p:cNvSpPr/>
              <p:nvPr/>
            </p:nvSpPr>
            <p:spPr>
              <a:xfrm>
                <a:off x="16400286" y="-12081691"/>
                <a:ext cx="8912266" cy="1656414"/>
              </a:xfrm>
              <a:prstGeom prst="roundRect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Given </a:t>
                </a:r>
                <a:r>
                  <a:rPr kumimoji="0" lang="en-US" sz="2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any</a:t>
                </a:r>
                <a:r>
                  <a:rPr kumimoji="0" lang="en-US" sz="2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policy, there exist two bandit instances s</a:t>
                </a:r>
                <a:r>
                  <a:rPr kumimoji="0" lang="en-US" sz="2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uch</a:t>
                </a:r>
                <a:r>
                  <a:rPr kumimoji="0" lang="en-US" sz="2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that the regret suffered by the policy in at least one of the two instances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6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Calibri"/>
                      </a:rPr>
                      <m:t>Ω</m:t>
                    </m:r>
                    <m:d>
                      <m:dPr>
                        <m:ctrlPr>
                          <a:rPr kumimoji="0" lang="en-US" sz="26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</m:ctrlPr>
                      </m:dPr>
                      <m:e>
                        <m:r>
                          <a:rPr kumimoji="0" lang="en-US" sz="26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𝛼</m:t>
                        </m:r>
                        <m:rad>
                          <m:radPr>
                            <m:degHide m:val="on"/>
                            <m:ctrlPr>
                              <a:rPr kumimoji="0" lang="en-US" sz="2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sz="2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𝑇</m:t>
                            </m:r>
                          </m:e>
                        </m:rad>
                      </m:e>
                    </m:d>
                    <m:r>
                      <a:rPr kumimoji="0" lang="en-US" sz="26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Calibri"/>
                      </a:rPr>
                      <m:t>,</m:t>
                    </m:r>
                  </m:oMath>
                </a14:m>
                <a:r>
                  <a:rPr kumimoji="0" lang="en-US" sz="2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irrespective of the # of agents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Calibri"/>
                      </a:rPr>
                      <m:t>𝑀</m:t>
                    </m:r>
                    <m:r>
                      <a:rPr kumimoji="0" lang="en-US" sz="26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Calibri"/>
                      </a:rPr>
                      <m:t>.</m:t>
                    </m:r>
                  </m:oMath>
                </a14:m>
                <a:endParaRPr kumimoji="0" lang="en-US" sz="2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9B54195-F0BD-BF3E-F50F-C6E5788ADE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0286" y="-12081691"/>
                <a:ext cx="8912266" cy="1656414"/>
              </a:xfrm>
              <a:prstGeom prst="roundRect">
                <a:avLst/>
              </a:prstGeom>
              <a:blipFill>
                <a:blip r:embed="rId3"/>
                <a:stretch>
                  <a:fillRect l="-68"/>
                </a:stretch>
              </a:blipFill>
              <a:ln w="381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6BE7AC-0F31-B5A1-1372-F34C47F8BD7D}"/>
              </a:ext>
            </a:extLst>
          </p:cNvPr>
          <p:cNvSpPr/>
          <p:nvPr/>
        </p:nvSpPr>
        <p:spPr>
          <a:xfrm>
            <a:off x="16313200" y="-12839699"/>
            <a:ext cx="8912266" cy="501268"/>
          </a:xfrm>
          <a:prstGeom prst="roundRect">
            <a:avLst/>
          </a:prstGeom>
          <a:solidFill>
            <a:srgbClr val="4472C4">
              <a:lumMod val="50000"/>
            </a:srgbClr>
          </a:solidFill>
          <a:ln w="381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Theorem II (Fundamental Lower Bound)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109A225-4C96-E12E-C8DD-C81CA841C8B5}"/>
                  </a:ext>
                </a:extLst>
              </p:cNvPr>
              <p:cNvSpPr/>
              <p:nvPr/>
            </p:nvSpPr>
            <p:spPr>
              <a:xfrm>
                <a:off x="1167763" y="2209798"/>
                <a:ext cx="9413151" cy="1507673"/>
              </a:xfrm>
              <a:prstGeom prst="roundRec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defTabSz="457200">
                  <a:defRPr/>
                </a:pPr>
                <a:r>
                  <a:rPr lang="en-US" sz="2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Given </a:t>
                </a:r>
                <a:r>
                  <a:rPr lang="en-US" sz="26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any</a:t>
                </a:r>
                <a:r>
                  <a:rPr lang="en-US" sz="2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policy, there exist two bandit instances s</a:t>
                </a:r>
                <a:r>
                  <a:rPr lang="en-US" sz="2600" dirty="0" err="1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uch</a:t>
                </a:r>
                <a:r>
                  <a:rPr lang="en-US" sz="2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that the regret suffered by the policy in at least one of the two instances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Ω</m:t>
                    </m:r>
                    <m:d>
                      <m:dPr>
                        <m:ctrlP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rad>
                          <m:radPr>
                            <m:degHide m:val="on"/>
                            <m:ctrlPr>
                              <a:rPr lang="en-US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</m:rad>
                      </m:e>
                    </m:d>
                    <m:r>
                      <a:rPr lang="en-US" sz="260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US" sz="2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irrespective of the # of agents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sz="2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sz="26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109A225-4C96-E12E-C8DD-C81CA841C8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63" y="2209798"/>
                <a:ext cx="9413151" cy="1507673"/>
              </a:xfrm>
              <a:prstGeom prst="roundRect">
                <a:avLst/>
              </a:prstGeom>
              <a:blipFill>
                <a:blip r:embed="rId4"/>
                <a:stretch>
                  <a:fillRect l="-194" b="-1575"/>
                </a:stretch>
              </a:blip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AA92C2-0429-1EEC-77AF-0547E8B1F4B0}"/>
              </a:ext>
            </a:extLst>
          </p:cNvPr>
          <p:cNvSpPr/>
          <p:nvPr/>
        </p:nvSpPr>
        <p:spPr>
          <a:xfrm>
            <a:off x="1167763" y="1499632"/>
            <a:ext cx="9409554" cy="5012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Theorem II (Fundamental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 Lower Bound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DBBF34-9F6A-99F7-957B-EEEB2F8FF87A}"/>
                  </a:ext>
                </a:extLst>
              </p:cNvPr>
              <p:cNvSpPr txBox="1"/>
              <p:nvPr/>
            </p:nvSpPr>
            <p:spPr>
              <a:xfrm>
                <a:off x="21160775" y="-5361094"/>
                <a:ext cx="8721720" cy="1730472"/>
              </a:xfrm>
              <a:prstGeom prst="rect">
                <a:avLst/>
              </a:prstGeom>
              <a:noFill/>
              <a:ln w="381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600" b="1" i="0" u="none" strike="noStrike" cap="none" spc="0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Key Implications:</a:t>
                </a:r>
              </a:p>
              <a:p>
                <a:pPr marL="457200" marR="0" indent="-45720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a</a:t>
                </a:r>
                <a:r>
                  <a:rPr kumimoji="0" lang="en-US" sz="260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dditive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  <a:sym typeface="Calibri"/>
                      </a:rPr>
                      <m:t>𝛼</m:t>
                    </m:r>
                    <m:rad>
                      <m:radPr>
                        <m:degHide m:val="on"/>
                        <m:ctrlPr>
                          <a:rPr kumimoji="0" lang="en-US" sz="2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</m:ctrlPr>
                      </m:radPr>
                      <m:deg/>
                      <m:e>
                        <m:r>
                          <a:rPr kumimoji="0" lang="en-US" sz="2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alibri"/>
                          </a:rPr>
                          <m:t>𝑇</m:t>
                        </m:r>
                      </m:e>
                    </m:rad>
                  </m:oMath>
                </a14:m>
                <a:r>
                  <a:rPr kumimoji="0" lang="en-US" sz="260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regret</a:t>
                </a:r>
                <a:r>
                  <a:rPr kumimoji="0" lang="en-US" sz="260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term is </a:t>
                </a:r>
                <a:r>
                  <a:rPr kumimoji="0" lang="en-US" sz="2600" b="1" i="0" u="none" strike="noStrike" cap="none" spc="0" normalizeH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unavoidable</a:t>
                </a:r>
                <a:r>
                  <a:rPr kumimoji="0" lang="en-US" sz="2600" i="0" u="none" strike="noStrike" cap="none" spc="0" normalizeH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; </a:t>
                </a:r>
                <a:r>
                  <a:rPr kumimoji="0" lang="en-US" sz="2600" i="0" u="none" strike="noStrike" cap="none" spc="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it is the price one </a:t>
                </a:r>
                <a:r>
                  <a:rPr kumimoji="0" lang="en-US" sz="2600" b="1" i="0" u="none" strike="noStrike" cap="none" spc="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must</a:t>
                </a:r>
                <a:r>
                  <a:rPr kumimoji="0" lang="en-US" sz="2600" i="0" u="none" strike="noStrike" cap="none" spc="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 pay for adversarial corruption.</a:t>
                </a:r>
              </a:p>
              <a:p>
                <a:pPr marL="457200" marR="0" indent="-45720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2600" baseline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regret </a:t>
                </a:r>
                <a:r>
                  <a:rPr lang="en-US" sz="2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guarantee of RCLB is </a:t>
                </a:r>
                <a:r>
                  <a:rPr lang="en-US" sz="2600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near-optimal.</a:t>
                </a:r>
                <a:endParaRPr kumimoji="0" lang="en-US" sz="26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DBBF34-9F6A-99F7-957B-EEEB2F8FF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0775" y="-5361094"/>
                <a:ext cx="8721720" cy="1730472"/>
              </a:xfrm>
              <a:prstGeom prst="rect">
                <a:avLst/>
              </a:prstGeom>
              <a:blipFill>
                <a:blip r:embed="rId5"/>
                <a:stretch>
                  <a:fillRect l="-1747" t="-3534" b="-8127"/>
                </a:stretch>
              </a:blipFill>
              <a:ln w="381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E597F86-6F0E-853A-EB23-D85E085812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9843" y="4514407"/>
                <a:ext cx="10850605" cy="141830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Additive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</m:oMath>
                </a14:m>
                <a:r>
                  <a:rPr lang="en-US" dirty="0"/>
                  <a:t> regret term is </a:t>
                </a: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unavoidable.</a:t>
                </a:r>
              </a:p>
              <a:p>
                <a:r>
                  <a:rPr lang="en-US" dirty="0"/>
                  <a:t>Regret guarantee of RCLB is </a:t>
                </a: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near-optimal.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E597F86-6F0E-853A-EB23-D85E085812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9843" y="4514407"/>
                <a:ext cx="10850605" cy="1418307"/>
              </a:xfrm>
              <a:blipFill>
                <a:blip r:embed="rId6"/>
                <a:stretch>
                  <a:fillRect l="-899" t="-4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DF10771-4247-BFDE-2481-43E2C563768D}"/>
              </a:ext>
            </a:extLst>
          </p:cNvPr>
          <p:cNvSpPr txBox="1">
            <a:spLocks/>
          </p:cNvSpPr>
          <p:nvPr/>
        </p:nvSpPr>
        <p:spPr>
          <a:xfrm>
            <a:off x="1282063" y="4022272"/>
            <a:ext cx="2830285" cy="624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Main Takeaways</a:t>
            </a:r>
          </a:p>
        </p:txBody>
      </p:sp>
    </p:spTree>
    <p:extLst>
      <p:ext uri="{BB962C8B-B14F-4D97-AF65-F5344CB8AC3E}">
        <p14:creationId xmlns:p14="http://schemas.microsoft.com/office/powerpoint/2010/main" val="351900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build="p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B439-C406-366D-CB4F-D823A44A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E904-D26F-4010-9641-787565118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484692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Robust Statistics:</a:t>
            </a:r>
          </a:p>
          <a:p>
            <a:pPr lvl="1"/>
            <a:r>
              <a:rPr lang="en-US" dirty="0"/>
              <a:t>Huber &amp; Tukey, 1960s. </a:t>
            </a:r>
          </a:p>
          <a:p>
            <a:pPr lvl="1"/>
            <a:r>
              <a:rPr lang="en-US" dirty="0"/>
              <a:t>Lugosi and Mendelson, Annals of Statistics, 2020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Outlier-Robust Distributed Stochastic Optimization/Supervised Learning:</a:t>
            </a:r>
          </a:p>
          <a:p>
            <a:pPr lvl="1"/>
            <a:r>
              <a:rPr lang="en-US" dirty="0"/>
              <a:t>Yin, Chen, Ramchandran &amp; Bartlett, ICML 2018.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Remark:</a:t>
            </a:r>
            <a:r>
              <a:rPr lang="en-US" dirty="0"/>
              <a:t> Above problems have no decision-making component.</a:t>
            </a:r>
          </a:p>
        </p:txBody>
      </p:sp>
    </p:spTree>
    <p:extLst>
      <p:ext uri="{BB962C8B-B14F-4D97-AF65-F5344CB8AC3E}">
        <p14:creationId xmlns:p14="http://schemas.microsoft.com/office/powerpoint/2010/main" val="137407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6E89-93DD-6EF9-FFFB-2A3DF7F4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0C86-240D-0CF6-8650-474FFBE5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342"/>
            <a:ext cx="10515600" cy="496162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Robust Multi-Agent Bandits:</a:t>
            </a:r>
          </a:p>
          <a:p>
            <a:pPr lvl="1"/>
            <a:r>
              <a:rPr lang="en-US" i="1" dirty="0"/>
              <a:t>Private and Byzantine-proof cooperative decision-making</a:t>
            </a:r>
            <a:r>
              <a:rPr lang="en-US" dirty="0"/>
              <a:t>, Dubey and Pentland, AAMAS 2020.</a:t>
            </a:r>
          </a:p>
          <a:p>
            <a:pPr lvl="1"/>
            <a:r>
              <a:rPr lang="en-US" i="1" dirty="0"/>
              <a:t>Robust multi-agent multi-armed bandits, </a:t>
            </a:r>
            <a:r>
              <a:rPr lang="en-US" dirty="0"/>
              <a:t>Vial, </a:t>
            </a:r>
            <a:r>
              <a:rPr lang="en-US" dirty="0" err="1"/>
              <a:t>Shakkottai</a:t>
            </a:r>
            <a:r>
              <a:rPr lang="en-US" dirty="0"/>
              <a:t>, and Srikant, ACM </a:t>
            </a:r>
            <a:r>
              <a:rPr lang="en-US" dirty="0" err="1"/>
              <a:t>MobiHoc</a:t>
            </a:r>
            <a:r>
              <a:rPr lang="en-US" dirty="0"/>
              <a:t> 2021.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Remark:</a:t>
            </a:r>
            <a:r>
              <a:rPr lang="en-US" dirty="0"/>
              <a:t> Above papers look at the </a:t>
            </a:r>
            <a:r>
              <a:rPr lang="en-US" i="1" dirty="0"/>
              <a:t>unstructured multi-armed bandit </a:t>
            </a:r>
            <a:r>
              <a:rPr lang="en-US" dirty="0"/>
              <a:t>problem, and provide no lower bounds.</a:t>
            </a:r>
          </a:p>
        </p:txBody>
      </p:sp>
    </p:spTree>
    <p:extLst>
      <p:ext uri="{BB962C8B-B14F-4D97-AF65-F5344CB8AC3E}">
        <p14:creationId xmlns:p14="http://schemas.microsoft.com/office/powerpoint/2010/main" val="159003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A840-EF32-2200-E651-081DA035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RCLB: Key Ideas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4250C2-DF3B-A78E-D78C-BE831AD77A98}"/>
              </a:ext>
            </a:extLst>
          </p:cNvPr>
          <p:cNvGrpSpPr/>
          <p:nvPr/>
        </p:nvGrpSpPr>
        <p:grpSpPr>
          <a:xfrm>
            <a:off x="929933" y="3721162"/>
            <a:ext cx="1933445" cy="466686"/>
            <a:chOff x="12192000" y="6740158"/>
            <a:chExt cx="9093809" cy="49244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D42897F-B494-76F6-41CC-8280C900FDF2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7023653"/>
              <a:ext cx="9093809" cy="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9D1C0E0-A9F6-59C6-3134-033B09926702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6740158"/>
              <a:ext cx="0" cy="49244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7BB105-2CB7-158C-30F5-9D33B2676972}"/>
              </a:ext>
            </a:extLst>
          </p:cNvPr>
          <p:cNvCxnSpPr>
            <a:cxnSpLocks/>
          </p:cNvCxnSpPr>
          <p:nvPr/>
        </p:nvCxnSpPr>
        <p:spPr>
          <a:xfrm>
            <a:off x="987696" y="4222015"/>
            <a:ext cx="1875682" cy="0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937716E-D5A0-97A9-04E3-9DE4C1B941FD}"/>
              </a:ext>
            </a:extLst>
          </p:cNvPr>
          <p:cNvSpPr/>
          <p:nvPr/>
        </p:nvSpPr>
        <p:spPr>
          <a:xfrm>
            <a:off x="153582" y="1357230"/>
            <a:ext cx="1564190" cy="22591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/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=</m:t>
                      </m:r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𝒜</m:t>
                      </m:r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Down 12">
            <a:extLst>
              <a:ext uri="{FF2B5EF4-FFF2-40B4-BE49-F238E27FC236}">
                <a16:creationId xmlns:a16="http://schemas.microsoft.com/office/drawing/2014/main" id="{12691E6F-4C36-548D-ACEA-9A6C5BBF74CB}"/>
              </a:ext>
            </a:extLst>
          </p:cNvPr>
          <p:cNvSpPr/>
          <p:nvPr/>
        </p:nvSpPr>
        <p:spPr>
          <a:xfrm>
            <a:off x="314154" y="3352171"/>
            <a:ext cx="1231555" cy="848764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CB2AC853-CF7C-9643-2F3F-5FBA999A4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572" y="4222015"/>
            <a:ext cx="856240" cy="866577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49F52738-2CDD-6EBE-65C4-B2D52BB48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347" y="4929383"/>
            <a:ext cx="856240" cy="866577"/>
          </a:xfrm>
          <a:prstGeom prst="rect">
            <a:avLst/>
          </a:prstGeom>
        </p:spPr>
      </p:pic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5FD6F136-046D-0099-0BF9-429CABC50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347" y="5626298"/>
            <a:ext cx="856240" cy="866577"/>
          </a:xfrm>
          <a:prstGeom prst="rect">
            <a:avLst/>
          </a:prstGeom>
        </p:spPr>
      </p:pic>
      <p:pic>
        <p:nvPicPr>
          <p:cNvPr id="20" name="Graphic 19" descr="Cloud outline">
            <a:extLst>
              <a:ext uri="{FF2B5EF4-FFF2-40B4-BE49-F238E27FC236}">
                <a16:creationId xmlns:a16="http://schemas.microsoft.com/office/drawing/2014/main" id="{2416A185-2D8D-1728-E2AC-0640FE2C9F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58826" y="845451"/>
            <a:ext cx="2268340" cy="22957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653487-2E42-7CBB-C867-1AD5311A9262}"/>
              </a:ext>
            </a:extLst>
          </p:cNvPr>
          <p:cNvSpPr txBox="1"/>
          <p:nvPr/>
        </p:nvSpPr>
        <p:spPr>
          <a:xfrm flipH="1">
            <a:off x="1320827" y="4318393"/>
            <a:ext cx="13081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Epoch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975109-2303-A237-9394-2DBAB51E3A77}"/>
              </a:ext>
            </a:extLst>
          </p:cNvPr>
          <p:cNvSpPr txBox="1"/>
          <p:nvPr/>
        </p:nvSpPr>
        <p:spPr>
          <a:xfrm>
            <a:off x="2641181" y="1900226"/>
            <a:ext cx="1933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Server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1399B76-EBE2-5729-C47E-DE534669C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8557" y="1636342"/>
            <a:ext cx="5003510" cy="470697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 1:</a:t>
            </a:r>
            <a:r>
              <a:rPr lang="en-US" dirty="0"/>
              <a:t> Server assigns exploration of “active arms” to agents.</a:t>
            </a:r>
          </a:p>
        </p:txBody>
      </p:sp>
    </p:spTree>
    <p:extLst>
      <p:ext uri="{BB962C8B-B14F-4D97-AF65-F5344CB8AC3E}">
        <p14:creationId xmlns:p14="http://schemas.microsoft.com/office/powerpoint/2010/main" val="63583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A840-EF32-2200-E651-081DA035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RCLB: Key Ideas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4250C2-DF3B-A78E-D78C-BE831AD77A98}"/>
              </a:ext>
            </a:extLst>
          </p:cNvPr>
          <p:cNvGrpSpPr/>
          <p:nvPr/>
        </p:nvGrpSpPr>
        <p:grpSpPr>
          <a:xfrm>
            <a:off x="929933" y="3721162"/>
            <a:ext cx="1933445" cy="466686"/>
            <a:chOff x="12192000" y="6740158"/>
            <a:chExt cx="9093809" cy="49244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D42897F-B494-76F6-41CC-8280C900FDF2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7023653"/>
              <a:ext cx="9093809" cy="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9D1C0E0-A9F6-59C6-3134-033B09926702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6740158"/>
              <a:ext cx="0" cy="49244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7BB105-2CB7-158C-30F5-9D33B2676972}"/>
              </a:ext>
            </a:extLst>
          </p:cNvPr>
          <p:cNvCxnSpPr>
            <a:cxnSpLocks/>
          </p:cNvCxnSpPr>
          <p:nvPr/>
        </p:nvCxnSpPr>
        <p:spPr>
          <a:xfrm>
            <a:off x="987696" y="4222015"/>
            <a:ext cx="1875682" cy="0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937716E-D5A0-97A9-04E3-9DE4C1B941FD}"/>
              </a:ext>
            </a:extLst>
          </p:cNvPr>
          <p:cNvSpPr/>
          <p:nvPr/>
        </p:nvSpPr>
        <p:spPr>
          <a:xfrm>
            <a:off x="153582" y="1357230"/>
            <a:ext cx="1564190" cy="22591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/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=</m:t>
                      </m:r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𝒜</m:t>
                      </m:r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Down 12">
            <a:extLst>
              <a:ext uri="{FF2B5EF4-FFF2-40B4-BE49-F238E27FC236}">
                <a16:creationId xmlns:a16="http://schemas.microsoft.com/office/drawing/2014/main" id="{12691E6F-4C36-548D-ACEA-9A6C5BBF74CB}"/>
              </a:ext>
            </a:extLst>
          </p:cNvPr>
          <p:cNvSpPr/>
          <p:nvPr/>
        </p:nvSpPr>
        <p:spPr>
          <a:xfrm>
            <a:off x="314154" y="3352171"/>
            <a:ext cx="1231555" cy="848764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CB2AC853-CF7C-9643-2F3F-5FBA999A4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572" y="4222015"/>
            <a:ext cx="856240" cy="866577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49F52738-2CDD-6EBE-65C4-B2D52BB48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347" y="4929383"/>
            <a:ext cx="856240" cy="866577"/>
          </a:xfrm>
          <a:prstGeom prst="rect">
            <a:avLst/>
          </a:prstGeom>
        </p:spPr>
      </p:pic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5FD6F136-046D-0099-0BF9-429CABC50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347" y="5626298"/>
            <a:ext cx="856240" cy="866577"/>
          </a:xfrm>
          <a:prstGeom prst="rect">
            <a:avLst/>
          </a:prstGeom>
        </p:spPr>
      </p:pic>
      <p:pic>
        <p:nvPicPr>
          <p:cNvPr id="20" name="Graphic 19" descr="Cloud outline">
            <a:extLst>
              <a:ext uri="{FF2B5EF4-FFF2-40B4-BE49-F238E27FC236}">
                <a16:creationId xmlns:a16="http://schemas.microsoft.com/office/drawing/2014/main" id="{2416A185-2D8D-1728-E2AC-0640FE2C9F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58826" y="845451"/>
            <a:ext cx="2268340" cy="2295726"/>
          </a:xfrm>
          <a:prstGeom prst="rect">
            <a:avLst/>
          </a:prstGeom>
        </p:spPr>
      </p:pic>
      <p:pic>
        <p:nvPicPr>
          <p:cNvPr id="22" name="Graphic 21" descr="Gears with solid fill">
            <a:extLst>
              <a:ext uri="{FF2B5EF4-FFF2-40B4-BE49-F238E27FC236}">
                <a16:creationId xmlns:a16="http://schemas.microsoft.com/office/drawing/2014/main" id="{3DB29E36-C7E0-4897-88AB-607EF8CBBB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33615" y="4767019"/>
            <a:ext cx="856240" cy="8665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653487-2E42-7CBB-C867-1AD5311A9262}"/>
              </a:ext>
            </a:extLst>
          </p:cNvPr>
          <p:cNvSpPr txBox="1"/>
          <p:nvPr/>
        </p:nvSpPr>
        <p:spPr>
          <a:xfrm flipH="1">
            <a:off x="1320827" y="4318393"/>
            <a:ext cx="13081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Epoch 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7BA6BA-A7E5-25F6-CB75-9CE203E7F6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037" y="4857414"/>
            <a:ext cx="1349578" cy="108073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3975109-2303-A237-9394-2DBAB51E3A77}"/>
              </a:ext>
            </a:extLst>
          </p:cNvPr>
          <p:cNvSpPr txBox="1"/>
          <p:nvPr/>
        </p:nvSpPr>
        <p:spPr>
          <a:xfrm>
            <a:off x="2641181" y="1900226"/>
            <a:ext cx="1933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D1399B76-EBE2-5729-C47E-DE534669C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8557" y="1636342"/>
                <a:ext cx="5003510" cy="4706978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Step 1:</a:t>
                </a:r>
                <a:r>
                  <a:rPr lang="en-US" dirty="0"/>
                  <a:t> Server assigns exploration of “active arms” to agents.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Step 2: </a:t>
                </a:r>
                <a:r>
                  <a:rPr lang="en-US" dirty="0"/>
                  <a:t>Agents explore “active arms” and estimate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D1399B76-EBE2-5729-C47E-DE534669C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8557" y="1636342"/>
                <a:ext cx="5003510" cy="4706978"/>
              </a:xfrm>
              <a:blipFill>
                <a:blip r:embed="rId12"/>
                <a:stretch>
                  <a:fillRect l="-1951" t="-1940" r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77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A840-EF32-2200-E651-081DA035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RCLB: Key Ideas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4250C2-DF3B-A78E-D78C-BE831AD77A98}"/>
              </a:ext>
            </a:extLst>
          </p:cNvPr>
          <p:cNvGrpSpPr/>
          <p:nvPr/>
        </p:nvGrpSpPr>
        <p:grpSpPr>
          <a:xfrm>
            <a:off x="929933" y="3721162"/>
            <a:ext cx="1933445" cy="466686"/>
            <a:chOff x="12192000" y="6740158"/>
            <a:chExt cx="9093809" cy="49244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D42897F-B494-76F6-41CC-8280C900FDF2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7023653"/>
              <a:ext cx="9093809" cy="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9D1C0E0-A9F6-59C6-3134-033B09926702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6740158"/>
              <a:ext cx="0" cy="49244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B937716E-D5A0-97A9-04E3-9DE4C1B941FD}"/>
              </a:ext>
            </a:extLst>
          </p:cNvPr>
          <p:cNvSpPr/>
          <p:nvPr/>
        </p:nvSpPr>
        <p:spPr>
          <a:xfrm>
            <a:off x="153582" y="1357230"/>
            <a:ext cx="1564190" cy="22591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/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=</m:t>
                      </m:r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𝒜</m:t>
                      </m:r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aphic 19" descr="Cloud outline">
            <a:extLst>
              <a:ext uri="{FF2B5EF4-FFF2-40B4-BE49-F238E27FC236}">
                <a16:creationId xmlns:a16="http://schemas.microsoft.com/office/drawing/2014/main" id="{2416A185-2D8D-1728-E2AC-0640FE2C9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9216" y="836037"/>
            <a:ext cx="2268340" cy="22957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3975109-2303-A237-9394-2DBAB51E3A77}"/>
              </a:ext>
            </a:extLst>
          </p:cNvPr>
          <p:cNvSpPr txBox="1"/>
          <p:nvPr/>
        </p:nvSpPr>
        <p:spPr>
          <a:xfrm>
            <a:off x="2641181" y="1900226"/>
            <a:ext cx="1933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D11791F0-C0EF-2B6C-5538-78F0A0502B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8557" y="1636342"/>
                <a:ext cx="5003510" cy="47069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C00000"/>
                    </a:solidFill>
                  </a:rPr>
                  <a:t>Step 1:</a:t>
                </a:r>
                <a:r>
                  <a:rPr lang="en-US" dirty="0"/>
                  <a:t> Server assigns exploration of “active arms” to agents.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Step 2: </a:t>
                </a:r>
                <a:r>
                  <a:rPr lang="en-US" dirty="0"/>
                  <a:t>Agents explore “active arms” and estimate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D11791F0-C0EF-2B6C-5538-78F0A0502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557" y="1636342"/>
                <a:ext cx="5003510" cy="4706978"/>
              </a:xfrm>
              <a:prstGeom prst="rect">
                <a:avLst/>
              </a:prstGeom>
              <a:blipFill>
                <a:blip r:embed="rId5"/>
                <a:stretch>
                  <a:fillRect l="-1951" t="-1940" r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F3636F76-6004-8D34-BD92-173E5C89C9BE}"/>
              </a:ext>
            </a:extLst>
          </p:cNvPr>
          <p:cNvGrpSpPr/>
          <p:nvPr/>
        </p:nvGrpSpPr>
        <p:grpSpPr>
          <a:xfrm>
            <a:off x="517347" y="4222015"/>
            <a:ext cx="3106231" cy="2270860"/>
            <a:chOff x="517347" y="4222015"/>
            <a:chExt cx="3106231" cy="2270860"/>
          </a:xfrm>
        </p:grpSpPr>
        <p:pic>
          <p:nvPicPr>
            <p:cNvPr id="14" name="Graphic 13" descr="User with solid fill">
              <a:extLst>
                <a:ext uri="{FF2B5EF4-FFF2-40B4-BE49-F238E27FC236}">
                  <a16:creationId xmlns:a16="http://schemas.microsoft.com/office/drawing/2014/main" id="{CB2AC853-CF7C-9643-2F3F-5FBA999A4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2572" y="4222015"/>
              <a:ext cx="856240" cy="866577"/>
            </a:xfrm>
            <a:prstGeom prst="rect">
              <a:avLst/>
            </a:prstGeom>
          </p:spPr>
        </p:pic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49F52738-2CDD-6EBE-65C4-B2D52BB48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4096" y="4920865"/>
              <a:ext cx="856240" cy="866577"/>
            </a:xfrm>
            <a:prstGeom prst="rect">
              <a:avLst/>
            </a:prstGeom>
          </p:spPr>
        </p:pic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5FD6F136-046D-0099-0BF9-429CABC50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7347" y="5626298"/>
              <a:ext cx="856240" cy="86657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E4F13D5-226D-E97A-7042-B7F2BCCF4A0A}"/>
                    </a:ext>
                  </a:extLst>
                </p:cNvPr>
                <p:cNvSpPr txBox="1"/>
                <p:nvPr/>
              </p:nvSpPr>
              <p:spPr>
                <a:xfrm flipH="1">
                  <a:off x="2524987" y="4352691"/>
                  <a:ext cx="975452" cy="5939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0" lang="en-US" sz="2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accPr>
                              <m:e>
                                <m: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sz="2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dPr>
                              <m:e>
                                <m: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kumimoji="0" lang="en-US" sz="2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E4F13D5-226D-E97A-7042-B7F2BCCF4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524987" y="4352691"/>
                  <a:ext cx="975452" cy="5939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6034D09-9DFE-2789-44E3-B12593392F51}"/>
                    </a:ext>
                  </a:extLst>
                </p:cNvPr>
                <p:cNvSpPr txBox="1"/>
                <p:nvPr/>
              </p:nvSpPr>
              <p:spPr>
                <a:xfrm flipH="1">
                  <a:off x="2471159" y="5831692"/>
                  <a:ext cx="975452" cy="60490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0" lang="en-US" sz="2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accPr>
                              <m:e>
                                <m: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sz="2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𝑀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dPr>
                              <m:e>
                                <m: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kumimoji="0" lang="en-US" sz="2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6034D09-9DFE-2789-44E3-B12593392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71159" y="5831692"/>
                  <a:ext cx="975452" cy="6049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7F886F-06C6-22C3-92E3-AD05698F6EBD}"/>
                </a:ext>
              </a:extLst>
            </p:cNvPr>
            <p:cNvSpPr txBox="1"/>
            <p:nvPr/>
          </p:nvSpPr>
          <p:spPr>
            <a:xfrm flipH="1">
              <a:off x="2678862" y="5164635"/>
              <a:ext cx="944716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(*)</a:t>
              </a:r>
            </a:p>
          </p:txBody>
        </p:sp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02B45F3A-75B8-A443-0831-CDFD12F8FEDB}"/>
                </a:ext>
              </a:extLst>
            </p:cNvPr>
            <p:cNvSpPr/>
            <p:nvPr/>
          </p:nvSpPr>
          <p:spPr>
            <a:xfrm rot="16200000">
              <a:off x="1756777" y="4316762"/>
              <a:ext cx="455786" cy="7524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F7FE81AE-4115-F84F-002B-DCC0615ED79F}"/>
                </a:ext>
              </a:extLst>
            </p:cNvPr>
            <p:cNvSpPr/>
            <p:nvPr/>
          </p:nvSpPr>
          <p:spPr>
            <a:xfrm rot="16200000">
              <a:off x="1756777" y="5022195"/>
              <a:ext cx="455786" cy="7524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457FAE65-B344-815D-F1EB-348D9552A94B}"/>
                </a:ext>
              </a:extLst>
            </p:cNvPr>
            <p:cNvSpPr/>
            <p:nvPr/>
          </p:nvSpPr>
          <p:spPr>
            <a:xfrm rot="16200000">
              <a:off x="1755893" y="5757936"/>
              <a:ext cx="455786" cy="7524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Arrow: Curved Down 32">
            <a:extLst>
              <a:ext uri="{FF2B5EF4-FFF2-40B4-BE49-F238E27FC236}">
                <a16:creationId xmlns:a16="http://schemas.microsoft.com/office/drawing/2014/main" id="{A169334E-3F29-2957-560A-35B22AE3EDD3}"/>
              </a:ext>
            </a:extLst>
          </p:cNvPr>
          <p:cNvSpPr/>
          <p:nvPr/>
        </p:nvSpPr>
        <p:spPr>
          <a:xfrm rot="16953705" flipV="1">
            <a:off x="3359757" y="3212586"/>
            <a:ext cx="2429739" cy="125088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A93BF9A-5AF1-7B82-0FDA-0BEB2FB57CC1}"/>
              </a:ext>
            </a:extLst>
          </p:cNvPr>
          <p:cNvSpPr/>
          <p:nvPr/>
        </p:nvSpPr>
        <p:spPr>
          <a:xfrm>
            <a:off x="3359244" y="4512639"/>
            <a:ext cx="428703" cy="1923960"/>
          </a:xfrm>
          <a:prstGeom prst="rightBrac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AD69A8-1854-13A8-D8DC-39D8E00513E9}"/>
              </a:ext>
            </a:extLst>
          </p:cNvPr>
          <p:cNvSpPr txBox="1"/>
          <p:nvPr/>
        </p:nvSpPr>
        <p:spPr>
          <a:xfrm flipH="1">
            <a:off x="1319422" y="4053201"/>
            <a:ext cx="13081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Epoch 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C92ED74-5782-63AE-78B6-5B60B2E06347}"/>
              </a:ext>
            </a:extLst>
          </p:cNvPr>
          <p:cNvCxnSpPr>
            <a:cxnSpLocks/>
          </p:cNvCxnSpPr>
          <p:nvPr/>
        </p:nvCxnSpPr>
        <p:spPr>
          <a:xfrm>
            <a:off x="1092205" y="4124865"/>
            <a:ext cx="1664499" cy="0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7592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A840-EF32-2200-E651-081DA035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RCLB: Key Ideas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42897F-B494-76F6-41CC-8280C900FDF2}"/>
              </a:ext>
            </a:extLst>
          </p:cNvPr>
          <p:cNvCxnSpPr>
            <a:cxnSpLocks/>
          </p:cNvCxnSpPr>
          <p:nvPr/>
        </p:nvCxnSpPr>
        <p:spPr>
          <a:xfrm>
            <a:off x="929933" y="3989831"/>
            <a:ext cx="1933445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D1C0E0-A9F6-59C6-3134-033B09926702}"/>
              </a:ext>
            </a:extLst>
          </p:cNvPr>
          <p:cNvCxnSpPr>
            <a:cxnSpLocks/>
          </p:cNvCxnSpPr>
          <p:nvPr/>
        </p:nvCxnSpPr>
        <p:spPr>
          <a:xfrm>
            <a:off x="929933" y="3756488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937716E-D5A0-97A9-04E3-9DE4C1B941FD}"/>
              </a:ext>
            </a:extLst>
          </p:cNvPr>
          <p:cNvSpPr/>
          <p:nvPr/>
        </p:nvSpPr>
        <p:spPr>
          <a:xfrm>
            <a:off x="153582" y="1357230"/>
            <a:ext cx="1564190" cy="22591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/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=</m:t>
                      </m:r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𝒜</m:t>
                      </m:r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CB2AC853-CF7C-9643-2F3F-5FBA999A4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1552" y="4263293"/>
            <a:ext cx="856240" cy="866577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49F52738-2CDD-6EBE-65C4-B2D52BB48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351" y="4968076"/>
            <a:ext cx="856240" cy="866577"/>
          </a:xfrm>
          <a:prstGeom prst="rect">
            <a:avLst/>
          </a:prstGeom>
        </p:spPr>
      </p:pic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5FD6F136-046D-0099-0BF9-429CABC50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2700" y="5704673"/>
            <a:ext cx="856240" cy="866577"/>
          </a:xfrm>
          <a:prstGeom prst="rect">
            <a:avLst/>
          </a:prstGeom>
        </p:spPr>
      </p:pic>
      <p:pic>
        <p:nvPicPr>
          <p:cNvPr id="20" name="Graphic 19" descr="Cloud outline">
            <a:extLst>
              <a:ext uri="{FF2B5EF4-FFF2-40B4-BE49-F238E27FC236}">
                <a16:creationId xmlns:a16="http://schemas.microsoft.com/office/drawing/2014/main" id="{2416A185-2D8D-1728-E2AC-0640FE2C9F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97101" y="838848"/>
            <a:ext cx="2268340" cy="22957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3975109-2303-A237-9394-2DBAB51E3A77}"/>
              </a:ext>
            </a:extLst>
          </p:cNvPr>
          <p:cNvSpPr txBox="1"/>
          <p:nvPr/>
        </p:nvSpPr>
        <p:spPr>
          <a:xfrm>
            <a:off x="2641181" y="1900226"/>
            <a:ext cx="1933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Server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D11791F0-C0EF-2B6C-5538-78F0A0502B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8557" y="1636342"/>
                <a:ext cx="5003510" cy="47069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C00000"/>
                    </a:solidFill>
                  </a:rPr>
                  <a:t>Step 1:</a:t>
                </a:r>
                <a:r>
                  <a:rPr lang="en-US" dirty="0"/>
                  <a:t> Server assigns exploration of “active arms” to agents.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Step 2: </a:t>
                </a:r>
                <a:r>
                  <a:rPr lang="en-US" dirty="0"/>
                  <a:t>Agents explore “active arms” and estimate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Step 3: </a:t>
                </a:r>
                <a:r>
                  <a:rPr lang="en-US" dirty="0"/>
                  <a:t>Server uses model estimates to prune active arm set.</a:t>
                </a:r>
                <a:endParaRPr lang="en-US" b="1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D11791F0-C0EF-2B6C-5538-78F0A0502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557" y="1636342"/>
                <a:ext cx="5003510" cy="4706978"/>
              </a:xfrm>
              <a:prstGeom prst="rect">
                <a:avLst/>
              </a:prstGeom>
              <a:blipFill>
                <a:blip r:embed="rId9"/>
                <a:stretch>
                  <a:fillRect l="-1951" t="-1940" r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7F0B1733-C219-D711-7A26-7CE4656F2D60}"/>
              </a:ext>
            </a:extLst>
          </p:cNvPr>
          <p:cNvSpPr/>
          <p:nvPr/>
        </p:nvSpPr>
        <p:spPr>
          <a:xfrm>
            <a:off x="2504834" y="2593249"/>
            <a:ext cx="743678" cy="107411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074981-2247-944D-95D4-18E7F00F32CC}"/>
              </a:ext>
            </a:extLst>
          </p:cNvPr>
          <p:cNvCxnSpPr>
            <a:cxnSpLocks/>
          </p:cNvCxnSpPr>
          <p:nvPr/>
        </p:nvCxnSpPr>
        <p:spPr>
          <a:xfrm>
            <a:off x="2863378" y="3705108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DF8C0-BDF0-7D3C-A58A-62A2A092A710}"/>
                  </a:ext>
                </a:extLst>
              </p:cNvPr>
              <p:cNvSpPr txBox="1"/>
              <p:nvPr/>
            </p:nvSpPr>
            <p:spPr>
              <a:xfrm flipH="1">
                <a:off x="2135514" y="2804101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DF8C0-BDF0-7D3C-A58A-62A2A092A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35514" y="2804101"/>
                <a:ext cx="1482318" cy="553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Down 12">
            <a:extLst>
              <a:ext uri="{FF2B5EF4-FFF2-40B4-BE49-F238E27FC236}">
                <a16:creationId xmlns:a16="http://schemas.microsoft.com/office/drawing/2014/main" id="{61879258-DD26-1332-3B17-0831EB6A6EDC}"/>
              </a:ext>
            </a:extLst>
          </p:cNvPr>
          <p:cNvSpPr/>
          <p:nvPr/>
        </p:nvSpPr>
        <p:spPr>
          <a:xfrm>
            <a:off x="2471552" y="3702222"/>
            <a:ext cx="834640" cy="575218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7" name="Graphic 16" descr="Gears with solid fill">
            <a:extLst>
              <a:ext uri="{FF2B5EF4-FFF2-40B4-BE49-F238E27FC236}">
                <a16:creationId xmlns:a16="http://schemas.microsoft.com/office/drawing/2014/main" id="{A8915254-BA23-C7EA-9A59-CF455B492E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734073">
            <a:off x="4023373" y="1288783"/>
            <a:ext cx="856240" cy="8665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79DDDD7-A29F-EF51-F714-BCC6B1FF8B66}"/>
              </a:ext>
            </a:extLst>
          </p:cNvPr>
          <p:cNvSpPr txBox="1"/>
          <p:nvPr/>
        </p:nvSpPr>
        <p:spPr>
          <a:xfrm flipH="1">
            <a:off x="1317339" y="4112797"/>
            <a:ext cx="13081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Epoch 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8FAF05-2460-9CAD-A58A-1EBD7BE6A51D}"/>
              </a:ext>
            </a:extLst>
          </p:cNvPr>
          <p:cNvCxnSpPr>
            <a:cxnSpLocks/>
          </p:cNvCxnSpPr>
          <p:nvPr/>
        </p:nvCxnSpPr>
        <p:spPr>
          <a:xfrm>
            <a:off x="976682" y="4112797"/>
            <a:ext cx="1664499" cy="0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2750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A840-EF32-2200-E651-081DA035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RCLB: Key Ideas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42897F-B494-76F6-41CC-8280C900FDF2}"/>
              </a:ext>
            </a:extLst>
          </p:cNvPr>
          <p:cNvCxnSpPr>
            <a:cxnSpLocks/>
          </p:cNvCxnSpPr>
          <p:nvPr/>
        </p:nvCxnSpPr>
        <p:spPr>
          <a:xfrm>
            <a:off x="929933" y="3989831"/>
            <a:ext cx="1933445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D1C0E0-A9F6-59C6-3134-033B09926702}"/>
              </a:ext>
            </a:extLst>
          </p:cNvPr>
          <p:cNvCxnSpPr>
            <a:cxnSpLocks/>
          </p:cNvCxnSpPr>
          <p:nvPr/>
        </p:nvCxnSpPr>
        <p:spPr>
          <a:xfrm>
            <a:off x="929933" y="3756488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937716E-D5A0-97A9-04E3-9DE4C1B941FD}"/>
              </a:ext>
            </a:extLst>
          </p:cNvPr>
          <p:cNvSpPr/>
          <p:nvPr/>
        </p:nvSpPr>
        <p:spPr>
          <a:xfrm>
            <a:off x="153582" y="1357230"/>
            <a:ext cx="1564190" cy="22591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/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=</m:t>
                      </m:r>
                      <m:r>
                        <a:rPr kumimoji="0" lang="en-US" sz="3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Calibri"/>
                        </a:rPr>
                        <m:t>𝒜</m:t>
                      </m:r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1057" y="2182098"/>
                <a:ext cx="1482318" cy="553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CB2AC853-CF7C-9643-2F3F-5FBA999A4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1552" y="4263293"/>
            <a:ext cx="856240" cy="866577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49F52738-2CDD-6EBE-65C4-B2D52BB48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351" y="4968076"/>
            <a:ext cx="856240" cy="866577"/>
          </a:xfrm>
          <a:prstGeom prst="rect">
            <a:avLst/>
          </a:prstGeom>
        </p:spPr>
      </p:pic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5FD6F136-046D-0099-0BF9-429CABC50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2700" y="5704673"/>
            <a:ext cx="856240" cy="866577"/>
          </a:xfrm>
          <a:prstGeom prst="rect">
            <a:avLst/>
          </a:prstGeom>
        </p:spPr>
      </p:pic>
      <p:pic>
        <p:nvPicPr>
          <p:cNvPr id="20" name="Graphic 19" descr="Cloud outline">
            <a:extLst>
              <a:ext uri="{FF2B5EF4-FFF2-40B4-BE49-F238E27FC236}">
                <a16:creationId xmlns:a16="http://schemas.microsoft.com/office/drawing/2014/main" id="{2416A185-2D8D-1728-E2AC-0640FE2C9F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97101" y="838848"/>
            <a:ext cx="2268340" cy="22957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3975109-2303-A237-9394-2DBAB51E3A77}"/>
              </a:ext>
            </a:extLst>
          </p:cNvPr>
          <p:cNvSpPr txBox="1"/>
          <p:nvPr/>
        </p:nvSpPr>
        <p:spPr>
          <a:xfrm>
            <a:off x="2641181" y="1900226"/>
            <a:ext cx="19334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Server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0B1733-C219-D711-7A26-7CE4656F2D60}"/>
              </a:ext>
            </a:extLst>
          </p:cNvPr>
          <p:cNvSpPr/>
          <p:nvPr/>
        </p:nvSpPr>
        <p:spPr>
          <a:xfrm>
            <a:off x="2504834" y="2595355"/>
            <a:ext cx="743678" cy="107411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074981-2247-944D-95D4-18E7F00F32CC}"/>
              </a:ext>
            </a:extLst>
          </p:cNvPr>
          <p:cNvCxnSpPr>
            <a:cxnSpLocks/>
          </p:cNvCxnSpPr>
          <p:nvPr/>
        </p:nvCxnSpPr>
        <p:spPr>
          <a:xfrm>
            <a:off x="2863378" y="3756488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DF8C0-BDF0-7D3C-A58A-62A2A092A710}"/>
                  </a:ext>
                </a:extLst>
              </p:cNvPr>
              <p:cNvSpPr txBox="1"/>
              <p:nvPr/>
            </p:nvSpPr>
            <p:spPr>
              <a:xfrm flipH="1">
                <a:off x="2135514" y="2804101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DF8C0-BDF0-7D3C-A58A-62A2A092A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35514" y="2804101"/>
                <a:ext cx="1482318" cy="553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54EC59-E422-149E-289C-A6C4B3144931}"/>
              </a:ext>
            </a:extLst>
          </p:cNvPr>
          <p:cNvCxnSpPr>
            <a:cxnSpLocks/>
          </p:cNvCxnSpPr>
          <p:nvPr/>
        </p:nvCxnSpPr>
        <p:spPr>
          <a:xfrm>
            <a:off x="2884280" y="3989831"/>
            <a:ext cx="1933445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C6A2EB-5D4C-C72B-5C49-562A790B9B0B}"/>
              </a:ext>
            </a:extLst>
          </p:cNvPr>
          <p:cNvCxnSpPr>
            <a:cxnSpLocks/>
          </p:cNvCxnSpPr>
          <p:nvPr/>
        </p:nvCxnSpPr>
        <p:spPr>
          <a:xfrm>
            <a:off x="4796823" y="3989831"/>
            <a:ext cx="1933445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53E5FCC-90A5-513E-31B0-61B584EA8DFF}"/>
              </a:ext>
            </a:extLst>
          </p:cNvPr>
          <p:cNvSpPr/>
          <p:nvPr/>
        </p:nvSpPr>
        <p:spPr>
          <a:xfrm>
            <a:off x="6441376" y="2854741"/>
            <a:ext cx="577784" cy="83450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EC0C2F-9CFA-CECB-92F8-91CC67D7737B}"/>
                  </a:ext>
                </a:extLst>
              </p:cNvPr>
              <p:cNvSpPr txBox="1"/>
              <p:nvPr/>
            </p:nvSpPr>
            <p:spPr>
              <a:xfrm flipH="1">
                <a:off x="5989109" y="2969150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EC0C2F-9CFA-CECB-92F8-91CC67D77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89109" y="2969150"/>
                <a:ext cx="1482318" cy="553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F0E920-5A6C-85D5-AB5C-1B679EE6441D}"/>
              </a:ext>
            </a:extLst>
          </p:cNvPr>
          <p:cNvCxnSpPr>
            <a:cxnSpLocks/>
          </p:cNvCxnSpPr>
          <p:nvPr/>
        </p:nvCxnSpPr>
        <p:spPr>
          <a:xfrm>
            <a:off x="6730268" y="3756488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894FD859-5557-B4A8-3259-9EAE17B680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549" y="4543685"/>
            <a:ext cx="2142068" cy="171535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9D7467-3AED-B994-2211-453875854909}"/>
              </a:ext>
            </a:extLst>
          </p:cNvPr>
          <p:cNvCxnSpPr>
            <a:cxnSpLocks/>
          </p:cNvCxnSpPr>
          <p:nvPr/>
        </p:nvCxnSpPr>
        <p:spPr>
          <a:xfrm>
            <a:off x="3114330" y="4178624"/>
            <a:ext cx="3458901" cy="0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D9AC23-5DF0-71E5-3CB4-7623610FD36A}"/>
              </a:ext>
            </a:extLst>
          </p:cNvPr>
          <p:cNvSpPr txBox="1"/>
          <p:nvPr/>
        </p:nvSpPr>
        <p:spPr>
          <a:xfrm flipH="1">
            <a:off x="4084927" y="4112798"/>
            <a:ext cx="13081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  Epoch 2</a:t>
            </a:r>
          </a:p>
        </p:txBody>
      </p:sp>
      <p:pic>
        <p:nvPicPr>
          <p:cNvPr id="22" name="Graphic 21" descr="Gears with solid fill">
            <a:extLst>
              <a:ext uri="{FF2B5EF4-FFF2-40B4-BE49-F238E27FC236}">
                <a16:creationId xmlns:a16="http://schemas.microsoft.com/office/drawing/2014/main" id="{117CB4EE-3DF6-5DA5-7573-81811117AC2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738740">
            <a:off x="6068867" y="4875464"/>
            <a:ext cx="856240" cy="8665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45EC505-ED76-F1EC-BE95-C1A7DBD51AC6}"/>
                  </a:ext>
                </a:extLst>
              </p:cNvPr>
              <p:cNvSpPr txBox="1"/>
              <p:nvPr/>
            </p:nvSpPr>
            <p:spPr>
              <a:xfrm flipH="1">
                <a:off x="6619579" y="4392996"/>
                <a:ext cx="975452" cy="5939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acc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en-US" sz="2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45EC505-ED76-F1EC-BE95-C1A7DBD51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19579" y="4392996"/>
                <a:ext cx="975452" cy="5939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DCFC56-9BA4-0995-29A4-2804A0CA6AF6}"/>
                  </a:ext>
                </a:extLst>
              </p:cNvPr>
              <p:cNvSpPr txBox="1"/>
              <p:nvPr/>
            </p:nvSpPr>
            <p:spPr>
              <a:xfrm flipH="1">
                <a:off x="6619579" y="5781458"/>
                <a:ext cx="975452" cy="604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acc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𝑀</m:t>
                          </m:r>
                        </m:sub>
                        <m:sup>
                          <m:d>
                            <m:dPr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en-US" sz="2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DCFC56-9BA4-0995-29A4-2804A0CA6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19579" y="5781458"/>
                <a:ext cx="975452" cy="6049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D6EFE9C-FFEE-B41C-0C06-0DD388612F6C}"/>
              </a:ext>
            </a:extLst>
          </p:cNvPr>
          <p:cNvSpPr txBox="1"/>
          <p:nvPr/>
        </p:nvSpPr>
        <p:spPr>
          <a:xfrm flipH="1">
            <a:off x="6785825" y="5173340"/>
            <a:ext cx="94471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(*)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1AC20D-7C34-DDB7-C2E3-B23BE660B6B4}"/>
              </a:ext>
            </a:extLst>
          </p:cNvPr>
          <p:cNvSpPr txBox="1"/>
          <p:nvPr/>
        </p:nvSpPr>
        <p:spPr>
          <a:xfrm flipH="1">
            <a:off x="7730541" y="3689249"/>
            <a:ext cx="1321820" cy="4666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….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D103D8-30E8-EC41-4281-9B207AACD292}"/>
              </a:ext>
            </a:extLst>
          </p:cNvPr>
          <p:cNvSpPr txBox="1"/>
          <p:nvPr/>
        </p:nvSpPr>
        <p:spPr>
          <a:xfrm flipH="1">
            <a:off x="1317339" y="4112797"/>
            <a:ext cx="13081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Epoch 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F46E4D4-9613-1718-223D-904E3CA23646}"/>
              </a:ext>
            </a:extLst>
          </p:cNvPr>
          <p:cNvCxnSpPr>
            <a:cxnSpLocks/>
          </p:cNvCxnSpPr>
          <p:nvPr/>
        </p:nvCxnSpPr>
        <p:spPr>
          <a:xfrm>
            <a:off x="1064405" y="4178624"/>
            <a:ext cx="1664499" cy="0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8055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23" grpId="0"/>
      <p:bldP spid="25" grpId="0"/>
      <p:bldP spid="27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54FE-7AF8-7574-9BF7-274B209C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RCLB: Missing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A113E-6D76-9026-9684-0023F85F8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9160"/>
            <a:ext cx="10515600" cy="470697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Q. </a:t>
            </a:r>
            <a:r>
              <a:rPr lang="en-US" dirty="0"/>
              <a:t>Sampling strategy in each epoch?</a:t>
            </a:r>
          </a:p>
          <a:p>
            <a:r>
              <a:rPr lang="en-US" b="1" dirty="0">
                <a:solidFill>
                  <a:srgbClr val="C00000"/>
                </a:solidFill>
              </a:rPr>
              <a:t>Q. </a:t>
            </a:r>
            <a:r>
              <a:rPr lang="en-US" dirty="0"/>
              <a:t>Model estimation strategy?</a:t>
            </a:r>
          </a:p>
          <a:p>
            <a:r>
              <a:rPr lang="en-US" b="1" dirty="0">
                <a:solidFill>
                  <a:srgbClr val="C00000"/>
                </a:solidFill>
              </a:rPr>
              <a:t>Q. </a:t>
            </a:r>
            <a:r>
              <a:rPr lang="en-US" dirty="0"/>
              <a:t>Construction of Robust Arm-Payoffs?</a:t>
            </a:r>
          </a:p>
          <a:p>
            <a:r>
              <a:rPr lang="en-US" b="1" dirty="0">
                <a:solidFill>
                  <a:srgbClr val="C00000"/>
                </a:solidFill>
              </a:rPr>
              <a:t>Q. </a:t>
            </a:r>
            <a:r>
              <a:rPr lang="en-US" dirty="0"/>
              <a:t>Construction of Robust Confidence Intervals?</a:t>
            </a:r>
          </a:p>
          <a:p>
            <a:r>
              <a:rPr lang="en-US" b="1" dirty="0">
                <a:solidFill>
                  <a:srgbClr val="C00000"/>
                </a:solidFill>
              </a:rPr>
              <a:t>Q. </a:t>
            </a:r>
            <a:r>
              <a:rPr lang="en-US" dirty="0"/>
              <a:t>Arm Elimination strategy?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24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DEA2CC17-0524-C9F0-B417-8660AD0AF76F}"/>
              </a:ext>
            </a:extLst>
          </p:cNvPr>
          <p:cNvGrpSpPr/>
          <p:nvPr/>
        </p:nvGrpSpPr>
        <p:grpSpPr>
          <a:xfrm>
            <a:off x="619095" y="2676183"/>
            <a:ext cx="1564190" cy="2259195"/>
            <a:chOff x="619095" y="2676183"/>
            <a:chExt cx="1564190" cy="225919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9963271-5EF6-B6B4-2705-24E7032FDF2E}"/>
                </a:ext>
              </a:extLst>
            </p:cNvPr>
            <p:cNvSpPr/>
            <p:nvPr/>
          </p:nvSpPr>
          <p:spPr>
            <a:xfrm>
              <a:off x="619095" y="2676183"/>
              <a:ext cx="1564190" cy="225919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6C7678F-0870-D56D-BEC4-6E2B79EAF2FC}"/>
                    </a:ext>
                  </a:extLst>
                </p:cNvPr>
                <p:cNvSpPr txBox="1"/>
                <p:nvPr/>
              </p:nvSpPr>
              <p:spPr>
                <a:xfrm flipH="1">
                  <a:off x="619095" y="3478883"/>
                  <a:ext cx="1482318" cy="5539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3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3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𝒜</m:t>
                            </m:r>
                          </m:e>
                          <m:sub>
                            <m:r>
                              <a:rPr kumimoji="0" lang="en-US" sz="3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ℓ</m:t>
                            </m:r>
                          </m:sub>
                        </m:sSub>
                      </m:oMath>
                    </m:oMathPara>
                  </a14:m>
                  <a:endParaRPr kumimoji="0" lang="en-US" sz="3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6C7678F-0870-D56D-BEC4-6E2B79EAF2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19095" y="3478883"/>
                  <a:ext cx="1482318" cy="55399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924B464-BD03-4B9D-C9B1-784C7D15FD7B}"/>
                </a:ext>
              </a:extLst>
            </p:cNvPr>
            <p:cNvSpPr/>
            <p:nvPr/>
          </p:nvSpPr>
          <p:spPr>
            <a:xfrm flipV="1">
              <a:off x="958734" y="3131166"/>
              <a:ext cx="133004" cy="1274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92CF9AC-3085-24C5-C454-1680A7EC2A1C}"/>
                </a:ext>
              </a:extLst>
            </p:cNvPr>
            <p:cNvSpPr/>
            <p:nvPr/>
          </p:nvSpPr>
          <p:spPr>
            <a:xfrm flipV="1">
              <a:off x="1731818" y="3241294"/>
              <a:ext cx="133004" cy="1274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B17B60D-37E8-C0AD-38C3-BF23C1EEF60D}"/>
                </a:ext>
              </a:extLst>
            </p:cNvPr>
            <p:cNvSpPr/>
            <p:nvPr/>
          </p:nvSpPr>
          <p:spPr>
            <a:xfrm flipV="1">
              <a:off x="1665316" y="4292935"/>
              <a:ext cx="133004" cy="1274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C9F3935-2DFB-EA0E-3D5F-424D53A245ED}"/>
                </a:ext>
              </a:extLst>
            </p:cNvPr>
            <p:cNvSpPr/>
            <p:nvPr/>
          </p:nvSpPr>
          <p:spPr>
            <a:xfrm flipV="1">
              <a:off x="825730" y="3755881"/>
              <a:ext cx="133004" cy="1274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8F42E83-4BB3-377C-CDBF-2169D3569F99}"/>
                    </a:ext>
                  </a:extLst>
                </p:cNvPr>
                <p:cNvSpPr txBox="1"/>
                <p:nvPr/>
              </p:nvSpPr>
              <p:spPr>
                <a:xfrm>
                  <a:off x="1574940" y="3316289"/>
                  <a:ext cx="5264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8F42E83-4BB3-377C-CDBF-2169D3569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940" y="3316289"/>
                  <a:ext cx="526473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E283F15-CF14-9B1D-1CED-3B07231B2AC1}"/>
                    </a:ext>
                  </a:extLst>
                </p:cNvPr>
                <p:cNvSpPr txBox="1"/>
                <p:nvPr/>
              </p:nvSpPr>
              <p:spPr>
                <a:xfrm>
                  <a:off x="1196615" y="4105936"/>
                  <a:ext cx="5264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E283F15-CF14-9B1D-1CED-3B07231B2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615" y="4105936"/>
                  <a:ext cx="52647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09B856-73D8-B064-F46A-E8C94914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for Phased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E66D64-57D6-F761-C318-BD0CC04BB2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1244"/>
                <a:ext cx="10306396" cy="850217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Main Idea: </a:t>
                </a:r>
                <a:r>
                  <a:rPr lang="en-US" dirty="0">
                    <a:solidFill>
                      <a:schemeClr val="tx1"/>
                    </a:solidFill>
                  </a:rPr>
                  <a:t>At the end of epoch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ℓ,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want to only retain arms that are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away from optimal arm,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E66D64-57D6-F761-C318-BD0CC04BB2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1244"/>
                <a:ext cx="10306396" cy="850217"/>
              </a:xfrm>
              <a:blipFill>
                <a:blip r:embed="rId5"/>
                <a:stretch>
                  <a:fillRect l="-947" t="-13669" r="-296" b="-6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2D1144-7732-3168-54BB-07C35E216AE1}"/>
              </a:ext>
            </a:extLst>
          </p:cNvPr>
          <p:cNvSpPr/>
          <p:nvPr/>
        </p:nvSpPr>
        <p:spPr>
          <a:xfrm>
            <a:off x="1787299" y="2936669"/>
            <a:ext cx="5468191" cy="797427"/>
          </a:xfrm>
          <a:custGeom>
            <a:avLst/>
            <a:gdLst>
              <a:gd name="connsiteX0" fmla="*/ 6446 w 5415260"/>
              <a:gd name="connsiteY0" fmla="*/ 382070 h 947336"/>
              <a:gd name="connsiteX1" fmla="*/ 865428 w 5415260"/>
              <a:gd name="connsiteY1" fmla="*/ 21852 h 947336"/>
              <a:gd name="connsiteX2" fmla="*/ 5415260 w 5415260"/>
              <a:gd name="connsiteY2" fmla="*/ 947336 h 947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5260" h="947336">
                <a:moveTo>
                  <a:pt x="6446" y="382070"/>
                </a:moveTo>
                <a:cubicBezTo>
                  <a:pt x="-14798" y="154855"/>
                  <a:pt x="-36041" y="-72359"/>
                  <a:pt x="865428" y="21852"/>
                </a:cubicBezTo>
                <a:cubicBezTo>
                  <a:pt x="1766897" y="116063"/>
                  <a:pt x="3591078" y="531699"/>
                  <a:pt x="5415260" y="947336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F874F4A-C9D6-32B3-BEB0-1490B6CE51B3}"/>
              </a:ext>
            </a:extLst>
          </p:cNvPr>
          <p:cNvSpPr/>
          <p:nvPr/>
        </p:nvSpPr>
        <p:spPr>
          <a:xfrm>
            <a:off x="1754225" y="4219022"/>
            <a:ext cx="3076613" cy="697157"/>
          </a:xfrm>
          <a:custGeom>
            <a:avLst/>
            <a:gdLst>
              <a:gd name="connsiteX0" fmla="*/ 0 w 3230880"/>
              <a:gd name="connsiteY0" fmla="*/ 365760 h 1285338"/>
              <a:gd name="connsiteX1" fmla="*/ 1607128 w 3230880"/>
              <a:gd name="connsiteY1" fmla="*/ 1280160 h 1285338"/>
              <a:gd name="connsiteX2" fmla="*/ 3230880 w 3230880"/>
              <a:gd name="connsiteY2" fmla="*/ 0 h 128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0880" h="1285338">
                <a:moveTo>
                  <a:pt x="0" y="365760"/>
                </a:moveTo>
                <a:cubicBezTo>
                  <a:pt x="534324" y="853440"/>
                  <a:pt x="1068648" y="1341120"/>
                  <a:pt x="1607128" y="1280160"/>
                </a:cubicBezTo>
                <a:cubicBezTo>
                  <a:pt x="2145608" y="1219200"/>
                  <a:pt x="2688244" y="609600"/>
                  <a:pt x="3230880" y="0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03A6B1-8E28-9074-DFA9-69640D1DA30E}"/>
              </a:ext>
            </a:extLst>
          </p:cNvPr>
          <p:cNvGrpSpPr/>
          <p:nvPr/>
        </p:nvGrpSpPr>
        <p:grpSpPr>
          <a:xfrm>
            <a:off x="3292532" y="2514236"/>
            <a:ext cx="6373091" cy="1785883"/>
            <a:chOff x="3292532" y="2514236"/>
            <a:chExt cx="6373091" cy="178588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0384AFF-0528-D3FD-EB88-BDB6CFB121A8}"/>
                </a:ext>
              </a:extLst>
            </p:cNvPr>
            <p:cNvCxnSpPr/>
            <p:nvPr/>
          </p:nvCxnSpPr>
          <p:spPr>
            <a:xfrm>
              <a:off x="3292532" y="3883343"/>
              <a:ext cx="6373091" cy="4117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056D455-60AD-1E0A-FC9D-84AA6A388A63}"/>
                    </a:ext>
                  </a:extLst>
                </p:cNvPr>
                <p:cNvSpPr txBox="1"/>
                <p:nvPr/>
              </p:nvSpPr>
              <p:spPr>
                <a:xfrm>
                  <a:off x="3682739" y="3837889"/>
                  <a:ext cx="2283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056D455-60AD-1E0A-FC9D-84AA6A388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2739" y="3837889"/>
                  <a:ext cx="2283229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7466D7-28EA-457A-611F-5B5F93B7F43E}"/>
                    </a:ext>
                  </a:extLst>
                </p:cNvPr>
                <p:cNvSpPr txBox="1"/>
                <p:nvPr/>
              </p:nvSpPr>
              <p:spPr>
                <a:xfrm>
                  <a:off x="6096000" y="3838454"/>
                  <a:ext cx="22832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7466D7-28EA-457A-611F-5B5F93B7F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838454"/>
                  <a:ext cx="2283229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CDC4247-113A-C8F8-BD16-DB3F783A2AA0}"/>
                </a:ext>
              </a:extLst>
            </p:cNvPr>
            <p:cNvCxnSpPr/>
            <p:nvPr/>
          </p:nvCxnSpPr>
          <p:spPr>
            <a:xfrm>
              <a:off x="4805157" y="3671955"/>
              <a:ext cx="0" cy="44178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28E3D0A-2802-0E27-F3F6-939B4E8DBEC9}"/>
                </a:ext>
              </a:extLst>
            </p:cNvPr>
            <p:cNvCxnSpPr/>
            <p:nvPr/>
          </p:nvCxnSpPr>
          <p:spPr>
            <a:xfrm>
              <a:off x="7237614" y="3688761"/>
              <a:ext cx="0" cy="44178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E277AF-FB89-F5F6-313E-21F45FC7F619}"/>
                </a:ext>
              </a:extLst>
            </p:cNvPr>
            <p:cNvSpPr txBox="1"/>
            <p:nvPr/>
          </p:nvSpPr>
          <p:spPr>
            <a:xfrm>
              <a:off x="3931468" y="3564294"/>
              <a:ext cx="5708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(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0FA17D-6BB2-3896-D8C4-C3FE302068C3}"/>
                </a:ext>
              </a:extLst>
            </p:cNvPr>
            <p:cNvSpPr txBox="1"/>
            <p:nvPr/>
          </p:nvSpPr>
          <p:spPr>
            <a:xfrm rot="10800000">
              <a:off x="5131472" y="3634247"/>
              <a:ext cx="5708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(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616A134-23E1-9885-2151-3E9B0BEF9E41}"/>
                </a:ext>
              </a:extLst>
            </p:cNvPr>
            <p:cNvSpPr txBox="1"/>
            <p:nvPr/>
          </p:nvSpPr>
          <p:spPr>
            <a:xfrm>
              <a:off x="6249007" y="3590955"/>
              <a:ext cx="5708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(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3B6B8A-5BBE-747A-DEC5-0BB0223593B2}"/>
                </a:ext>
              </a:extLst>
            </p:cNvPr>
            <p:cNvSpPr txBox="1"/>
            <p:nvPr/>
          </p:nvSpPr>
          <p:spPr>
            <a:xfrm rot="10800000">
              <a:off x="7670607" y="3655626"/>
              <a:ext cx="5708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(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6E9369D-F737-1324-9710-FA4D6B7AF042}"/>
                </a:ext>
              </a:extLst>
            </p:cNvPr>
            <p:cNvCxnSpPr>
              <a:cxnSpLocks/>
            </p:cNvCxnSpPr>
            <p:nvPr/>
          </p:nvCxnSpPr>
          <p:spPr>
            <a:xfrm>
              <a:off x="6357256" y="2749551"/>
              <a:ext cx="0" cy="1179103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9EB71F5-D47D-037A-8E8E-EEC8A99EF1A3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4" y="2749551"/>
              <a:ext cx="0" cy="1098628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386445A-24E2-06C9-47F8-4CC390B43A08}"/>
                </a:ext>
              </a:extLst>
            </p:cNvPr>
            <p:cNvCxnSpPr>
              <a:cxnSpLocks/>
            </p:cNvCxnSpPr>
            <p:nvPr/>
          </p:nvCxnSpPr>
          <p:spPr>
            <a:xfrm>
              <a:off x="6357256" y="2980037"/>
              <a:ext cx="88035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8275B72-D5F7-D90C-4E49-C0C0366C8B1C}"/>
                    </a:ext>
                  </a:extLst>
                </p:cNvPr>
                <p:cNvSpPr txBox="1"/>
                <p:nvPr/>
              </p:nvSpPr>
              <p:spPr>
                <a:xfrm>
                  <a:off x="6616201" y="2514236"/>
                  <a:ext cx="4844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8275B72-D5F7-D90C-4E49-C0C0366C8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6201" y="2514236"/>
                  <a:ext cx="484413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20A13CD9-54EE-C998-9DCF-AE760E5C94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598" y="5210683"/>
                <a:ext cx="10515600" cy="14473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# of times arm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 is sampled: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Each agent samples arm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 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times. 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(Distributed Exploration)</a:t>
                </a: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20A13CD9-54EE-C998-9DCF-AE760E5C9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98" y="5210683"/>
                <a:ext cx="10515600" cy="1447386"/>
              </a:xfrm>
              <a:prstGeom prst="rect">
                <a:avLst/>
              </a:prstGeom>
              <a:blipFill>
                <a:blip r:embed="rId10"/>
                <a:stretch>
                  <a:fillRect l="-870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val 47">
            <a:extLst>
              <a:ext uri="{FF2B5EF4-FFF2-40B4-BE49-F238E27FC236}">
                <a16:creationId xmlns:a16="http://schemas.microsoft.com/office/drawing/2014/main" id="{59556753-1669-050F-D206-1EC597BA55C5}"/>
              </a:ext>
            </a:extLst>
          </p:cNvPr>
          <p:cNvSpPr/>
          <p:nvPr/>
        </p:nvSpPr>
        <p:spPr>
          <a:xfrm>
            <a:off x="6683829" y="5165271"/>
            <a:ext cx="702128" cy="461665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443247-CC65-02AE-54C2-366DDE50AB0F}"/>
              </a:ext>
            </a:extLst>
          </p:cNvPr>
          <p:cNvCxnSpPr>
            <a:cxnSpLocks/>
            <a:stCxn id="48" idx="7"/>
          </p:cNvCxnSpPr>
          <p:nvPr/>
        </p:nvCxnSpPr>
        <p:spPr>
          <a:xfrm flipV="1">
            <a:off x="7283133" y="4874018"/>
            <a:ext cx="661133" cy="358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0D61EA9-B301-B453-4FDD-61310FEEC02D}"/>
              </a:ext>
            </a:extLst>
          </p:cNvPr>
          <p:cNvSpPr txBox="1"/>
          <p:nvPr/>
        </p:nvSpPr>
        <p:spPr>
          <a:xfrm>
            <a:off x="7859486" y="4554402"/>
            <a:ext cx="34208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Optimal Experiment Design</a:t>
            </a:r>
          </a:p>
        </p:txBody>
      </p:sp>
    </p:spTree>
    <p:extLst>
      <p:ext uri="{BB962C8B-B14F-4D97-AF65-F5344CB8AC3E}">
        <p14:creationId xmlns:p14="http://schemas.microsoft.com/office/powerpoint/2010/main" val="255563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48" grpId="0" animBg="1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A840-EF32-2200-E651-081DA035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Model Estimation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42897F-B494-76F6-41CC-8280C900FDF2}"/>
              </a:ext>
            </a:extLst>
          </p:cNvPr>
          <p:cNvCxnSpPr>
            <a:cxnSpLocks/>
          </p:cNvCxnSpPr>
          <p:nvPr/>
        </p:nvCxnSpPr>
        <p:spPr>
          <a:xfrm>
            <a:off x="929933" y="3989831"/>
            <a:ext cx="1933445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D1C0E0-A9F6-59C6-3134-033B09926702}"/>
              </a:ext>
            </a:extLst>
          </p:cNvPr>
          <p:cNvCxnSpPr>
            <a:cxnSpLocks/>
          </p:cNvCxnSpPr>
          <p:nvPr/>
        </p:nvCxnSpPr>
        <p:spPr>
          <a:xfrm>
            <a:off x="929933" y="3756488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937716E-D5A0-97A9-04E3-9DE4C1B941FD}"/>
              </a:ext>
            </a:extLst>
          </p:cNvPr>
          <p:cNvSpPr/>
          <p:nvPr/>
        </p:nvSpPr>
        <p:spPr>
          <a:xfrm>
            <a:off x="2081283" y="1364064"/>
            <a:ext cx="1564190" cy="22591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/>
              <p:nvPr/>
            </p:nvSpPr>
            <p:spPr>
              <a:xfrm flipH="1">
                <a:off x="2122219" y="2162470"/>
                <a:ext cx="1482318" cy="553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𝒜</m:t>
                          </m:r>
                        </m:e>
                        <m:sub>
                          <m:r>
                            <a:rPr kumimoji="0" lang="en-US" sz="3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Calibri"/>
                            </a:rPr>
                            <m:t>ℓ</m:t>
                          </m:r>
                        </m:sub>
                      </m:sSub>
                    </m:oMath>
                  </m:oMathPara>
                </a14:m>
                <a:endParaRPr kumimoji="0" lang="en-US" sz="3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Calibri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AF1F8E-D219-484E-F6FE-03BF8E69E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22219" y="2162470"/>
                <a:ext cx="1482318" cy="553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phic 13" descr="User with solid fill">
            <a:extLst>
              <a:ext uri="{FF2B5EF4-FFF2-40B4-BE49-F238E27FC236}">
                <a16:creationId xmlns:a16="http://schemas.microsoft.com/office/drawing/2014/main" id="{CB2AC853-CF7C-9643-2F3F-5FBA999A4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9900" y="5373670"/>
            <a:ext cx="856240" cy="86657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074981-2247-944D-95D4-18E7F00F32CC}"/>
              </a:ext>
            </a:extLst>
          </p:cNvPr>
          <p:cNvCxnSpPr>
            <a:cxnSpLocks/>
          </p:cNvCxnSpPr>
          <p:nvPr/>
        </p:nvCxnSpPr>
        <p:spPr>
          <a:xfrm>
            <a:off x="1693164" y="3753070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54EC59-E422-149E-289C-A6C4B3144931}"/>
              </a:ext>
            </a:extLst>
          </p:cNvPr>
          <p:cNvCxnSpPr>
            <a:cxnSpLocks/>
          </p:cNvCxnSpPr>
          <p:nvPr/>
        </p:nvCxnSpPr>
        <p:spPr>
          <a:xfrm>
            <a:off x="2863378" y="3988122"/>
            <a:ext cx="1933445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C6A2EB-5D4C-C72B-5C49-562A790B9B0B}"/>
              </a:ext>
            </a:extLst>
          </p:cNvPr>
          <p:cNvCxnSpPr>
            <a:cxnSpLocks/>
          </p:cNvCxnSpPr>
          <p:nvPr/>
        </p:nvCxnSpPr>
        <p:spPr>
          <a:xfrm>
            <a:off x="4796823" y="3989831"/>
            <a:ext cx="1933445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F0E920-5A6C-85D5-AB5C-1B679EE6441D}"/>
              </a:ext>
            </a:extLst>
          </p:cNvPr>
          <p:cNvCxnSpPr>
            <a:cxnSpLocks/>
          </p:cNvCxnSpPr>
          <p:nvPr/>
        </p:nvCxnSpPr>
        <p:spPr>
          <a:xfrm>
            <a:off x="6730268" y="3756488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D9AC23-5DF0-71E5-3CB4-7623610FD36A}"/>
                  </a:ext>
                </a:extLst>
              </p:cNvPr>
              <p:cNvSpPr txBox="1"/>
              <p:nvPr/>
            </p:nvSpPr>
            <p:spPr>
              <a:xfrm flipH="1">
                <a:off x="4084927" y="4112798"/>
                <a:ext cx="130815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Epoch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D9AC23-5DF0-71E5-3CB4-7623610FD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084927" y="4112798"/>
                <a:ext cx="1308154" cy="430887"/>
              </a:xfrm>
              <a:prstGeom prst="rect">
                <a:avLst/>
              </a:prstGeom>
              <a:blipFill>
                <a:blip r:embed="rId5"/>
                <a:stretch>
                  <a:fillRect l="-6047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DCFC56-9BA4-0995-29A4-2804A0CA6AF6}"/>
                  </a:ext>
                </a:extLst>
              </p:cNvPr>
              <p:cNvSpPr txBox="1"/>
              <p:nvPr/>
            </p:nvSpPr>
            <p:spPr>
              <a:xfrm flipH="1">
                <a:off x="8630262" y="5661984"/>
                <a:ext cx="975452" cy="604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acc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en-US" sz="2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DCFC56-9BA4-0995-29A4-2804A0CA6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30262" y="5661984"/>
                <a:ext cx="975452" cy="6049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071AC20D-7C34-DDB7-C2E3-B23BE660B6B4}"/>
              </a:ext>
            </a:extLst>
          </p:cNvPr>
          <p:cNvSpPr txBox="1"/>
          <p:nvPr/>
        </p:nvSpPr>
        <p:spPr>
          <a:xfrm flipH="1">
            <a:off x="2027657" y="3843313"/>
            <a:ext cx="1321820" cy="4666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6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….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71C145-6509-5065-BCC8-47D71B8A59AB}"/>
              </a:ext>
            </a:extLst>
          </p:cNvPr>
          <p:cNvCxnSpPr>
            <a:cxnSpLocks/>
          </p:cNvCxnSpPr>
          <p:nvPr/>
        </p:nvCxnSpPr>
        <p:spPr>
          <a:xfrm>
            <a:off x="2955906" y="3754779"/>
            <a:ext cx="0" cy="466686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C58BC0-ED2B-B6FA-C7DB-E6EA15E0FD65}"/>
                  </a:ext>
                </a:extLst>
              </p:cNvPr>
              <p:cNvSpPr txBox="1"/>
              <p:nvPr/>
            </p:nvSpPr>
            <p:spPr>
              <a:xfrm>
                <a:off x="3830100" y="4920895"/>
                <a:ext cx="6096000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C58BC0-ED2B-B6FA-C7DB-E6EA15E0F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0" y="4920895"/>
                <a:ext cx="6096000" cy="5402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64FD26-E207-604E-B2D4-376111034B08}"/>
              </a:ext>
            </a:extLst>
          </p:cNvPr>
          <p:cNvSpPr/>
          <p:nvPr/>
        </p:nvSpPr>
        <p:spPr>
          <a:xfrm rot="10800000">
            <a:off x="2955047" y="3988122"/>
            <a:ext cx="3775221" cy="1356313"/>
          </a:xfrm>
          <a:prstGeom prst="triangl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37AE98E-12DA-011F-F18A-0F7EB56CDEDE}"/>
                  </a:ext>
                </a:extLst>
              </p:cNvPr>
              <p:cNvSpPr txBox="1"/>
              <p:nvPr/>
            </p:nvSpPr>
            <p:spPr>
              <a:xfrm>
                <a:off x="4302755" y="6155532"/>
                <a:ext cx="2084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Agent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37AE98E-12DA-011F-F18A-0F7EB56CD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755" y="6155532"/>
                <a:ext cx="2084614" cy="461665"/>
              </a:xfrm>
              <a:prstGeom prst="rect">
                <a:avLst/>
              </a:prstGeom>
              <a:blipFill>
                <a:blip r:embed="rId8"/>
                <a:stretch>
                  <a:fillRect l="-467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row: Down 34">
            <a:extLst>
              <a:ext uri="{FF2B5EF4-FFF2-40B4-BE49-F238E27FC236}">
                <a16:creationId xmlns:a16="http://schemas.microsoft.com/office/drawing/2014/main" id="{2DFD490D-3155-B0CF-D1F2-5DCD201962EF}"/>
              </a:ext>
            </a:extLst>
          </p:cNvPr>
          <p:cNvSpPr/>
          <p:nvPr/>
        </p:nvSpPr>
        <p:spPr>
          <a:xfrm rot="18038664">
            <a:off x="5570494" y="4430829"/>
            <a:ext cx="514526" cy="552681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4E340BA-3659-FB7C-8ADE-E2C137B5742B}"/>
              </a:ext>
            </a:extLst>
          </p:cNvPr>
          <p:cNvSpPr/>
          <p:nvPr/>
        </p:nvSpPr>
        <p:spPr>
          <a:xfrm rot="18038664">
            <a:off x="8058550" y="5468524"/>
            <a:ext cx="514526" cy="552681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D5CCE1A-7442-3936-A363-426E4FC00F2B}"/>
                  </a:ext>
                </a:extLst>
              </p:cNvPr>
              <p:cNvSpPr txBox="1"/>
              <p:nvPr/>
            </p:nvSpPr>
            <p:spPr>
              <a:xfrm>
                <a:off x="6196635" y="4313082"/>
                <a:ext cx="26096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Collect all observations from epoch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D5CCE1A-7442-3936-A363-426E4FC00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635" y="4313082"/>
                <a:ext cx="2609674" cy="707886"/>
              </a:xfrm>
              <a:prstGeom prst="rect">
                <a:avLst/>
              </a:prstGeom>
              <a:blipFill>
                <a:blip r:embed="rId9"/>
                <a:stretch>
                  <a:fillRect l="-2570" t="-5172" r="-3037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1198172-8473-52D0-D747-A98EDABF7FA4}"/>
              </a:ext>
            </a:extLst>
          </p:cNvPr>
          <p:cNvSpPr txBox="1"/>
          <p:nvPr/>
        </p:nvSpPr>
        <p:spPr>
          <a:xfrm>
            <a:off x="8630262" y="5264528"/>
            <a:ext cx="2704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Least Squares Estimator</a:t>
            </a:r>
          </a:p>
        </p:txBody>
      </p:sp>
    </p:spTree>
    <p:extLst>
      <p:ext uri="{BB962C8B-B14F-4D97-AF65-F5344CB8AC3E}">
        <p14:creationId xmlns:p14="http://schemas.microsoft.com/office/powerpoint/2010/main" val="258068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4" grpId="0"/>
      <p:bldP spid="33" grpId="0" animBg="1"/>
      <p:bldP spid="35" grpId="0" animBg="1"/>
      <p:bldP spid="36" grpId="0" animBg="1"/>
      <p:bldP spid="37" grpId="0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6F4F-8892-21BF-8DBB-FD2CF04C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321582"/>
            <a:ext cx="10515600" cy="850217"/>
          </a:xfrm>
        </p:spPr>
        <p:txBody>
          <a:bodyPr>
            <a:normAutofit fontScale="90000"/>
          </a:bodyPr>
          <a:lstStyle/>
          <a:p>
            <a:r>
              <a:rPr lang="en-US" dirty="0"/>
              <a:t>Robust Arm-Mean Estimation: Failed Attempts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4969873D-3482-D3BD-1501-D7A8F2F8F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88" y="2186332"/>
            <a:ext cx="856240" cy="866577"/>
          </a:xfrm>
          <a:prstGeom prst="rect">
            <a:avLst/>
          </a:prstGeom>
        </p:spPr>
      </p:pic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387B6865-C06C-ECBD-54E6-AFAB61431C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912" y="2885182"/>
            <a:ext cx="856240" cy="866577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FAEE4135-E22B-D416-CCE4-2F1DB391C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163" y="3590615"/>
            <a:ext cx="856240" cy="8665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BD4CE3-3E40-39F2-A768-5E2F51178DE0}"/>
                  </a:ext>
                </a:extLst>
              </p:cNvPr>
              <p:cNvSpPr txBox="1"/>
              <p:nvPr/>
            </p:nvSpPr>
            <p:spPr>
              <a:xfrm flipH="1">
                <a:off x="2602803" y="2317008"/>
                <a:ext cx="975452" cy="5939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acc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en-US" sz="2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BD4CE3-3E40-39F2-A768-5E2F5117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02803" y="2317008"/>
                <a:ext cx="975452" cy="5939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3A3B44-DBCF-5C85-130E-B99439B3A859}"/>
                  </a:ext>
                </a:extLst>
              </p:cNvPr>
              <p:cNvSpPr txBox="1"/>
              <p:nvPr/>
            </p:nvSpPr>
            <p:spPr>
              <a:xfrm flipH="1">
                <a:off x="2548975" y="3796009"/>
                <a:ext cx="975452" cy="604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acc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𝑀</m:t>
                          </m:r>
                        </m:sub>
                        <m:sup>
                          <m:d>
                            <m:dPr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en-US" sz="2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3A3B44-DBCF-5C85-130E-B99439B3A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48975" y="3796009"/>
                <a:ext cx="975452" cy="6049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AEC685D-58F9-D24C-9D3C-A1F00A64873E}"/>
              </a:ext>
            </a:extLst>
          </p:cNvPr>
          <p:cNvSpPr txBox="1"/>
          <p:nvPr/>
        </p:nvSpPr>
        <p:spPr>
          <a:xfrm flipH="1">
            <a:off x="2756678" y="3128952"/>
            <a:ext cx="94471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(*)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0E282D2-4CCA-53ED-B4DB-81488D50F0D5}"/>
              </a:ext>
            </a:extLst>
          </p:cNvPr>
          <p:cNvSpPr/>
          <p:nvPr/>
        </p:nvSpPr>
        <p:spPr>
          <a:xfrm rot="16200000">
            <a:off x="1834593" y="2281079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010559A-3503-2121-8CAF-BDA280EAAC69}"/>
              </a:ext>
            </a:extLst>
          </p:cNvPr>
          <p:cNvSpPr/>
          <p:nvPr/>
        </p:nvSpPr>
        <p:spPr>
          <a:xfrm rot="16200000">
            <a:off x="1834593" y="2986512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7749FE9-F33B-AE24-78C3-34E80006FA05}"/>
              </a:ext>
            </a:extLst>
          </p:cNvPr>
          <p:cNvSpPr/>
          <p:nvPr/>
        </p:nvSpPr>
        <p:spPr>
          <a:xfrm rot="16200000">
            <a:off x="1833709" y="3722253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6BDA41-C62E-1678-A4C0-553DE62008C2}"/>
              </a:ext>
            </a:extLst>
          </p:cNvPr>
          <p:cNvSpPr txBox="1"/>
          <p:nvPr/>
        </p:nvSpPr>
        <p:spPr>
          <a:xfrm>
            <a:off x="595163" y="1478673"/>
            <a:ext cx="31985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</a:rPr>
              <a:t>Candidate Strategy 1</a:t>
            </a:r>
          </a:p>
        </p:txBody>
      </p:sp>
      <p:pic>
        <p:nvPicPr>
          <p:cNvPr id="15" name="Graphic 14" descr="Cloud outline">
            <a:extLst>
              <a:ext uri="{FF2B5EF4-FFF2-40B4-BE49-F238E27FC236}">
                <a16:creationId xmlns:a16="http://schemas.microsoft.com/office/drawing/2014/main" id="{714558BF-56BB-AB0F-782F-CBECA0DA04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07769" y="1841247"/>
            <a:ext cx="2544688" cy="2575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AB00A5-6485-94B3-67BA-49609FF775B4}"/>
              </a:ext>
            </a:extLst>
          </p:cNvPr>
          <p:cNvSpPr txBox="1"/>
          <p:nvPr/>
        </p:nvSpPr>
        <p:spPr>
          <a:xfrm flipH="1">
            <a:off x="4239008" y="3087637"/>
            <a:ext cx="152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AEA7AA-2CE0-070F-A191-E9AF873CBBB7}"/>
              </a:ext>
            </a:extLst>
          </p:cNvPr>
          <p:cNvSpPr/>
          <p:nvPr/>
        </p:nvSpPr>
        <p:spPr>
          <a:xfrm>
            <a:off x="6936434" y="2429395"/>
            <a:ext cx="2448609" cy="153300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78FA9-0F12-55E8-A0F4-5ED08E101763}"/>
              </a:ext>
            </a:extLst>
          </p:cNvPr>
          <p:cNvSpPr txBox="1"/>
          <p:nvPr/>
        </p:nvSpPr>
        <p:spPr>
          <a:xfrm>
            <a:off x="6962366" y="2528787"/>
            <a:ext cx="2596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High-Dimensional </a:t>
            </a:r>
          </a:p>
          <a:p>
            <a:r>
              <a:rPr lang="en-US" sz="2400" dirty="0"/>
              <a:t>Robust Mean </a:t>
            </a:r>
          </a:p>
          <a:p>
            <a:r>
              <a:rPr lang="en-US" sz="2400" dirty="0"/>
              <a:t>Estimator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8D855BA-F1A6-B33A-37A9-AF18E47A200D}"/>
              </a:ext>
            </a:extLst>
          </p:cNvPr>
          <p:cNvSpPr/>
          <p:nvPr/>
        </p:nvSpPr>
        <p:spPr>
          <a:xfrm rot="16200000">
            <a:off x="6199445" y="2824897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8BDBD9-36FC-1174-B995-278638B23EC4}"/>
                  </a:ext>
                </a:extLst>
              </p:cNvPr>
              <p:cNvSpPr txBox="1"/>
              <p:nvPr/>
            </p:nvSpPr>
            <p:spPr>
              <a:xfrm>
                <a:off x="5787937" y="2415560"/>
                <a:ext cx="1223314" cy="557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8BDBD9-36FC-1174-B995-278638B23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937" y="2415560"/>
                <a:ext cx="1223314" cy="5576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Down 22">
            <a:extLst>
              <a:ext uri="{FF2B5EF4-FFF2-40B4-BE49-F238E27FC236}">
                <a16:creationId xmlns:a16="http://schemas.microsoft.com/office/drawing/2014/main" id="{03ACD7EB-A0F3-ED61-8A5A-F43C4FDED6C7}"/>
              </a:ext>
            </a:extLst>
          </p:cNvPr>
          <p:cNvSpPr/>
          <p:nvPr/>
        </p:nvSpPr>
        <p:spPr>
          <a:xfrm rot="16200000">
            <a:off x="9761172" y="2762634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D2809EF-9452-E19B-9870-5B17E8171AF8}"/>
                  </a:ext>
                </a:extLst>
              </p:cNvPr>
              <p:cNvSpPr txBox="1"/>
              <p:nvPr/>
            </p:nvSpPr>
            <p:spPr>
              <a:xfrm>
                <a:off x="10380539" y="2889399"/>
                <a:ext cx="739215" cy="477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(ℓ)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D2809EF-9452-E19B-9870-5B17E8171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0539" y="2889399"/>
                <a:ext cx="739215" cy="477118"/>
              </a:xfrm>
              <a:prstGeom prst="rect">
                <a:avLst/>
              </a:prstGeom>
              <a:blipFill>
                <a:blip r:embed="rId11"/>
                <a:stretch>
                  <a:fillRect t="-3846" r="-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Down 25">
            <a:extLst>
              <a:ext uri="{FF2B5EF4-FFF2-40B4-BE49-F238E27FC236}">
                <a16:creationId xmlns:a16="http://schemas.microsoft.com/office/drawing/2014/main" id="{6E2975E3-0E73-F913-9CAE-FA18C9BA7313}"/>
              </a:ext>
            </a:extLst>
          </p:cNvPr>
          <p:cNvSpPr/>
          <p:nvPr/>
        </p:nvSpPr>
        <p:spPr>
          <a:xfrm>
            <a:off x="10343032" y="3491264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80CACC-998F-4C18-29D1-32EA38D2902F}"/>
              </a:ext>
            </a:extLst>
          </p:cNvPr>
          <p:cNvSpPr/>
          <p:nvPr/>
        </p:nvSpPr>
        <p:spPr>
          <a:xfrm>
            <a:off x="9688287" y="4339166"/>
            <a:ext cx="1765276" cy="1533005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0E609E-A9FD-4ADA-BBA5-D8643D645BE7}"/>
              </a:ext>
            </a:extLst>
          </p:cNvPr>
          <p:cNvSpPr txBox="1"/>
          <p:nvPr/>
        </p:nvSpPr>
        <p:spPr>
          <a:xfrm>
            <a:off x="9840687" y="4457192"/>
            <a:ext cx="1540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Robust arm-mean</a:t>
            </a:r>
          </a:p>
          <a:p>
            <a:r>
              <a:rPr lang="en-US" sz="2400" dirty="0"/>
              <a:t>estimator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C0DD5602-3340-068A-7A34-62DD21340D7A}"/>
              </a:ext>
            </a:extLst>
          </p:cNvPr>
          <p:cNvSpPr/>
          <p:nvPr/>
        </p:nvSpPr>
        <p:spPr>
          <a:xfrm rot="5400000">
            <a:off x="8857132" y="4681146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83A884-D56D-3322-90DA-45534FCD83A9}"/>
                  </a:ext>
                </a:extLst>
              </p:cNvPr>
              <p:cNvSpPr txBox="1"/>
              <p:nvPr/>
            </p:nvSpPr>
            <p:spPr>
              <a:xfrm flipH="1">
                <a:off x="4915705" y="4695302"/>
                <a:ext cx="3679584" cy="87607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arm-mean estimate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⟨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83A884-D56D-3322-90DA-45534FCD8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15705" y="4695302"/>
                <a:ext cx="3679584" cy="876074"/>
              </a:xfrm>
              <a:prstGeom prst="rect">
                <a:avLst/>
              </a:prstGeom>
              <a:blipFill>
                <a:blip r:embed="rId12"/>
                <a:stretch>
                  <a:fillRect l="-2306" t="-4762" r="-3954" b="-10884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9745941-6DF4-39BB-3EDC-32D7F7821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116" y="4834401"/>
                <a:ext cx="4217469" cy="1407149"/>
              </a:xfrm>
              <a:ln w="19050">
                <a:solidFill>
                  <a:schemeClr val="accent6"/>
                </a:solidFill>
              </a:ln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Regret bound off by a factor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Computationally expensive.</a:t>
                </a: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9745941-6DF4-39BB-3EDC-32D7F7821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116" y="4834401"/>
                <a:ext cx="4217469" cy="1407149"/>
              </a:xfrm>
              <a:blipFill>
                <a:blip r:embed="rId13"/>
                <a:stretch>
                  <a:fillRect l="-1727" t="-5556" r="-3309" b="-5983"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Graphic 32" descr="Close with solid fill">
            <a:extLst>
              <a:ext uri="{FF2B5EF4-FFF2-40B4-BE49-F238E27FC236}">
                <a16:creationId xmlns:a16="http://schemas.microsoft.com/office/drawing/2014/main" id="{51032469-3536-7AB9-55FB-7FB148D56B2F}"/>
              </a:ext>
            </a:extLst>
          </p:cNvPr>
          <p:cNvSpPr/>
          <p:nvPr/>
        </p:nvSpPr>
        <p:spPr>
          <a:xfrm>
            <a:off x="1562079" y="5310112"/>
            <a:ext cx="246625" cy="246625"/>
          </a:xfrm>
          <a:custGeom>
            <a:avLst/>
            <a:gdLst>
              <a:gd name="connsiteX0" fmla="*/ 246625 w 246625"/>
              <a:gd name="connsiteY0" fmla="*/ 29609 h 246625"/>
              <a:gd name="connsiteX1" fmla="*/ 217016 w 246625"/>
              <a:gd name="connsiteY1" fmla="*/ 0 h 246625"/>
              <a:gd name="connsiteX2" fmla="*/ 123313 w 246625"/>
              <a:gd name="connsiteY2" fmla="*/ 93704 h 246625"/>
              <a:gd name="connsiteX3" fmla="*/ 29609 w 246625"/>
              <a:gd name="connsiteY3" fmla="*/ 0 h 246625"/>
              <a:gd name="connsiteX4" fmla="*/ 0 w 246625"/>
              <a:gd name="connsiteY4" fmla="*/ 29609 h 246625"/>
              <a:gd name="connsiteX5" fmla="*/ 93704 w 246625"/>
              <a:gd name="connsiteY5" fmla="*/ 123313 h 246625"/>
              <a:gd name="connsiteX6" fmla="*/ 0 w 246625"/>
              <a:gd name="connsiteY6" fmla="*/ 217016 h 246625"/>
              <a:gd name="connsiteX7" fmla="*/ 29609 w 246625"/>
              <a:gd name="connsiteY7" fmla="*/ 246625 h 246625"/>
              <a:gd name="connsiteX8" fmla="*/ 123313 w 246625"/>
              <a:gd name="connsiteY8" fmla="*/ 152922 h 246625"/>
              <a:gd name="connsiteX9" fmla="*/ 217016 w 246625"/>
              <a:gd name="connsiteY9" fmla="*/ 246625 h 246625"/>
              <a:gd name="connsiteX10" fmla="*/ 246625 w 246625"/>
              <a:gd name="connsiteY10" fmla="*/ 217016 h 246625"/>
              <a:gd name="connsiteX11" fmla="*/ 152922 w 246625"/>
              <a:gd name="connsiteY11" fmla="*/ 123313 h 2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6625" h="246625">
                <a:moveTo>
                  <a:pt x="246625" y="29609"/>
                </a:moveTo>
                <a:lnTo>
                  <a:pt x="217016" y="0"/>
                </a:lnTo>
                <a:lnTo>
                  <a:pt x="123313" y="93704"/>
                </a:lnTo>
                <a:lnTo>
                  <a:pt x="29609" y="0"/>
                </a:lnTo>
                <a:lnTo>
                  <a:pt x="0" y="29609"/>
                </a:lnTo>
                <a:lnTo>
                  <a:pt x="93704" y="123313"/>
                </a:lnTo>
                <a:lnTo>
                  <a:pt x="0" y="217016"/>
                </a:lnTo>
                <a:lnTo>
                  <a:pt x="29609" y="246625"/>
                </a:lnTo>
                <a:lnTo>
                  <a:pt x="123313" y="152922"/>
                </a:lnTo>
                <a:lnTo>
                  <a:pt x="217016" y="246625"/>
                </a:lnTo>
                <a:lnTo>
                  <a:pt x="246625" y="217016"/>
                </a:lnTo>
                <a:lnTo>
                  <a:pt x="152922" y="123313"/>
                </a:lnTo>
                <a:close/>
              </a:path>
            </a:pathLst>
          </a:custGeom>
          <a:solidFill>
            <a:srgbClr val="FF0000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Graphic 35" descr="Close with solid fill">
            <a:extLst>
              <a:ext uri="{FF2B5EF4-FFF2-40B4-BE49-F238E27FC236}">
                <a16:creationId xmlns:a16="http://schemas.microsoft.com/office/drawing/2014/main" id="{9BFDCAD6-1AE9-850D-3A11-6F417D112571}"/>
              </a:ext>
            </a:extLst>
          </p:cNvPr>
          <p:cNvSpPr/>
          <p:nvPr/>
        </p:nvSpPr>
        <p:spPr>
          <a:xfrm>
            <a:off x="4041370" y="5855170"/>
            <a:ext cx="246625" cy="246625"/>
          </a:xfrm>
          <a:custGeom>
            <a:avLst/>
            <a:gdLst>
              <a:gd name="connsiteX0" fmla="*/ 246625 w 246625"/>
              <a:gd name="connsiteY0" fmla="*/ 29609 h 246625"/>
              <a:gd name="connsiteX1" fmla="*/ 217016 w 246625"/>
              <a:gd name="connsiteY1" fmla="*/ 0 h 246625"/>
              <a:gd name="connsiteX2" fmla="*/ 123313 w 246625"/>
              <a:gd name="connsiteY2" fmla="*/ 93704 h 246625"/>
              <a:gd name="connsiteX3" fmla="*/ 29609 w 246625"/>
              <a:gd name="connsiteY3" fmla="*/ 0 h 246625"/>
              <a:gd name="connsiteX4" fmla="*/ 0 w 246625"/>
              <a:gd name="connsiteY4" fmla="*/ 29609 h 246625"/>
              <a:gd name="connsiteX5" fmla="*/ 93704 w 246625"/>
              <a:gd name="connsiteY5" fmla="*/ 123313 h 246625"/>
              <a:gd name="connsiteX6" fmla="*/ 0 w 246625"/>
              <a:gd name="connsiteY6" fmla="*/ 217016 h 246625"/>
              <a:gd name="connsiteX7" fmla="*/ 29609 w 246625"/>
              <a:gd name="connsiteY7" fmla="*/ 246625 h 246625"/>
              <a:gd name="connsiteX8" fmla="*/ 123313 w 246625"/>
              <a:gd name="connsiteY8" fmla="*/ 152922 h 246625"/>
              <a:gd name="connsiteX9" fmla="*/ 217016 w 246625"/>
              <a:gd name="connsiteY9" fmla="*/ 246625 h 246625"/>
              <a:gd name="connsiteX10" fmla="*/ 246625 w 246625"/>
              <a:gd name="connsiteY10" fmla="*/ 217016 h 246625"/>
              <a:gd name="connsiteX11" fmla="*/ 152922 w 246625"/>
              <a:gd name="connsiteY11" fmla="*/ 123313 h 2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6625" h="246625">
                <a:moveTo>
                  <a:pt x="246625" y="29609"/>
                </a:moveTo>
                <a:lnTo>
                  <a:pt x="217016" y="0"/>
                </a:lnTo>
                <a:lnTo>
                  <a:pt x="123313" y="93704"/>
                </a:lnTo>
                <a:lnTo>
                  <a:pt x="29609" y="0"/>
                </a:lnTo>
                <a:lnTo>
                  <a:pt x="0" y="29609"/>
                </a:lnTo>
                <a:lnTo>
                  <a:pt x="93704" y="123313"/>
                </a:lnTo>
                <a:lnTo>
                  <a:pt x="0" y="217016"/>
                </a:lnTo>
                <a:lnTo>
                  <a:pt x="29609" y="246625"/>
                </a:lnTo>
                <a:lnTo>
                  <a:pt x="123313" y="152922"/>
                </a:lnTo>
                <a:lnTo>
                  <a:pt x="217016" y="246625"/>
                </a:lnTo>
                <a:lnTo>
                  <a:pt x="246625" y="217016"/>
                </a:lnTo>
                <a:lnTo>
                  <a:pt x="152922" y="123313"/>
                </a:lnTo>
                <a:close/>
              </a:path>
            </a:pathLst>
          </a:custGeom>
          <a:solidFill>
            <a:srgbClr val="FF0000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6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 animBg="1"/>
      <p:bldP spid="42" grpId="0" animBg="1"/>
      <p:bldP spid="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6F4F-8892-21BF-8DBB-FD2CF04C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321582"/>
            <a:ext cx="10515600" cy="850217"/>
          </a:xfrm>
        </p:spPr>
        <p:txBody>
          <a:bodyPr>
            <a:normAutofit fontScale="90000"/>
          </a:bodyPr>
          <a:lstStyle/>
          <a:p>
            <a:r>
              <a:rPr lang="en-US" dirty="0"/>
              <a:t>Robust Arm-Mean Estimation: Failed Attempts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4969873D-3482-D3BD-1501-D7A8F2F8F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88" y="2186332"/>
            <a:ext cx="856240" cy="866577"/>
          </a:xfrm>
          <a:prstGeom prst="rect">
            <a:avLst/>
          </a:prstGeom>
        </p:spPr>
      </p:pic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387B6865-C06C-ECBD-54E6-AFAB61431C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912" y="2885182"/>
            <a:ext cx="856240" cy="866577"/>
          </a:xfrm>
          <a:prstGeom prst="rect">
            <a:avLst/>
          </a:prstGeom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FAEE4135-E22B-D416-CCE4-2F1DB391C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163" y="3590615"/>
            <a:ext cx="856240" cy="8665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BD4CE3-3E40-39F2-A768-5E2F51178DE0}"/>
                  </a:ext>
                </a:extLst>
              </p:cNvPr>
              <p:cNvSpPr txBox="1"/>
              <p:nvPr/>
            </p:nvSpPr>
            <p:spPr>
              <a:xfrm flipH="1">
                <a:off x="2600110" y="2300988"/>
                <a:ext cx="975452" cy="604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{</m:t>
                      </m:r>
                      <m:sSubSup>
                        <m:sSubSupPr>
                          <m:ctrlP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SupPr>
                        <m:e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𝑦</m:t>
                          </m:r>
                        </m:e>
                        <m:sub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r>
                        <a:rPr kumimoji="0" lang="en-US" sz="2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}</m:t>
                      </m:r>
                    </m:oMath>
                  </m:oMathPara>
                </a14:m>
                <a:endParaRPr kumimoji="0" lang="en-US" sz="2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BD4CE3-3E40-39F2-A768-5E2F5117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00110" y="2300988"/>
                <a:ext cx="975452" cy="6049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AEC685D-58F9-D24C-9D3C-A1F00A64873E}"/>
              </a:ext>
            </a:extLst>
          </p:cNvPr>
          <p:cNvSpPr txBox="1"/>
          <p:nvPr/>
        </p:nvSpPr>
        <p:spPr>
          <a:xfrm flipH="1">
            <a:off x="2756678" y="3128952"/>
            <a:ext cx="94471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(*)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0E282D2-4CCA-53ED-B4DB-81488D50F0D5}"/>
              </a:ext>
            </a:extLst>
          </p:cNvPr>
          <p:cNvSpPr/>
          <p:nvPr/>
        </p:nvSpPr>
        <p:spPr>
          <a:xfrm rot="16200000">
            <a:off x="1834593" y="2281079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010559A-3503-2121-8CAF-BDA280EAAC69}"/>
              </a:ext>
            </a:extLst>
          </p:cNvPr>
          <p:cNvSpPr/>
          <p:nvPr/>
        </p:nvSpPr>
        <p:spPr>
          <a:xfrm rot="16200000">
            <a:off x="1834593" y="2986512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7749FE9-F33B-AE24-78C3-34E80006FA05}"/>
              </a:ext>
            </a:extLst>
          </p:cNvPr>
          <p:cNvSpPr/>
          <p:nvPr/>
        </p:nvSpPr>
        <p:spPr>
          <a:xfrm rot="16200000">
            <a:off x="1833709" y="3722253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6BDA41-C62E-1678-A4C0-553DE62008C2}"/>
              </a:ext>
            </a:extLst>
          </p:cNvPr>
          <p:cNvSpPr txBox="1"/>
          <p:nvPr/>
        </p:nvSpPr>
        <p:spPr>
          <a:xfrm>
            <a:off x="595163" y="1478673"/>
            <a:ext cx="31985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</a:rPr>
              <a:t>Candidate Strategy 2</a:t>
            </a:r>
          </a:p>
        </p:txBody>
      </p:sp>
      <p:pic>
        <p:nvPicPr>
          <p:cNvPr id="15" name="Graphic 14" descr="Cloud outline">
            <a:extLst>
              <a:ext uri="{FF2B5EF4-FFF2-40B4-BE49-F238E27FC236}">
                <a16:creationId xmlns:a16="http://schemas.microsoft.com/office/drawing/2014/main" id="{714558BF-56BB-AB0F-782F-CBECA0DA04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9668" y="1841247"/>
            <a:ext cx="2544688" cy="2575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AB00A5-6485-94B3-67BA-49609FF775B4}"/>
              </a:ext>
            </a:extLst>
          </p:cNvPr>
          <p:cNvSpPr txBox="1"/>
          <p:nvPr/>
        </p:nvSpPr>
        <p:spPr>
          <a:xfrm flipH="1">
            <a:off x="4239008" y="3087637"/>
            <a:ext cx="152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AEA7AA-2CE0-070F-A191-E9AF873CBBB7}"/>
              </a:ext>
            </a:extLst>
          </p:cNvPr>
          <p:cNvSpPr/>
          <p:nvPr/>
        </p:nvSpPr>
        <p:spPr>
          <a:xfrm>
            <a:off x="7315726" y="2568338"/>
            <a:ext cx="1897323" cy="115388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78FA9-0F12-55E8-A0F4-5ED08E101763}"/>
              </a:ext>
            </a:extLst>
          </p:cNvPr>
          <p:cNvSpPr txBox="1"/>
          <p:nvPr/>
        </p:nvSpPr>
        <p:spPr>
          <a:xfrm>
            <a:off x="7354252" y="2373048"/>
            <a:ext cx="2596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r>
              <a:rPr lang="en-US" sz="2400" dirty="0"/>
              <a:t>Robust Mean </a:t>
            </a:r>
          </a:p>
          <a:p>
            <a:r>
              <a:rPr lang="en-US" sz="2400" dirty="0"/>
              <a:t>Estimator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8D855BA-F1A6-B33A-37A9-AF18E47A200D}"/>
              </a:ext>
            </a:extLst>
          </p:cNvPr>
          <p:cNvSpPr/>
          <p:nvPr/>
        </p:nvSpPr>
        <p:spPr>
          <a:xfrm rot="16200000">
            <a:off x="6277411" y="2748683"/>
            <a:ext cx="455786" cy="9048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8BDBD9-36FC-1174-B995-278638B23EC4}"/>
                  </a:ext>
                </a:extLst>
              </p:cNvPr>
              <p:cNvSpPr txBox="1"/>
              <p:nvPr/>
            </p:nvSpPr>
            <p:spPr>
              <a:xfrm>
                <a:off x="5832743" y="2348242"/>
                <a:ext cx="1223314" cy="557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8BDBD9-36FC-1174-B995-278638B23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743" y="2348242"/>
                <a:ext cx="1223314" cy="5576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Down 22">
            <a:extLst>
              <a:ext uri="{FF2B5EF4-FFF2-40B4-BE49-F238E27FC236}">
                <a16:creationId xmlns:a16="http://schemas.microsoft.com/office/drawing/2014/main" id="{03ACD7EB-A0F3-ED61-8A5A-F43C4FDED6C7}"/>
              </a:ext>
            </a:extLst>
          </p:cNvPr>
          <p:cNvSpPr/>
          <p:nvPr/>
        </p:nvSpPr>
        <p:spPr>
          <a:xfrm rot="16200000">
            <a:off x="9630540" y="2762634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D2809EF-9452-E19B-9870-5B17E8171AF8}"/>
                  </a:ext>
                </a:extLst>
              </p:cNvPr>
              <p:cNvSpPr txBox="1"/>
              <p:nvPr/>
            </p:nvSpPr>
            <p:spPr>
              <a:xfrm>
                <a:off x="10329425" y="2849142"/>
                <a:ext cx="739215" cy="476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(ℓ)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D2809EF-9452-E19B-9870-5B17E8171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425" y="2849142"/>
                <a:ext cx="739215" cy="476990"/>
              </a:xfrm>
              <a:prstGeom prst="rect">
                <a:avLst/>
              </a:prstGeom>
              <a:blipFill>
                <a:blip r:embed="rId10"/>
                <a:stretch>
                  <a:fillRect l="-6557" r="-30328" b="-16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Down 25">
            <a:extLst>
              <a:ext uri="{FF2B5EF4-FFF2-40B4-BE49-F238E27FC236}">
                <a16:creationId xmlns:a16="http://schemas.microsoft.com/office/drawing/2014/main" id="{6E2975E3-0E73-F913-9CAE-FA18C9BA7313}"/>
              </a:ext>
            </a:extLst>
          </p:cNvPr>
          <p:cNvSpPr/>
          <p:nvPr/>
        </p:nvSpPr>
        <p:spPr>
          <a:xfrm>
            <a:off x="10343032" y="3491264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80CACC-998F-4C18-29D1-32EA38D2902F}"/>
              </a:ext>
            </a:extLst>
          </p:cNvPr>
          <p:cNvSpPr/>
          <p:nvPr/>
        </p:nvSpPr>
        <p:spPr>
          <a:xfrm>
            <a:off x="9688287" y="4339166"/>
            <a:ext cx="1765276" cy="1533005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0E609E-A9FD-4ADA-BBA5-D8643D645BE7}"/>
              </a:ext>
            </a:extLst>
          </p:cNvPr>
          <p:cNvSpPr txBox="1"/>
          <p:nvPr/>
        </p:nvSpPr>
        <p:spPr>
          <a:xfrm>
            <a:off x="9840687" y="4457192"/>
            <a:ext cx="1540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Robust arm-mean</a:t>
            </a:r>
          </a:p>
          <a:p>
            <a:r>
              <a:rPr lang="en-US" sz="2400" dirty="0"/>
              <a:t>estimator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C0DD5602-3340-068A-7A34-62DD21340D7A}"/>
              </a:ext>
            </a:extLst>
          </p:cNvPr>
          <p:cNvSpPr/>
          <p:nvPr/>
        </p:nvSpPr>
        <p:spPr>
          <a:xfrm rot="5400000">
            <a:off x="8857132" y="4681146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83A884-D56D-3322-90DA-45534FCD83A9}"/>
                  </a:ext>
                </a:extLst>
              </p:cNvPr>
              <p:cNvSpPr txBox="1"/>
              <p:nvPr/>
            </p:nvSpPr>
            <p:spPr>
              <a:xfrm flipH="1">
                <a:off x="4915705" y="4695302"/>
                <a:ext cx="3679584" cy="87607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arm-mean estimate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⟨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83A884-D56D-3322-90DA-45534FCD8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15705" y="4695302"/>
                <a:ext cx="3679584" cy="876074"/>
              </a:xfrm>
              <a:prstGeom prst="rect">
                <a:avLst/>
              </a:prstGeom>
              <a:blipFill>
                <a:blip r:embed="rId11"/>
                <a:stretch>
                  <a:fillRect l="-2306" t="-4762" r="-3954" b="-12925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9745941-6DF4-39BB-3EDC-32D7F7821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116" y="4834401"/>
                <a:ext cx="4217469" cy="1407149"/>
              </a:xfrm>
              <a:ln w="19050">
                <a:solidFill>
                  <a:schemeClr val="accent6"/>
                </a:solidFill>
              </a:ln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Regret bound off by a factor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Expensive Communication.</a:t>
                </a: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9745941-6DF4-39BB-3EDC-32D7F7821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116" y="4834401"/>
                <a:ext cx="4217469" cy="1407149"/>
              </a:xfrm>
              <a:blipFill>
                <a:blip r:embed="rId12"/>
                <a:stretch>
                  <a:fillRect l="-1727" t="-5556" r="-3309" b="-5983"/>
                </a:stretch>
              </a:blipFill>
              <a:ln w="1905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Graphic 32" descr="Close with solid fill">
            <a:extLst>
              <a:ext uri="{FF2B5EF4-FFF2-40B4-BE49-F238E27FC236}">
                <a16:creationId xmlns:a16="http://schemas.microsoft.com/office/drawing/2014/main" id="{51032469-3536-7AB9-55FB-7FB148D56B2F}"/>
              </a:ext>
            </a:extLst>
          </p:cNvPr>
          <p:cNvSpPr/>
          <p:nvPr/>
        </p:nvSpPr>
        <p:spPr>
          <a:xfrm>
            <a:off x="1609536" y="5353262"/>
            <a:ext cx="246625" cy="246625"/>
          </a:xfrm>
          <a:custGeom>
            <a:avLst/>
            <a:gdLst>
              <a:gd name="connsiteX0" fmla="*/ 246625 w 246625"/>
              <a:gd name="connsiteY0" fmla="*/ 29609 h 246625"/>
              <a:gd name="connsiteX1" fmla="*/ 217016 w 246625"/>
              <a:gd name="connsiteY1" fmla="*/ 0 h 246625"/>
              <a:gd name="connsiteX2" fmla="*/ 123313 w 246625"/>
              <a:gd name="connsiteY2" fmla="*/ 93704 h 246625"/>
              <a:gd name="connsiteX3" fmla="*/ 29609 w 246625"/>
              <a:gd name="connsiteY3" fmla="*/ 0 h 246625"/>
              <a:gd name="connsiteX4" fmla="*/ 0 w 246625"/>
              <a:gd name="connsiteY4" fmla="*/ 29609 h 246625"/>
              <a:gd name="connsiteX5" fmla="*/ 93704 w 246625"/>
              <a:gd name="connsiteY5" fmla="*/ 123313 h 246625"/>
              <a:gd name="connsiteX6" fmla="*/ 0 w 246625"/>
              <a:gd name="connsiteY6" fmla="*/ 217016 h 246625"/>
              <a:gd name="connsiteX7" fmla="*/ 29609 w 246625"/>
              <a:gd name="connsiteY7" fmla="*/ 246625 h 246625"/>
              <a:gd name="connsiteX8" fmla="*/ 123313 w 246625"/>
              <a:gd name="connsiteY8" fmla="*/ 152922 h 246625"/>
              <a:gd name="connsiteX9" fmla="*/ 217016 w 246625"/>
              <a:gd name="connsiteY9" fmla="*/ 246625 h 246625"/>
              <a:gd name="connsiteX10" fmla="*/ 246625 w 246625"/>
              <a:gd name="connsiteY10" fmla="*/ 217016 h 246625"/>
              <a:gd name="connsiteX11" fmla="*/ 152922 w 246625"/>
              <a:gd name="connsiteY11" fmla="*/ 123313 h 2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6625" h="246625">
                <a:moveTo>
                  <a:pt x="246625" y="29609"/>
                </a:moveTo>
                <a:lnTo>
                  <a:pt x="217016" y="0"/>
                </a:lnTo>
                <a:lnTo>
                  <a:pt x="123313" y="93704"/>
                </a:lnTo>
                <a:lnTo>
                  <a:pt x="29609" y="0"/>
                </a:lnTo>
                <a:lnTo>
                  <a:pt x="0" y="29609"/>
                </a:lnTo>
                <a:lnTo>
                  <a:pt x="93704" y="123313"/>
                </a:lnTo>
                <a:lnTo>
                  <a:pt x="0" y="217016"/>
                </a:lnTo>
                <a:lnTo>
                  <a:pt x="29609" y="246625"/>
                </a:lnTo>
                <a:lnTo>
                  <a:pt x="123313" y="152922"/>
                </a:lnTo>
                <a:lnTo>
                  <a:pt x="217016" y="246625"/>
                </a:lnTo>
                <a:lnTo>
                  <a:pt x="246625" y="217016"/>
                </a:lnTo>
                <a:lnTo>
                  <a:pt x="152922" y="123313"/>
                </a:lnTo>
                <a:close/>
              </a:path>
            </a:pathLst>
          </a:custGeom>
          <a:solidFill>
            <a:srgbClr val="FF0000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Graphic 35" descr="Close with solid fill">
            <a:extLst>
              <a:ext uri="{FF2B5EF4-FFF2-40B4-BE49-F238E27FC236}">
                <a16:creationId xmlns:a16="http://schemas.microsoft.com/office/drawing/2014/main" id="{9BFDCAD6-1AE9-850D-3A11-6F417D112571}"/>
              </a:ext>
            </a:extLst>
          </p:cNvPr>
          <p:cNvSpPr/>
          <p:nvPr/>
        </p:nvSpPr>
        <p:spPr>
          <a:xfrm>
            <a:off x="3992383" y="5872171"/>
            <a:ext cx="246625" cy="246625"/>
          </a:xfrm>
          <a:custGeom>
            <a:avLst/>
            <a:gdLst>
              <a:gd name="connsiteX0" fmla="*/ 246625 w 246625"/>
              <a:gd name="connsiteY0" fmla="*/ 29609 h 246625"/>
              <a:gd name="connsiteX1" fmla="*/ 217016 w 246625"/>
              <a:gd name="connsiteY1" fmla="*/ 0 h 246625"/>
              <a:gd name="connsiteX2" fmla="*/ 123313 w 246625"/>
              <a:gd name="connsiteY2" fmla="*/ 93704 h 246625"/>
              <a:gd name="connsiteX3" fmla="*/ 29609 w 246625"/>
              <a:gd name="connsiteY3" fmla="*/ 0 h 246625"/>
              <a:gd name="connsiteX4" fmla="*/ 0 w 246625"/>
              <a:gd name="connsiteY4" fmla="*/ 29609 h 246625"/>
              <a:gd name="connsiteX5" fmla="*/ 93704 w 246625"/>
              <a:gd name="connsiteY5" fmla="*/ 123313 h 246625"/>
              <a:gd name="connsiteX6" fmla="*/ 0 w 246625"/>
              <a:gd name="connsiteY6" fmla="*/ 217016 h 246625"/>
              <a:gd name="connsiteX7" fmla="*/ 29609 w 246625"/>
              <a:gd name="connsiteY7" fmla="*/ 246625 h 246625"/>
              <a:gd name="connsiteX8" fmla="*/ 123313 w 246625"/>
              <a:gd name="connsiteY8" fmla="*/ 152922 h 246625"/>
              <a:gd name="connsiteX9" fmla="*/ 217016 w 246625"/>
              <a:gd name="connsiteY9" fmla="*/ 246625 h 246625"/>
              <a:gd name="connsiteX10" fmla="*/ 246625 w 246625"/>
              <a:gd name="connsiteY10" fmla="*/ 217016 h 246625"/>
              <a:gd name="connsiteX11" fmla="*/ 152922 w 246625"/>
              <a:gd name="connsiteY11" fmla="*/ 123313 h 2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6625" h="246625">
                <a:moveTo>
                  <a:pt x="246625" y="29609"/>
                </a:moveTo>
                <a:lnTo>
                  <a:pt x="217016" y="0"/>
                </a:lnTo>
                <a:lnTo>
                  <a:pt x="123313" y="93704"/>
                </a:lnTo>
                <a:lnTo>
                  <a:pt x="29609" y="0"/>
                </a:lnTo>
                <a:lnTo>
                  <a:pt x="0" y="29609"/>
                </a:lnTo>
                <a:lnTo>
                  <a:pt x="93704" y="123313"/>
                </a:lnTo>
                <a:lnTo>
                  <a:pt x="0" y="217016"/>
                </a:lnTo>
                <a:lnTo>
                  <a:pt x="29609" y="246625"/>
                </a:lnTo>
                <a:lnTo>
                  <a:pt x="123313" y="152922"/>
                </a:lnTo>
                <a:lnTo>
                  <a:pt x="217016" y="246625"/>
                </a:lnTo>
                <a:lnTo>
                  <a:pt x="246625" y="217016"/>
                </a:lnTo>
                <a:lnTo>
                  <a:pt x="152922" y="123313"/>
                </a:lnTo>
                <a:close/>
              </a:path>
            </a:pathLst>
          </a:custGeom>
          <a:solidFill>
            <a:srgbClr val="FF0000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5BBFF6-9B9B-0356-EF8F-A21A5875CDBB}"/>
                  </a:ext>
                </a:extLst>
              </p:cNvPr>
              <p:cNvSpPr txBox="1"/>
              <p:nvPr/>
            </p:nvSpPr>
            <p:spPr>
              <a:xfrm flipH="1">
                <a:off x="2547950" y="3734259"/>
                <a:ext cx="975452" cy="6049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{</m:t>
                      </m:r>
                      <m:sSubSup>
                        <m:sSubSupPr>
                          <m:ctrlP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</m:ctrlPr>
                        </m:sSubSupPr>
                        <m:e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𝑦</m:t>
                          </m:r>
                        </m:e>
                        <m:sub>
                          <m:r>
                            <a:rPr kumimoji="0" lang="en-US" sz="2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alibri"/>
                            </a:rPr>
                            <m:t>𝑀</m:t>
                          </m:r>
                        </m:sub>
                        <m:sup>
                          <m:d>
                            <m:dPr>
                              <m:ctrlP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2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Calibri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r>
                        <a:rPr kumimoji="0" lang="en-US" sz="2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  <a:sym typeface="Calibri"/>
                        </a:rPr>
                        <m:t>}</m:t>
                      </m:r>
                    </m:oMath>
                  </m:oMathPara>
                </a14:m>
                <a:endParaRPr kumimoji="0" lang="en-US" sz="2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5BBFF6-9B9B-0356-EF8F-A21A5875C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47950" y="3734259"/>
                <a:ext cx="975452" cy="6049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D954EF43-9878-C57E-621A-A8518537D611}"/>
              </a:ext>
            </a:extLst>
          </p:cNvPr>
          <p:cNvSpPr/>
          <p:nvPr/>
        </p:nvSpPr>
        <p:spPr>
          <a:xfrm>
            <a:off x="6505304" y="5078187"/>
            <a:ext cx="586888" cy="49319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E86D75-A7FA-04CF-DCE6-D7459F236E87}"/>
              </a:ext>
            </a:extLst>
          </p:cNvPr>
          <p:cNvCxnSpPr>
            <a:endCxn id="4" idx="4"/>
          </p:cNvCxnSpPr>
          <p:nvPr/>
        </p:nvCxnSpPr>
        <p:spPr>
          <a:xfrm flipH="1" flipV="1">
            <a:off x="6798748" y="5571377"/>
            <a:ext cx="347723" cy="4266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9F2FBB8-9501-652B-E048-651D2CC76C5C}"/>
              </a:ext>
            </a:extLst>
          </p:cNvPr>
          <p:cNvSpPr txBox="1"/>
          <p:nvPr/>
        </p:nvSpPr>
        <p:spPr>
          <a:xfrm>
            <a:off x="5462919" y="5941799"/>
            <a:ext cx="3924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Least Squares Estimate using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FC9C3D-0C79-3F0A-2B22-A9E99A68D637}"/>
                  </a:ext>
                </a:extLst>
              </p:cNvPr>
              <p:cNvSpPr txBox="1"/>
              <p:nvPr/>
            </p:nvSpPr>
            <p:spPr>
              <a:xfrm>
                <a:off x="8799897" y="5926947"/>
                <a:ext cx="739215" cy="445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(ℓ)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FC9C3D-0C79-3F0A-2B22-A9E99A68D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897" y="5926947"/>
                <a:ext cx="739215" cy="445378"/>
              </a:xfrm>
              <a:prstGeom prst="rect">
                <a:avLst/>
              </a:prstGeom>
              <a:blipFill>
                <a:blip r:embed="rId14"/>
                <a:stretch>
                  <a:fillRect l="-5785" r="-22314" b="-17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83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 animBg="1"/>
      <p:bldP spid="42" grpId="0" animBg="1"/>
      <p:bldP spid="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935F9-F303-B87A-9F8D-BBE20F71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8357EF-4143-E284-D877-3C7665F37B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Naively using ideas from robust statistics can lead to</a:t>
                </a:r>
              </a:p>
              <a:p>
                <a:pPr lvl="1"/>
                <a:r>
                  <a:rPr lang="en-US" dirty="0"/>
                  <a:t>Loose regret bounds.</a:t>
                </a:r>
              </a:p>
              <a:p>
                <a:pPr lvl="1"/>
                <a:r>
                  <a:rPr lang="en-US" dirty="0"/>
                  <a:t>Expensive computation.</a:t>
                </a:r>
              </a:p>
              <a:p>
                <a:pPr lvl="1"/>
                <a:r>
                  <a:rPr lang="en-US" dirty="0"/>
                  <a:t>Expensive communication.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Can we fix </a:t>
                </a:r>
                <a:r>
                  <a:rPr lang="en-US" b="1" dirty="0">
                    <a:solidFill>
                      <a:schemeClr val="accent1"/>
                    </a:solidFill>
                  </a:rPr>
                  <a:t>all</a:t>
                </a:r>
                <a:r>
                  <a:rPr lang="en-US" dirty="0"/>
                  <a:t> the above issues?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Yes!</a:t>
                </a:r>
              </a:p>
              <a:p>
                <a:pPr lvl="1"/>
                <a:r>
                  <a:rPr lang="en-US" b="1" dirty="0">
                    <a:solidFill>
                      <a:srgbClr val="002060"/>
                    </a:solidFill>
                  </a:rPr>
                  <a:t>Key Observation: </a:t>
                </a:r>
                <a:r>
                  <a:rPr lang="en-US" dirty="0">
                    <a:solidFill>
                      <a:schemeClr val="tx1"/>
                    </a:solidFill>
                  </a:rPr>
                  <a:t>We don’t need to go through the route of computing a robust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8357EF-4143-E284-D877-3C7665F37B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45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6F4F-8892-21BF-8DBB-FD2CF04C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14" y="321582"/>
            <a:ext cx="10515600" cy="850217"/>
          </a:xfrm>
        </p:spPr>
        <p:txBody>
          <a:bodyPr>
            <a:normAutofit/>
          </a:bodyPr>
          <a:lstStyle/>
          <a:p>
            <a:r>
              <a:rPr lang="en-US" dirty="0"/>
              <a:t>Robust Arm-Mean Estimation: </a:t>
            </a:r>
            <a:r>
              <a:rPr lang="en-US" dirty="0">
                <a:solidFill>
                  <a:srgbClr val="C00000"/>
                </a:solidFill>
              </a:rPr>
              <a:t>Finally!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EC685D-58F9-D24C-9D3C-A1F00A64873E}"/>
              </a:ext>
            </a:extLst>
          </p:cNvPr>
          <p:cNvSpPr txBox="1"/>
          <p:nvPr/>
        </p:nvSpPr>
        <p:spPr>
          <a:xfrm flipH="1">
            <a:off x="2295460" y="2555839"/>
            <a:ext cx="94471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(*)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9CEDC2-3EF8-E5EF-B3A7-10F3F2A72885}"/>
              </a:ext>
            </a:extLst>
          </p:cNvPr>
          <p:cNvGrpSpPr/>
          <p:nvPr/>
        </p:nvGrpSpPr>
        <p:grpSpPr>
          <a:xfrm>
            <a:off x="97614" y="1610040"/>
            <a:ext cx="2983092" cy="2270860"/>
            <a:chOff x="595163" y="2186332"/>
            <a:chExt cx="2983092" cy="2270860"/>
          </a:xfrm>
        </p:grpSpPr>
        <p:pic>
          <p:nvPicPr>
            <p:cNvPr id="5" name="Graphic 4" descr="User with solid fill">
              <a:extLst>
                <a:ext uri="{FF2B5EF4-FFF2-40B4-BE49-F238E27FC236}">
                  <a16:creationId xmlns:a16="http://schemas.microsoft.com/office/drawing/2014/main" id="{4969873D-3482-D3BD-1501-D7A8F2F8F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0388" y="2186332"/>
              <a:ext cx="856240" cy="866577"/>
            </a:xfrm>
            <a:prstGeom prst="rect">
              <a:avLst/>
            </a:prstGeom>
          </p:spPr>
        </p:pic>
        <p:pic>
          <p:nvPicPr>
            <p:cNvPr id="6" name="Graphic 5" descr="User with solid fill">
              <a:extLst>
                <a:ext uri="{FF2B5EF4-FFF2-40B4-BE49-F238E27FC236}">
                  <a16:creationId xmlns:a16="http://schemas.microsoft.com/office/drawing/2014/main" id="{387B6865-C06C-ECBD-54E6-AFAB61431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912" y="2885182"/>
              <a:ext cx="856240" cy="866577"/>
            </a:xfrm>
            <a:prstGeom prst="rect">
              <a:avLst/>
            </a:prstGeom>
          </p:spPr>
        </p:pic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FAEE4135-E22B-D416-CCE4-2F1DB391C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5163" y="3590615"/>
              <a:ext cx="856240" cy="86657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BD4CE3-3E40-39F2-A768-5E2F51178DE0}"/>
                    </a:ext>
                  </a:extLst>
                </p:cNvPr>
                <p:cNvSpPr txBox="1"/>
                <p:nvPr/>
              </p:nvSpPr>
              <p:spPr>
                <a:xfrm flipH="1">
                  <a:off x="2602803" y="2317008"/>
                  <a:ext cx="975452" cy="5939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0" lang="en-US" sz="2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accPr>
                              <m:e>
                                <m: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sz="2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dPr>
                              <m:e>
                                <m: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kumimoji="0" lang="en-US" sz="2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BD4CE3-3E40-39F2-A768-5E2F51178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602803" y="2317008"/>
                  <a:ext cx="975452" cy="5939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73A3B44-DBCF-5C85-130E-B99439B3A859}"/>
                    </a:ext>
                  </a:extLst>
                </p:cNvPr>
                <p:cNvSpPr txBox="1"/>
                <p:nvPr/>
              </p:nvSpPr>
              <p:spPr>
                <a:xfrm flipH="1">
                  <a:off x="2525474" y="3789596"/>
                  <a:ext cx="975452" cy="60490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0" lang="en-US" sz="2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accPr>
                              <m:e>
                                <m: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sz="2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Calibri"/>
                              </a:rPr>
                              <m:t>𝑀</m:t>
                            </m:r>
                          </m:sub>
                          <m:sup>
                            <m:d>
                              <m:dPr>
                                <m:ctrlP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</m:ctrlPr>
                              </m:dPr>
                              <m:e>
                                <m:r>
                                  <a:rPr kumimoji="0" lang="en-US" sz="2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  <a:sym typeface="Calibri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  <a:endParaRPr kumimoji="0" lang="en-US" sz="2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73A3B44-DBCF-5C85-130E-B99439B3A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525474" y="3789596"/>
                  <a:ext cx="975452" cy="6049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40E282D2-4CCA-53ED-B4DB-81488D50F0D5}"/>
                </a:ext>
              </a:extLst>
            </p:cNvPr>
            <p:cNvSpPr/>
            <p:nvPr/>
          </p:nvSpPr>
          <p:spPr>
            <a:xfrm rot="16200000">
              <a:off x="1834593" y="2281079"/>
              <a:ext cx="455786" cy="7524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7010559A-3503-2121-8CAF-BDA280EAAC69}"/>
                </a:ext>
              </a:extLst>
            </p:cNvPr>
            <p:cNvSpPr/>
            <p:nvPr/>
          </p:nvSpPr>
          <p:spPr>
            <a:xfrm rot="16200000">
              <a:off x="1834593" y="2986512"/>
              <a:ext cx="455786" cy="7524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77749FE9-F33B-AE24-78C3-34E80006FA05}"/>
                </a:ext>
              </a:extLst>
            </p:cNvPr>
            <p:cNvSpPr/>
            <p:nvPr/>
          </p:nvSpPr>
          <p:spPr>
            <a:xfrm rot="16200000">
              <a:off x="1833709" y="3722253"/>
              <a:ext cx="455786" cy="7524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Graphic 14" descr="Cloud outline">
            <a:extLst>
              <a:ext uri="{FF2B5EF4-FFF2-40B4-BE49-F238E27FC236}">
                <a16:creationId xmlns:a16="http://schemas.microsoft.com/office/drawing/2014/main" id="{714558BF-56BB-AB0F-782F-CBECA0DA04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5224" y="1295512"/>
            <a:ext cx="2544688" cy="2575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AB00A5-6485-94B3-67BA-49609FF775B4}"/>
              </a:ext>
            </a:extLst>
          </p:cNvPr>
          <p:cNvSpPr txBox="1"/>
          <p:nvPr/>
        </p:nvSpPr>
        <p:spPr>
          <a:xfrm flipH="1">
            <a:off x="3757922" y="2507097"/>
            <a:ext cx="152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Server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8D855BA-F1A6-B33A-37A9-AF18E47A200D}"/>
              </a:ext>
            </a:extLst>
          </p:cNvPr>
          <p:cNvSpPr/>
          <p:nvPr/>
        </p:nvSpPr>
        <p:spPr>
          <a:xfrm rot="16200000">
            <a:off x="5944811" y="2308843"/>
            <a:ext cx="455786" cy="752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8BDBD9-36FC-1174-B995-278638B23EC4}"/>
                  </a:ext>
                </a:extLst>
              </p:cNvPr>
              <p:cNvSpPr txBox="1"/>
              <p:nvPr/>
            </p:nvSpPr>
            <p:spPr>
              <a:xfrm>
                <a:off x="5532183" y="1853104"/>
                <a:ext cx="1223314" cy="557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E8BDBD9-36FC-1174-B995-278638B23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83" y="1853104"/>
                <a:ext cx="1223314" cy="5576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2880CACC-998F-4C18-29D1-32EA38D2902F}"/>
              </a:ext>
            </a:extLst>
          </p:cNvPr>
          <p:cNvSpPr/>
          <p:nvPr/>
        </p:nvSpPr>
        <p:spPr>
          <a:xfrm>
            <a:off x="6869819" y="2230453"/>
            <a:ext cx="4835807" cy="876074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83A884-D56D-3322-90DA-45534FCD83A9}"/>
              </a:ext>
            </a:extLst>
          </p:cNvPr>
          <p:cNvSpPr txBox="1"/>
          <p:nvPr/>
        </p:nvSpPr>
        <p:spPr>
          <a:xfrm flipH="1">
            <a:off x="7396789" y="1659117"/>
            <a:ext cx="3902582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Robust Arm-Mean Estimator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67B00D2-9F8C-2D64-45A0-790E60822D15}"/>
              </a:ext>
            </a:extLst>
          </p:cNvPr>
          <p:cNvGrpSpPr/>
          <p:nvPr/>
        </p:nvGrpSpPr>
        <p:grpSpPr>
          <a:xfrm>
            <a:off x="10402638" y="3565704"/>
            <a:ext cx="1564190" cy="2259195"/>
            <a:chOff x="10278226" y="1357031"/>
            <a:chExt cx="1564190" cy="225919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F077E54-08A7-AA5E-ACD6-B1F09523BA0B}"/>
                </a:ext>
              </a:extLst>
            </p:cNvPr>
            <p:cNvSpPr/>
            <p:nvPr/>
          </p:nvSpPr>
          <p:spPr>
            <a:xfrm>
              <a:off x="10278226" y="1357031"/>
              <a:ext cx="1564190" cy="225919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65DC54-DB5F-7D1D-856F-D665006F1B18}"/>
                    </a:ext>
                  </a:extLst>
                </p:cNvPr>
                <p:cNvSpPr txBox="1"/>
                <p:nvPr/>
              </p:nvSpPr>
              <p:spPr>
                <a:xfrm flipH="1">
                  <a:off x="10319162" y="2155437"/>
                  <a:ext cx="1482318" cy="5539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326532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3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3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𝒜</m:t>
                            </m:r>
                          </m:e>
                          <m:sub>
                            <m:r>
                              <a:rPr kumimoji="0" lang="en-US" sz="3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Calibri"/>
                              </a:rPr>
                              <m:t>ℓ</m:t>
                            </m:r>
                          </m:sub>
                        </m:sSub>
                      </m:oMath>
                    </m:oMathPara>
                  </a14:m>
                  <a:endParaRPr kumimoji="0" lang="en-US" sz="30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+mn-ea"/>
                    <a:cs typeface="+mn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065DC54-DB5F-7D1D-856F-D665006F1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319162" y="2155437"/>
                  <a:ext cx="1482318" cy="55399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900631C-C78C-1E7B-3993-980D9A095065}"/>
                </a:ext>
              </a:extLst>
            </p:cNvPr>
            <p:cNvSpPr/>
            <p:nvPr/>
          </p:nvSpPr>
          <p:spPr>
            <a:xfrm>
              <a:off x="11438239" y="2174798"/>
              <a:ext cx="108858" cy="1022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6AE2DA7-33E1-9EF7-09F9-D0010B3FB928}"/>
                </a:ext>
              </a:extLst>
            </p:cNvPr>
            <p:cNvSpPr/>
            <p:nvPr/>
          </p:nvSpPr>
          <p:spPr>
            <a:xfrm>
              <a:off x="10820399" y="1796074"/>
              <a:ext cx="108858" cy="1022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22C42A5-7263-4E98-99CF-8488F8C9F9F9}"/>
                </a:ext>
              </a:extLst>
            </p:cNvPr>
            <p:cNvSpPr/>
            <p:nvPr/>
          </p:nvSpPr>
          <p:spPr>
            <a:xfrm>
              <a:off x="10702629" y="2968689"/>
              <a:ext cx="108858" cy="1022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EB9A738-4967-EFB3-B048-4457B6DF1242}"/>
                </a:ext>
              </a:extLst>
            </p:cNvPr>
            <p:cNvSpPr/>
            <p:nvPr/>
          </p:nvSpPr>
          <p:spPr>
            <a:xfrm>
              <a:off x="11344705" y="2838570"/>
              <a:ext cx="108858" cy="1022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1635F71-639B-7661-187A-B8DAABF96CFF}"/>
                    </a:ext>
                  </a:extLst>
                </p:cNvPr>
                <p:cNvSpPr txBox="1"/>
                <p:nvPr/>
              </p:nvSpPr>
              <p:spPr>
                <a:xfrm>
                  <a:off x="10929257" y="1438836"/>
                  <a:ext cx="457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1635F71-639B-7661-187A-B8DAABF96C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9257" y="1438836"/>
                  <a:ext cx="45719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00000" r="-4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527645-C242-00C2-1480-3C3524E34628}"/>
                  </a:ext>
                </a:extLst>
              </p:cNvPr>
              <p:cNvSpPr txBox="1"/>
              <p:nvPr/>
            </p:nvSpPr>
            <p:spPr>
              <a:xfrm>
                <a:off x="6921506" y="2323710"/>
                <a:ext cx="4791522" cy="557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𝑀𝑒𝑑𝑖𝑎𝑛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lit/>
                        </m:r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{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⟨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ℓ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⟩,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})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527645-C242-00C2-1480-3C3524E34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506" y="2323710"/>
                <a:ext cx="4791522" cy="5576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4489AE34-DEE2-88CB-890C-135CF6B1B0A4}"/>
              </a:ext>
            </a:extLst>
          </p:cNvPr>
          <p:cNvSpPr/>
          <p:nvPr/>
        </p:nvSpPr>
        <p:spPr>
          <a:xfrm>
            <a:off x="10061042" y="2821518"/>
            <a:ext cx="883206" cy="1488371"/>
          </a:xfrm>
          <a:custGeom>
            <a:avLst/>
            <a:gdLst>
              <a:gd name="connsiteX0" fmla="*/ 941614 w 941614"/>
              <a:gd name="connsiteY0" fmla="*/ 1213757 h 1451477"/>
              <a:gd name="connsiteX1" fmla="*/ 223157 w 941614"/>
              <a:gd name="connsiteY1" fmla="*/ 1360714 h 1451477"/>
              <a:gd name="connsiteX2" fmla="*/ 0 w 941614"/>
              <a:gd name="connsiteY2" fmla="*/ 0 h 1451477"/>
              <a:gd name="connsiteX3" fmla="*/ 0 w 941614"/>
              <a:gd name="connsiteY3" fmla="*/ 0 h 145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614" h="1451477">
                <a:moveTo>
                  <a:pt x="941614" y="1213757"/>
                </a:moveTo>
                <a:cubicBezTo>
                  <a:pt x="660853" y="1388382"/>
                  <a:pt x="380093" y="1563007"/>
                  <a:pt x="223157" y="1360714"/>
                </a:cubicBezTo>
                <a:cubicBezTo>
                  <a:pt x="66221" y="1158421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28575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11156B8-F796-915F-0641-3C81248572AF}"/>
              </a:ext>
            </a:extLst>
          </p:cNvPr>
          <p:cNvSpPr/>
          <p:nvPr/>
        </p:nvSpPr>
        <p:spPr>
          <a:xfrm>
            <a:off x="6999514" y="2355293"/>
            <a:ext cx="620486" cy="557653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97EAFD8-84CB-BCB3-F710-BFA094DC0826}"/>
              </a:ext>
            </a:extLst>
          </p:cNvPr>
          <p:cNvCxnSpPr>
            <a:cxnSpLocks/>
          </p:cNvCxnSpPr>
          <p:nvPr/>
        </p:nvCxnSpPr>
        <p:spPr>
          <a:xfrm flipV="1">
            <a:off x="6248400" y="2912946"/>
            <a:ext cx="892629" cy="14705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AF175BF-8C55-76CE-1416-F31FD5CA0A70}"/>
                  </a:ext>
                </a:extLst>
              </p:cNvPr>
              <p:cNvSpPr txBox="1"/>
              <p:nvPr/>
            </p:nvSpPr>
            <p:spPr>
              <a:xfrm>
                <a:off x="1110343" y="4441580"/>
                <a:ext cx="8463643" cy="492443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/>
                  <a:t>Robust estimate of the mean-payoff of arm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600" dirty="0"/>
                  <a:t> namely,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AF175BF-8C55-76CE-1416-F31FD5CA0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4441580"/>
                <a:ext cx="8463643" cy="492443"/>
              </a:xfrm>
              <a:prstGeom prst="rect">
                <a:avLst/>
              </a:prstGeom>
              <a:blipFill>
                <a:blip r:embed="rId14"/>
                <a:stretch>
                  <a:fillRect l="-1221" t="-9639" b="-28916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1B3CAB6-B715-1FA5-A4C9-E907CA33582C}"/>
              </a:ext>
            </a:extLst>
          </p:cNvPr>
          <p:cNvSpPr txBox="1"/>
          <p:nvPr/>
        </p:nvSpPr>
        <p:spPr>
          <a:xfrm flipH="1">
            <a:off x="3870890" y="5205975"/>
            <a:ext cx="31286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C00000"/>
                </a:solidFill>
              </a:rPr>
              <a:t>Confidence Bounds?</a:t>
            </a:r>
          </a:p>
        </p:txBody>
      </p:sp>
    </p:spTree>
    <p:extLst>
      <p:ext uri="{BB962C8B-B14F-4D97-AF65-F5344CB8AC3E}">
        <p14:creationId xmlns:p14="http://schemas.microsoft.com/office/powerpoint/2010/main" val="197886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3" grpId="0" animBg="1"/>
      <p:bldP spid="6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DF41-384B-D000-E719-74EE0E30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 Confidence Intervals</a:t>
            </a:r>
          </a:p>
        </p:txBody>
      </p:sp>
      <p:pic>
        <p:nvPicPr>
          <p:cNvPr id="14" name="Graphic 13" descr="Normal Distribution outline">
            <a:extLst>
              <a:ext uri="{FF2B5EF4-FFF2-40B4-BE49-F238E27FC236}">
                <a16:creationId xmlns:a16="http://schemas.microsoft.com/office/drawing/2014/main" id="{ADA05C11-5674-9EB2-411A-EB65ACEB9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3584" y="695686"/>
            <a:ext cx="3363686" cy="336368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8E43B3E-0742-17C3-E950-41F402FC2D6C}"/>
              </a:ext>
            </a:extLst>
          </p:cNvPr>
          <p:cNvGrpSpPr/>
          <p:nvPr/>
        </p:nvGrpSpPr>
        <p:grpSpPr>
          <a:xfrm>
            <a:off x="4457144" y="1465036"/>
            <a:ext cx="4404366" cy="2657794"/>
            <a:chOff x="3830678" y="1470478"/>
            <a:chExt cx="4404366" cy="26577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E9BAD54-54A2-2EB0-FFCD-B9301879A90E}"/>
                    </a:ext>
                  </a:extLst>
                </p:cNvPr>
                <p:cNvSpPr txBox="1"/>
                <p:nvPr/>
              </p:nvSpPr>
              <p:spPr>
                <a:xfrm>
                  <a:off x="6988630" y="3635829"/>
                  <a:ext cx="1246414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⟨</m:t>
                        </m:r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E9BAD54-54A2-2EB0-FFCD-B9301879A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8630" y="3635829"/>
                  <a:ext cx="1246414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8BDA805-7341-F1C2-38A9-95A7F991DEEF}"/>
                    </a:ext>
                  </a:extLst>
                </p:cNvPr>
                <p:cNvSpPr txBox="1"/>
                <p:nvPr/>
              </p:nvSpPr>
              <p:spPr>
                <a:xfrm flipH="1">
                  <a:off x="3830678" y="1470478"/>
                  <a:ext cx="2831377" cy="1985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dirty="0"/>
                    <a:t>Conditional distribution of 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a14:m>
                  <a:r>
                    <a:rPr lang="en-US" sz="2600" dirty="0"/>
                    <a:t> for </a:t>
                  </a:r>
                </a:p>
                <a:p>
                  <a:r>
                    <a:rPr lang="en-US" sz="2600" dirty="0"/>
                    <a:t>good agents </a:t>
                  </a:r>
                  <a14:m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8BDA805-7341-F1C2-38A9-95A7F991D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830678" y="1470478"/>
                  <a:ext cx="2831377" cy="1985736"/>
                </a:xfrm>
                <a:prstGeom prst="rect">
                  <a:avLst/>
                </a:prstGeom>
                <a:blipFill>
                  <a:blip r:embed="rId5"/>
                  <a:stretch>
                    <a:fillRect l="-3871" t="-2454" b="-70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3E0BD64-3721-0B27-593C-38FB145AA8E2}"/>
              </a:ext>
            </a:extLst>
          </p:cNvPr>
          <p:cNvSpPr txBox="1"/>
          <p:nvPr/>
        </p:nvSpPr>
        <p:spPr>
          <a:xfrm>
            <a:off x="485351" y="2377529"/>
            <a:ext cx="278498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</a:rPr>
              <a:t>Key Observation 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A489883-D4EB-1958-B630-9719F85511D9}"/>
              </a:ext>
            </a:extLst>
          </p:cNvPr>
          <p:cNvSpPr/>
          <p:nvPr/>
        </p:nvSpPr>
        <p:spPr>
          <a:xfrm>
            <a:off x="3101601" y="2339929"/>
            <a:ext cx="941612" cy="60927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045C73-738F-04D0-0F04-5533FC48A045}"/>
              </a:ext>
            </a:extLst>
          </p:cNvPr>
          <p:cNvSpPr/>
          <p:nvPr/>
        </p:nvSpPr>
        <p:spPr>
          <a:xfrm>
            <a:off x="7907375" y="2339929"/>
            <a:ext cx="126274" cy="12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E9974D-951C-900B-19CC-4A3C88B3BC90}"/>
              </a:ext>
            </a:extLst>
          </p:cNvPr>
          <p:cNvSpPr/>
          <p:nvPr/>
        </p:nvSpPr>
        <p:spPr>
          <a:xfrm>
            <a:off x="8323484" y="1844629"/>
            <a:ext cx="126274" cy="12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C1B08F-C758-7C32-0FFE-25EF93815118}"/>
              </a:ext>
            </a:extLst>
          </p:cNvPr>
          <p:cNvSpPr/>
          <p:nvPr/>
        </p:nvSpPr>
        <p:spPr>
          <a:xfrm>
            <a:off x="8386621" y="2487973"/>
            <a:ext cx="126274" cy="12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843D3B-E83E-4FBE-1FD7-2A5D8B0F6103}"/>
              </a:ext>
            </a:extLst>
          </p:cNvPr>
          <p:cNvSpPr/>
          <p:nvPr/>
        </p:nvSpPr>
        <p:spPr>
          <a:xfrm>
            <a:off x="7844238" y="2858884"/>
            <a:ext cx="126274" cy="12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B44FA40-8DAE-710D-6A1B-9BA1A1166A8B}"/>
              </a:ext>
            </a:extLst>
          </p:cNvPr>
          <p:cNvSpPr/>
          <p:nvPr/>
        </p:nvSpPr>
        <p:spPr>
          <a:xfrm>
            <a:off x="8663932" y="3059180"/>
            <a:ext cx="126274" cy="126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F13309E-B06F-0E4A-F195-21D9EF018F8C}"/>
              </a:ext>
            </a:extLst>
          </p:cNvPr>
          <p:cNvCxnSpPr/>
          <p:nvPr/>
        </p:nvCxnSpPr>
        <p:spPr>
          <a:xfrm flipH="1">
            <a:off x="8449758" y="1215342"/>
            <a:ext cx="933728" cy="6292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D5590A-F10A-C5C8-97AA-FEC36BFA8D95}"/>
              </a:ext>
            </a:extLst>
          </p:cNvPr>
          <p:cNvCxnSpPr>
            <a:cxnSpLocks/>
          </p:cNvCxnSpPr>
          <p:nvPr/>
        </p:nvCxnSpPr>
        <p:spPr>
          <a:xfrm flipH="1">
            <a:off x="8512895" y="1263487"/>
            <a:ext cx="889772" cy="12225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A5838C-B9B7-9A86-C333-4D80C82638E2}"/>
              </a:ext>
            </a:extLst>
          </p:cNvPr>
          <p:cNvCxnSpPr>
            <a:cxnSpLocks/>
          </p:cNvCxnSpPr>
          <p:nvPr/>
        </p:nvCxnSpPr>
        <p:spPr>
          <a:xfrm flipH="1">
            <a:off x="8762235" y="1303270"/>
            <a:ext cx="656417" cy="17267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DDB6F54-8AF0-EC84-5CE7-BF583F53315F}"/>
              </a:ext>
            </a:extLst>
          </p:cNvPr>
          <p:cNvSpPr txBox="1"/>
          <p:nvPr/>
        </p:nvSpPr>
        <p:spPr>
          <a:xfrm>
            <a:off x="9446623" y="799843"/>
            <a:ext cx="2100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Estimates from </a:t>
            </a:r>
          </a:p>
          <a:p>
            <a:r>
              <a:rPr lang="en-US" sz="2400" dirty="0"/>
              <a:t>good agents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71157F89-A9EC-5723-EBE4-A11F3CC6D0EE}"/>
                  </a:ext>
                </a:extLst>
              </p:cNvPr>
              <p:cNvSpPr/>
              <p:nvPr/>
            </p:nvSpPr>
            <p:spPr>
              <a:xfrm>
                <a:off x="552720" y="4976958"/>
                <a:ext cx="9413151" cy="1185356"/>
              </a:xfrm>
              <a:prstGeom prst="roundRec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defTabSz="457200">
                  <a:defRPr/>
                </a:pPr>
                <a:r>
                  <a:rPr lang="en-US" sz="2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Informal</a:t>
                </a:r>
                <a:r>
                  <a:rPr lang="en-US" sz="2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With high probability, for each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sz="2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  <m:r>
                      <a:rPr lang="en-US" sz="2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US" sz="2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following holds: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2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2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sz="2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en-US" sz="2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26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  <m:r>
                      <a:rPr lang="en-US" sz="2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d>
                      <m:dPr>
                        <m:ctrlP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1+</m:t>
                        </m:r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rad>
                          <m:radPr>
                            <m:degHide m:val="on"/>
                            <m:ctrlPr>
                              <a:rPr lang="en-US" sz="2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</m:e>
                        </m:rad>
                      </m:e>
                    </m:d>
                    <m:sSub>
                      <m:sSubPr>
                        <m:ctrlP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  <m:r>
                      <a:rPr lang="en-US" sz="2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sz="26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71157F89-A9EC-5723-EBE4-A11F3CC6D0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20" y="4976958"/>
                <a:ext cx="9413151" cy="1185356"/>
              </a:xfrm>
              <a:prstGeom prst="roundRect">
                <a:avLst/>
              </a:prstGeom>
              <a:blipFill>
                <a:blip r:embed="rId6"/>
                <a:stretch>
                  <a:fillRect l="-387"/>
                </a:stretch>
              </a:blip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E2E98EB-260E-4134-4218-ECE2EE6DC5BA}"/>
              </a:ext>
            </a:extLst>
          </p:cNvPr>
          <p:cNvSpPr/>
          <p:nvPr/>
        </p:nvSpPr>
        <p:spPr>
          <a:xfrm>
            <a:off x="549123" y="4266791"/>
            <a:ext cx="9409554" cy="5012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Lemma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(Robust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 Confidence Intervals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)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2563EE5-6DFD-C722-61CD-64C5582A8696}"/>
              </a:ext>
            </a:extLst>
          </p:cNvPr>
          <p:cNvSpPr/>
          <p:nvPr/>
        </p:nvSpPr>
        <p:spPr>
          <a:xfrm>
            <a:off x="5475514" y="5611586"/>
            <a:ext cx="500743" cy="474057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8B312F-CBC1-B3E5-F376-089F8503F0A4}"/>
              </a:ext>
            </a:extLst>
          </p:cNvPr>
          <p:cNvCxnSpPr>
            <a:cxnSpLocks/>
          </p:cNvCxnSpPr>
          <p:nvPr/>
        </p:nvCxnSpPr>
        <p:spPr>
          <a:xfrm flipH="1" flipV="1">
            <a:off x="5857949" y="6042099"/>
            <a:ext cx="406783" cy="2855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7CBB95A-87AE-8829-C950-CEE0B38DBC98}"/>
              </a:ext>
            </a:extLst>
          </p:cNvPr>
          <p:cNvSpPr txBox="1"/>
          <p:nvPr/>
        </p:nvSpPr>
        <p:spPr>
          <a:xfrm>
            <a:off x="4718614" y="6296517"/>
            <a:ext cx="4700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Inflated</a:t>
            </a:r>
            <a:r>
              <a:rPr lang="en-US" sz="2400" dirty="0"/>
              <a:t> Confidence Threshold</a:t>
            </a:r>
          </a:p>
        </p:txBody>
      </p:sp>
    </p:spTree>
    <p:extLst>
      <p:ext uri="{BB962C8B-B14F-4D97-AF65-F5344CB8AC3E}">
        <p14:creationId xmlns:p14="http://schemas.microsoft.com/office/powerpoint/2010/main" val="187989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4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E81B-644E-4BD1-CEF9-97BED203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Phased Elimination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626DC-A3BA-26B4-CF2B-949C6A1E4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Q. </a:t>
                </a:r>
                <a:r>
                  <a:rPr lang="en-US" dirty="0"/>
                  <a:t>What do we do with the robust confidence intervals?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𝒜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ℓ+1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{</m:t>
                      </m:r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𝒜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ℓ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func>
                        <m:funcPr>
                          <m:ctrlP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𝒜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ℓ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≤2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ℓ</m:t>
                              </m:r>
                            </m:sub>
                          </m:sSub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600" b="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Recall that with high prob.,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Claim 1:</a:t>
                </a:r>
                <a:r>
                  <a:rPr lang="en-US" dirty="0"/>
                  <a:t> With high prob.,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626DC-A3BA-26B4-CF2B-949C6A1E4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A5F4EC1-3C3B-2921-021B-08DD46CE5218}"/>
              </a:ext>
            </a:extLst>
          </p:cNvPr>
          <p:cNvSpPr/>
          <p:nvPr/>
        </p:nvSpPr>
        <p:spPr>
          <a:xfrm>
            <a:off x="3113314" y="2286000"/>
            <a:ext cx="5965371" cy="66947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3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E81B-644E-4BD1-CEF9-97BED203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Phased Elimination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626DC-A3BA-26B4-CF2B-949C6A1E4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Q. </a:t>
                </a:r>
                <a:r>
                  <a:rPr lang="en-US" dirty="0"/>
                  <a:t>What do we do with the robust confidence intervals?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𝒜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ℓ+1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{</m:t>
                      </m:r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𝒜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ℓ</m:t>
                          </m:r>
                        </m:sub>
                      </m:sSub>
                      <m:r>
                        <a:rPr lang="en-US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func>
                        <m:funcPr>
                          <m:ctrlP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𝒜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ℓ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≤2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ℓ</m:t>
                              </m:r>
                            </m:sub>
                          </m:sSub>
                          <m:r>
                            <a:rPr lang="en-US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600" b="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Recall that with high prob.,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b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Claim 2:</a:t>
                </a:r>
                <a:r>
                  <a:rPr lang="en-US" dirty="0"/>
                  <a:t> With high prob.,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≤4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626DC-A3BA-26B4-CF2B-949C6A1E4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A5F4EC1-3C3B-2921-021B-08DD46CE5218}"/>
              </a:ext>
            </a:extLst>
          </p:cNvPr>
          <p:cNvSpPr/>
          <p:nvPr/>
        </p:nvSpPr>
        <p:spPr>
          <a:xfrm>
            <a:off x="3113314" y="2286000"/>
            <a:ext cx="5965371" cy="66947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6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6E82-AF19-8F78-9DC3-22919F03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43A6CDE-3C6C-3FC8-B6C5-184B64407821}"/>
                  </a:ext>
                </a:extLst>
              </p:cNvPr>
              <p:cNvSpPr/>
              <p:nvPr/>
            </p:nvSpPr>
            <p:spPr>
              <a:xfrm>
                <a:off x="1020807" y="2191903"/>
                <a:ext cx="9389987" cy="2230361"/>
              </a:xfrm>
              <a:prstGeom prst="roundRec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600" kern="12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6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sz="26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&lt;0.5.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 Given any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ctrlP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0,1</m:t>
                        </m:r>
                      </m:e>
                    </m:d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 with probability</a:t>
                </a:r>
                <a:r>
                  <a:rPr kumimoji="0" lang="en-US" sz="2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 at least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1−</m:t>
                    </m:r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the following holds for each good agent</a:t>
                </a:r>
                <a:r>
                  <a:rPr kumimoji="0" lang="en-US" sz="2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kumimoji="0" lang="en-US" sz="2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</m:oMath>
                </a14:m>
                <a:endParaRPr kumimoji="0" lang="en-US" sz="2600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  <a:p>
                <a:pPr lvl="0" defTabSz="457200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</m:e>
                      </m:nary>
                      <m:acc>
                        <m:accPr>
                          <m:chr m:val="̃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𝑂</m:t>
                          </m:r>
                        </m:e>
                      </m:acc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𝑀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𝑑𝑇</m:t>
                          </m:r>
                        </m:e>
                      </m:ra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</m:oMath>
                  </m:oMathPara>
                </a14:m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43A6CDE-3C6C-3FC8-B6C5-184B64407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07" y="2191903"/>
                <a:ext cx="9389987" cy="22303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C54255-25E5-691E-E6A4-2843F3DFA992}"/>
              </a:ext>
            </a:extLst>
          </p:cNvPr>
          <p:cNvSpPr/>
          <p:nvPr/>
        </p:nvSpPr>
        <p:spPr>
          <a:xfrm>
            <a:off x="966377" y="1392715"/>
            <a:ext cx="9409554" cy="50126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381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Arial" panose="020B0604020202020204" pitchFamily="34" charset="0"/>
              </a:rPr>
              <a:t>Theorem I (Performance of RCLB)</a:t>
            </a:r>
          </a:p>
        </p:txBody>
      </p:sp>
    </p:spTree>
    <p:extLst>
      <p:ext uri="{BB962C8B-B14F-4D97-AF65-F5344CB8AC3E}">
        <p14:creationId xmlns:p14="http://schemas.microsoft.com/office/powerpoint/2010/main" val="3664141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2B63-49FB-DBBE-5545-3634F569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Lower Bound Analysis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F29167-4438-992E-4D54-0437353200CF}"/>
              </a:ext>
            </a:extLst>
          </p:cNvPr>
          <p:cNvGrpSpPr/>
          <p:nvPr/>
        </p:nvGrpSpPr>
        <p:grpSpPr>
          <a:xfrm>
            <a:off x="1356259" y="2928169"/>
            <a:ext cx="3716656" cy="3671695"/>
            <a:chOff x="600802" y="3032903"/>
            <a:chExt cx="3716656" cy="3671695"/>
          </a:xfrm>
        </p:grpSpPr>
        <p:pic>
          <p:nvPicPr>
            <p:cNvPr id="5" name="Graphic 4" descr="User with solid fill">
              <a:extLst>
                <a:ext uri="{FF2B5EF4-FFF2-40B4-BE49-F238E27FC236}">
                  <a16:creationId xmlns:a16="http://schemas.microsoft.com/office/drawing/2014/main" id="{EE38FEB1-F437-B13E-C9FD-6564D6E77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0802" y="3495630"/>
              <a:ext cx="897083" cy="897083"/>
            </a:xfrm>
            <a:prstGeom prst="rect">
              <a:avLst/>
            </a:prstGeom>
          </p:spPr>
        </p:pic>
        <p:pic>
          <p:nvPicPr>
            <p:cNvPr id="6" name="Graphic 5" descr="User with solid fill">
              <a:extLst>
                <a:ext uri="{FF2B5EF4-FFF2-40B4-BE49-F238E27FC236}">
                  <a16:creationId xmlns:a16="http://schemas.microsoft.com/office/drawing/2014/main" id="{C7BE5215-5BEB-FBC6-433C-264BEAB36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29098" y="3523177"/>
              <a:ext cx="897083" cy="89708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AB62DE7-7495-C2BC-0EDC-07AB98F97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3" y="3032903"/>
              <a:ext cx="499748" cy="462727"/>
            </a:xfrm>
            <a:prstGeom prst="straightConnector1">
              <a:avLst/>
            </a:prstGeom>
            <a:noFill/>
            <a:ln w="28575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8F2D97F-86E9-32A7-F61C-8CE6C628D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2031" y="3041235"/>
              <a:ext cx="0" cy="481942"/>
            </a:xfrm>
            <a:prstGeom prst="straightConnector1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286A25-E70C-F359-2679-4C17B4CE370D}"/>
                </a:ext>
              </a:extLst>
            </p:cNvPr>
            <p:cNvSpPr txBox="1"/>
            <p:nvPr/>
          </p:nvSpPr>
          <p:spPr>
            <a:xfrm flipH="1">
              <a:off x="2549282" y="3053917"/>
              <a:ext cx="435902" cy="4529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(*)</a:t>
              </a:r>
            </a:p>
          </p:txBody>
        </p:sp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29BA59C1-2CA7-4B7D-56B9-B206F3FAD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5808" y="5035840"/>
              <a:ext cx="1663576" cy="1668758"/>
            </a:xfrm>
            <a:prstGeom prst="rect">
              <a:avLst/>
            </a:prstGeom>
          </p:spPr>
        </p:pic>
        <p:sp>
          <p:nvSpPr>
            <p:cNvPr id="11" name="Arrow: Left-Right 10">
              <a:extLst>
                <a:ext uri="{FF2B5EF4-FFF2-40B4-BE49-F238E27FC236}">
                  <a16:creationId xmlns:a16="http://schemas.microsoft.com/office/drawing/2014/main" id="{4911D9AD-E579-EED8-0E46-3D11CEE41563}"/>
                </a:ext>
              </a:extLst>
            </p:cNvPr>
            <p:cNvSpPr/>
            <p:nvPr/>
          </p:nvSpPr>
          <p:spPr>
            <a:xfrm rot="2650539">
              <a:off x="884144" y="4468323"/>
              <a:ext cx="663096" cy="3918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Left-Right 11">
              <a:extLst>
                <a:ext uri="{FF2B5EF4-FFF2-40B4-BE49-F238E27FC236}">
                  <a16:creationId xmlns:a16="http://schemas.microsoft.com/office/drawing/2014/main" id="{975622AF-C15B-F4D6-428E-16AE5CC7B89D}"/>
                </a:ext>
              </a:extLst>
            </p:cNvPr>
            <p:cNvSpPr/>
            <p:nvPr/>
          </p:nvSpPr>
          <p:spPr>
            <a:xfrm rot="7985005">
              <a:off x="3395281" y="4472739"/>
              <a:ext cx="663096" cy="3918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3632AA9E-A206-2D88-9136-6B0112D4D3A0}"/>
                </a:ext>
              </a:extLst>
            </p:cNvPr>
            <p:cNvSpPr/>
            <p:nvPr/>
          </p:nvSpPr>
          <p:spPr>
            <a:xfrm rot="5400000">
              <a:off x="2192972" y="4425703"/>
              <a:ext cx="578116" cy="45418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 descr="User with solid fill">
              <a:extLst>
                <a:ext uri="{FF2B5EF4-FFF2-40B4-BE49-F238E27FC236}">
                  <a16:creationId xmlns:a16="http://schemas.microsoft.com/office/drawing/2014/main" id="{E6BE5711-185C-A90C-D118-BB22CD597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20375" y="3516644"/>
              <a:ext cx="897083" cy="897083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C1DDB1-C523-6DA9-B192-0F5C4CDC95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3043" y="3053917"/>
              <a:ext cx="548433" cy="462727"/>
            </a:xfrm>
            <a:prstGeom prst="straightConnector1">
              <a:avLst/>
            </a:prstGeom>
            <a:noFill/>
            <a:ln w="28575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BA7EA7-20A3-F9EA-80C1-C32D6607246F}"/>
              </a:ext>
            </a:extLst>
          </p:cNvPr>
          <p:cNvGrpSpPr/>
          <p:nvPr/>
        </p:nvGrpSpPr>
        <p:grpSpPr>
          <a:xfrm>
            <a:off x="6386560" y="2928169"/>
            <a:ext cx="3716656" cy="3671695"/>
            <a:chOff x="600802" y="3032903"/>
            <a:chExt cx="3716656" cy="3671695"/>
          </a:xfrm>
        </p:grpSpPr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4DFAA165-5643-17FB-7EC1-12F2AD886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0802" y="3495630"/>
              <a:ext cx="897083" cy="897083"/>
            </a:xfrm>
            <a:prstGeom prst="rect">
              <a:avLst/>
            </a:prstGeom>
          </p:spPr>
        </p:pic>
        <p:pic>
          <p:nvPicPr>
            <p:cNvPr id="18" name="Graphic 17" descr="User with solid fill">
              <a:extLst>
                <a:ext uri="{FF2B5EF4-FFF2-40B4-BE49-F238E27FC236}">
                  <a16:creationId xmlns:a16="http://schemas.microsoft.com/office/drawing/2014/main" id="{D996C440-1694-8CB0-23BB-8BC0B70A0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29098" y="3523177"/>
              <a:ext cx="897083" cy="897083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CA5C199-E75B-CCA1-4D9F-00AD09E50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3" y="3032903"/>
              <a:ext cx="499748" cy="462727"/>
            </a:xfrm>
            <a:prstGeom prst="straightConnector1">
              <a:avLst/>
            </a:prstGeom>
            <a:noFill/>
            <a:ln w="28575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8B62158-7660-13E3-5262-E7A77CD38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2031" y="3041235"/>
              <a:ext cx="0" cy="481942"/>
            </a:xfrm>
            <a:prstGeom prst="straightConnector1">
              <a:avLst/>
            </a:prstGeom>
            <a:noFill/>
            <a:ln w="28575" cap="flat">
              <a:solidFill>
                <a:srgbClr val="C0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143113-02AB-7EDB-7B5F-83B0C6E6AD9E}"/>
                </a:ext>
              </a:extLst>
            </p:cNvPr>
            <p:cNvSpPr txBox="1"/>
            <p:nvPr/>
          </p:nvSpPr>
          <p:spPr>
            <a:xfrm flipH="1">
              <a:off x="2549282" y="3053917"/>
              <a:ext cx="435902" cy="4529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rPr>
                <a:t>(*)</a:t>
              </a:r>
            </a:p>
          </p:txBody>
        </p:sp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2A2BDC3D-EB08-A775-3532-7AF213B27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5808" y="5035840"/>
              <a:ext cx="1663576" cy="1668758"/>
            </a:xfrm>
            <a:prstGeom prst="rect">
              <a:avLst/>
            </a:prstGeom>
          </p:spPr>
        </p:pic>
        <p:sp>
          <p:nvSpPr>
            <p:cNvPr id="23" name="Arrow: Left-Right 22">
              <a:extLst>
                <a:ext uri="{FF2B5EF4-FFF2-40B4-BE49-F238E27FC236}">
                  <a16:creationId xmlns:a16="http://schemas.microsoft.com/office/drawing/2014/main" id="{6B310954-6AE0-007D-8630-596A2CE111E3}"/>
                </a:ext>
              </a:extLst>
            </p:cNvPr>
            <p:cNvSpPr/>
            <p:nvPr/>
          </p:nvSpPr>
          <p:spPr>
            <a:xfrm rot="2650539">
              <a:off x="884144" y="4468323"/>
              <a:ext cx="663096" cy="3918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Left-Right 23">
              <a:extLst>
                <a:ext uri="{FF2B5EF4-FFF2-40B4-BE49-F238E27FC236}">
                  <a16:creationId xmlns:a16="http://schemas.microsoft.com/office/drawing/2014/main" id="{B5744A8B-B4D9-FF48-8345-D62C6CC374D4}"/>
                </a:ext>
              </a:extLst>
            </p:cNvPr>
            <p:cNvSpPr/>
            <p:nvPr/>
          </p:nvSpPr>
          <p:spPr>
            <a:xfrm rot="7985005">
              <a:off x="3395281" y="4472739"/>
              <a:ext cx="663096" cy="391885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row: Left-Right 24">
              <a:extLst>
                <a:ext uri="{FF2B5EF4-FFF2-40B4-BE49-F238E27FC236}">
                  <a16:creationId xmlns:a16="http://schemas.microsoft.com/office/drawing/2014/main" id="{703541FC-713C-9ADF-179C-B9E968031A30}"/>
                </a:ext>
              </a:extLst>
            </p:cNvPr>
            <p:cNvSpPr/>
            <p:nvPr/>
          </p:nvSpPr>
          <p:spPr>
            <a:xfrm rot="5400000">
              <a:off x="2192972" y="4425703"/>
              <a:ext cx="578116" cy="45418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CCFE136B-DA99-F149-BB4E-182BCD5D0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20375" y="3516644"/>
              <a:ext cx="897083" cy="897083"/>
            </a:xfrm>
            <a:prstGeom prst="rect">
              <a:avLst/>
            </a:prstGeom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4B4990D-4AF7-7F09-0CA5-04B1FE708C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3043" y="3053917"/>
              <a:ext cx="548433" cy="462727"/>
            </a:xfrm>
            <a:prstGeom prst="straightConnector1">
              <a:avLst/>
            </a:prstGeom>
            <a:noFill/>
            <a:ln w="28575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28" name="Graphic 27" descr="Cloud outline">
            <a:extLst>
              <a:ext uri="{FF2B5EF4-FFF2-40B4-BE49-F238E27FC236}">
                <a16:creationId xmlns:a16="http://schemas.microsoft.com/office/drawing/2014/main" id="{D8437267-0016-2786-9469-358585A07D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 flipH="1" flipV="1">
            <a:off x="1691713" y="339450"/>
            <a:ext cx="3288612" cy="328861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CEFD2B6-B42C-E469-5F9B-FDA99A87CF48}"/>
              </a:ext>
            </a:extLst>
          </p:cNvPr>
          <p:cNvSpPr txBox="1"/>
          <p:nvPr/>
        </p:nvSpPr>
        <p:spPr>
          <a:xfrm>
            <a:off x="2669231" y="1891686"/>
            <a:ext cx="1763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Server</a:t>
            </a:r>
          </a:p>
        </p:txBody>
      </p:sp>
      <p:pic>
        <p:nvPicPr>
          <p:cNvPr id="30" name="Graphic 29" descr="Cloud outline">
            <a:extLst>
              <a:ext uri="{FF2B5EF4-FFF2-40B4-BE49-F238E27FC236}">
                <a16:creationId xmlns:a16="http://schemas.microsoft.com/office/drawing/2014/main" id="{92FD5AB6-0189-BEAB-846D-7CD4FF96D0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 flipH="1" flipV="1">
            <a:off x="6636418" y="339450"/>
            <a:ext cx="3288612" cy="328861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075236-D9C4-5123-FB62-3332BE9253D7}"/>
              </a:ext>
            </a:extLst>
          </p:cNvPr>
          <p:cNvSpPr txBox="1"/>
          <p:nvPr/>
        </p:nvSpPr>
        <p:spPr>
          <a:xfrm>
            <a:off x="7699532" y="1931615"/>
            <a:ext cx="1763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Server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4CDEF2B-60E3-2298-41CE-D54F4F9EE8CC}"/>
              </a:ext>
            </a:extLst>
          </p:cNvPr>
          <p:cNvCxnSpPr/>
          <p:nvPr/>
        </p:nvCxnSpPr>
        <p:spPr>
          <a:xfrm>
            <a:off x="5687786" y="1284514"/>
            <a:ext cx="0" cy="531535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7DD336C-087B-EF16-1861-2CD13A1CDF2C}"/>
              </a:ext>
            </a:extLst>
          </p:cNvPr>
          <p:cNvSpPr txBox="1"/>
          <p:nvPr/>
        </p:nvSpPr>
        <p:spPr>
          <a:xfrm flipH="1">
            <a:off x="4116977" y="5499835"/>
            <a:ext cx="1570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Instance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5E4EEE-26CF-FE24-4C34-9DF1D7591F04}"/>
              </a:ext>
            </a:extLst>
          </p:cNvPr>
          <p:cNvSpPr txBox="1"/>
          <p:nvPr/>
        </p:nvSpPr>
        <p:spPr>
          <a:xfrm flipH="1">
            <a:off x="5841711" y="5498481"/>
            <a:ext cx="1570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Instance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452D26F-902B-9EF7-A559-D594A62D8035}"/>
                  </a:ext>
                </a:extLst>
              </p:cNvPr>
              <p:cNvSpPr txBox="1"/>
              <p:nvPr/>
            </p:nvSpPr>
            <p:spPr>
              <a:xfrm>
                <a:off x="-82607" y="5498481"/>
                <a:ext cx="266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(0.5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452D26F-902B-9EF7-A559-D594A62D8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607" y="5498481"/>
                <a:ext cx="2661044" cy="369332"/>
              </a:xfrm>
              <a:prstGeom prst="rect">
                <a:avLst/>
              </a:prstGeom>
              <a:blipFill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76D7B4-5571-C6E3-A6AF-0F1F00DA0C06}"/>
                  </a:ext>
                </a:extLst>
              </p:cNvPr>
              <p:cNvSpPr txBox="1"/>
              <p:nvPr/>
            </p:nvSpPr>
            <p:spPr>
              <a:xfrm>
                <a:off x="74564" y="5909535"/>
                <a:ext cx="266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76D7B4-5571-C6E3-A6AF-0F1F00DA0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4" y="5909535"/>
                <a:ext cx="2661044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5D1574-1A1D-7250-737E-204A25F1A796}"/>
                  </a:ext>
                </a:extLst>
              </p:cNvPr>
              <p:cNvSpPr txBox="1"/>
              <p:nvPr/>
            </p:nvSpPr>
            <p:spPr>
              <a:xfrm>
                <a:off x="9115142" y="5498481"/>
                <a:ext cx="266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(0.5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5D1574-1A1D-7250-737E-204A25F1A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142" y="5498481"/>
                <a:ext cx="2661044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89583E-6525-CEDF-4AB5-109B8EF20B16}"/>
                  </a:ext>
                </a:extLst>
              </p:cNvPr>
              <p:cNvSpPr txBox="1"/>
              <p:nvPr/>
            </p:nvSpPr>
            <p:spPr>
              <a:xfrm>
                <a:off x="9063401" y="5864506"/>
                <a:ext cx="2661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89583E-6525-CEDF-4AB5-109B8EF20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3401" y="5864506"/>
                <a:ext cx="2661044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5B78EC7-3561-68FB-D597-B93C31C729C4}"/>
                  </a:ext>
                </a:extLst>
              </p:cNvPr>
              <p:cNvSpPr txBox="1"/>
              <p:nvPr/>
            </p:nvSpPr>
            <p:spPr>
              <a:xfrm>
                <a:off x="4140538" y="5993130"/>
                <a:ext cx="3115941" cy="637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5B78EC7-3561-68FB-D597-B93C31C72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538" y="5993130"/>
                <a:ext cx="3115941" cy="6370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809C87DE-EC5B-F4CB-393C-30752BD201D4}"/>
              </a:ext>
            </a:extLst>
          </p:cNvPr>
          <p:cNvSpPr/>
          <p:nvPr/>
        </p:nvSpPr>
        <p:spPr>
          <a:xfrm>
            <a:off x="74564" y="5498481"/>
            <a:ext cx="2307655" cy="3660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0BE0FB-D4F7-EE3F-B411-578AE96458B3}"/>
              </a:ext>
            </a:extLst>
          </p:cNvPr>
          <p:cNvSpPr/>
          <p:nvPr/>
        </p:nvSpPr>
        <p:spPr>
          <a:xfrm>
            <a:off x="9682843" y="5873338"/>
            <a:ext cx="1480458" cy="3660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2D0722-34DB-75A9-12B6-86ECF8844A6F}"/>
              </a:ext>
            </a:extLst>
          </p:cNvPr>
          <p:cNvSpPr/>
          <p:nvPr/>
        </p:nvSpPr>
        <p:spPr>
          <a:xfrm>
            <a:off x="4175832" y="5991777"/>
            <a:ext cx="3014182" cy="724992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Left-Right 43">
            <a:extLst>
              <a:ext uri="{FF2B5EF4-FFF2-40B4-BE49-F238E27FC236}">
                <a16:creationId xmlns:a16="http://schemas.microsoft.com/office/drawing/2014/main" id="{812089BE-54C0-3B8B-F2AC-997AF47B1567}"/>
              </a:ext>
            </a:extLst>
          </p:cNvPr>
          <p:cNvSpPr/>
          <p:nvPr/>
        </p:nvSpPr>
        <p:spPr>
          <a:xfrm>
            <a:off x="4979806" y="2087850"/>
            <a:ext cx="1406233" cy="523220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BD1E54-1847-5460-FDEB-72B8A9BD70DB}"/>
              </a:ext>
            </a:extLst>
          </p:cNvPr>
          <p:cNvSpPr txBox="1"/>
          <p:nvPr/>
        </p:nvSpPr>
        <p:spPr>
          <a:xfrm>
            <a:off x="4759951" y="1231810"/>
            <a:ext cx="2834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Observationally Equivalent! </a:t>
            </a:r>
          </a:p>
        </p:txBody>
      </p:sp>
    </p:spTree>
    <p:extLst>
      <p:ext uri="{BB962C8B-B14F-4D97-AF65-F5344CB8AC3E}">
        <p14:creationId xmlns:p14="http://schemas.microsoft.com/office/powerpoint/2010/main" val="158488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060F-7BB8-0495-BDA1-8A47CD47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Lower Bound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94860-6B97-0505-E002-40C3A42FC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Challenge 1: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How do we account for multiple information sources with corruption?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Idea:</a:t>
            </a:r>
            <a:r>
              <a:rPr lang="en-US" dirty="0"/>
              <a:t> Reduction to Robust Distributed Mean Estimation (</a:t>
            </a:r>
            <a:r>
              <a:rPr lang="en-US" dirty="0">
                <a:solidFill>
                  <a:schemeClr val="accent6"/>
                </a:solidFill>
              </a:rPr>
              <a:t>Lai, Rao, &amp; </a:t>
            </a:r>
            <a:r>
              <a:rPr lang="en-US" dirty="0" err="1">
                <a:solidFill>
                  <a:schemeClr val="accent6"/>
                </a:solidFill>
              </a:rPr>
              <a:t>Vempala</a:t>
            </a:r>
            <a:r>
              <a:rPr lang="en-US" dirty="0">
                <a:solidFill>
                  <a:schemeClr val="accent6"/>
                </a:solidFill>
              </a:rPr>
              <a:t>, FOCS 2016</a:t>
            </a:r>
            <a:r>
              <a:rPr lang="en-US" dirty="0"/>
              <a:t>)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Challenge 2: </a:t>
            </a:r>
            <a:r>
              <a:rPr lang="en-US" dirty="0"/>
              <a:t>How do we account for the online setting?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Idea: </a:t>
            </a:r>
            <a:r>
              <a:rPr lang="en-US" dirty="0"/>
              <a:t>Information-theoretic arguments for full-information feedback setting (</a:t>
            </a:r>
            <a:r>
              <a:rPr lang="en-US" dirty="0" err="1">
                <a:solidFill>
                  <a:schemeClr val="accent6"/>
                </a:solidFill>
              </a:rPr>
              <a:t>Bubeck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Perchet</a:t>
            </a:r>
            <a:r>
              <a:rPr lang="en-US" dirty="0">
                <a:solidFill>
                  <a:schemeClr val="accent6"/>
                </a:solidFill>
              </a:rPr>
              <a:t>, and </a:t>
            </a:r>
            <a:r>
              <a:rPr lang="en-US" dirty="0" err="1">
                <a:solidFill>
                  <a:schemeClr val="accent6"/>
                </a:solidFill>
              </a:rPr>
              <a:t>Rigollet</a:t>
            </a:r>
            <a:r>
              <a:rPr lang="en-US" dirty="0">
                <a:solidFill>
                  <a:schemeClr val="accent6"/>
                </a:solidFill>
              </a:rPr>
              <a:t>, COLT 2013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Note:</a:t>
            </a:r>
            <a:r>
              <a:rPr lang="en-US" dirty="0"/>
              <a:t> Proof technique may apply to similar settings.</a:t>
            </a:r>
          </a:p>
        </p:txBody>
      </p:sp>
    </p:spTree>
    <p:extLst>
      <p:ext uri="{BB962C8B-B14F-4D97-AF65-F5344CB8AC3E}">
        <p14:creationId xmlns:p14="http://schemas.microsoft.com/office/powerpoint/2010/main" val="45330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04964-C345-FB7E-A3C9-50456D15E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5B93212-D307-D3DD-08D5-C94181A6AF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9957"/>
                <a:ext cx="10515600" cy="4887006"/>
              </a:xfrm>
            </p:spPr>
            <p:txBody>
              <a:bodyPr/>
              <a:lstStyle/>
              <a:p>
                <a:r>
                  <a:rPr lang="en-US" dirty="0"/>
                  <a:t>RCLB provides </a:t>
                </a:r>
                <a:r>
                  <a:rPr lang="en-US" dirty="0">
                    <a:solidFill>
                      <a:srgbClr val="FF0000"/>
                    </a:solidFill>
                  </a:rPr>
                  <a:t>near-optimal regret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RCLB is </a:t>
                </a:r>
                <a:r>
                  <a:rPr lang="en-US" dirty="0">
                    <a:solidFill>
                      <a:srgbClr val="0070C0"/>
                    </a:solidFill>
                  </a:rPr>
                  <a:t>computationally-efficient.</a:t>
                </a:r>
              </a:p>
              <a:p>
                <a:r>
                  <a:rPr lang="en-US" dirty="0"/>
                  <a:t>RCLB only requires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communication.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b="1" dirty="0"/>
                  <a:t>Extensions in paper</a:t>
                </a:r>
              </a:p>
              <a:p>
                <a:pPr lvl="1"/>
                <a:r>
                  <a:rPr lang="en-US" dirty="0"/>
                  <a:t>Non-linear observation models.</a:t>
                </a:r>
              </a:p>
              <a:p>
                <a:pPr lvl="1"/>
                <a:r>
                  <a:rPr lang="en-US" dirty="0"/>
                  <a:t>Contextual bandits.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5B93212-D307-D3DD-08D5-C94181A6AF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9957"/>
                <a:ext cx="10515600" cy="4887006"/>
              </a:xfrm>
              <a:blipFill>
                <a:blip r:embed="rId2"/>
                <a:stretch>
                  <a:fillRect l="-928" t="-1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3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1ABD3B-14F1-BFCA-872F-4052056BC7BA}"/>
              </a:ext>
            </a:extLst>
          </p:cNvPr>
          <p:cNvSpPr txBox="1"/>
          <p:nvPr/>
        </p:nvSpPr>
        <p:spPr>
          <a:xfrm>
            <a:off x="723900" y="2338431"/>
            <a:ext cx="110653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Part II: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Linear Bandits under Communication Constraints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927B9-5ADE-B135-119A-A2A16DF35845}"/>
              </a:ext>
            </a:extLst>
          </p:cNvPr>
          <p:cNvSpPr txBox="1"/>
          <p:nvPr/>
        </p:nvSpPr>
        <p:spPr>
          <a:xfrm>
            <a:off x="1141911" y="4751614"/>
            <a:ext cx="1186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Ref:</a:t>
            </a:r>
            <a:r>
              <a:rPr lang="en-US" sz="2000" dirty="0"/>
              <a:t> </a:t>
            </a:r>
            <a:r>
              <a:rPr lang="en-US" sz="2000" i="1" dirty="0"/>
              <a:t>Linear Stochastic Bandits over a Bit-Constrained Channel</a:t>
            </a:r>
            <a:r>
              <a:rPr lang="en-US" sz="2000" dirty="0"/>
              <a:t>, </a:t>
            </a:r>
            <a:r>
              <a:rPr lang="en-US" sz="2000" b="1" dirty="0"/>
              <a:t>Mitra et al.,  </a:t>
            </a:r>
            <a:r>
              <a:rPr lang="en-US" sz="2000" b="1" dirty="0">
                <a:solidFill>
                  <a:schemeClr val="accent6"/>
                </a:solidFill>
              </a:rPr>
              <a:t>L4DC 23 (Oral)</a:t>
            </a:r>
          </a:p>
        </p:txBody>
      </p:sp>
    </p:spTree>
    <p:extLst>
      <p:ext uri="{BB962C8B-B14F-4D97-AF65-F5344CB8AC3E}">
        <p14:creationId xmlns:p14="http://schemas.microsoft.com/office/powerpoint/2010/main" val="4214856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E91E-FBF2-436F-90B3-BDFB05D80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01840"/>
            <a:ext cx="11811000" cy="850217"/>
          </a:xfrm>
        </p:spPr>
        <p:txBody>
          <a:bodyPr>
            <a:normAutofit/>
          </a:bodyPr>
          <a:lstStyle/>
          <a:p>
            <a:r>
              <a:rPr lang="en-US" sz="3200"/>
              <a:t>Motivating the Setting</a:t>
            </a:r>
            <a:endParaRPr lang="en-US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982912-ECC1-4CAE-9B70-4D9ED2383A72}"/>
              </a:ext>
            </a:extLst>
          </p:cNvPr>
          <p:cNvCxnSpPr>
            <a:cxnSpLocks/>
          </p:cNvCxnSpPr>
          <p:nvPr/>
        </p:nvCxnSpPr>
        <p:spPr>
          <a:xfrm>
            <a:off x="5988499" y="941613"/>
            <a:ext cx="0" cy="575808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9FCDD3-BC19-46B3-B439-80C8258503A4}"/>
                  </a:ext>
                </a:extLst>
              </p:cNvPr>
              <p:cNvSpPr txBox="1"/>
              <p:nvPr/>
            </p:nvSpPr>
            <p:spPr>
              <a:xfrm>
                <a:off x="119744" y="3592449"/>
                <a:ext cx="23866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Encode gradient: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9FCDD3-BC19-46B3-B439-80C825850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44" y="3592449"/>
                <a:ext cx="2386683" cy="646331"/>
              </a:xfrm>
              <a:prstGeom prst="rect">
                <a:avLst/>
              </a:prstGeom>
              <a:blipFill>
                <a:blip r:embed="rId2"/>
                <a:stretch>
                  <a:fillRect l="-2302" t="-4717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12E02C-6AAB-4A0E-A6D6-613934EF9702}"/>
                  </a:ext>
                </a:extLst>
              </p:cNvPr>
              <p:cNvSpPr txBox="1"/>
              <p:nvPr/>
            </p:nvSpPr>
            <p:spPr>
              <a:xfrm>
                <a:off x="3601816" y="3553389"/>
                <a:ext cx="238668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     Update model: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12E02C-6AAB-4A0E-A6D6-613934EF9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816" y="3553389"/>
                <a:ext cx="2386683" cy="923330"/>
              </a:xfrm>
              <a:prstGeom prst="rect">
                <a:avLst/>
              </a:prstGeom>
              <a:blipFill>
                <a:blip r:embed="rId3"/>
                <a:stretch>
                  <a:fillRect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070A77D-784D-42D8-B7E2-A9C0000765B3}"/>
              </a:ext>
            </a:extLst>
          </p:cNvPr>
          <p:cNvSpPr txBox="1"/>
          <p:nvPr/>
        </p:nvSpPr>
        <p:spPr>
          <a:xfrm>
            <a:off x="213642" y="5341283"/>
            <a:ext cx="60578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(</a:t>
            </a:r>
            <a:r>
              <a:rPr lang="en-US" sz="1700" dirty="0" err="1"/>
              <a:t>Mayekar</a:t>
            </a:r>
            <a:r>
              <a:rPr lang="en-US" sz="1700" dirty="0"/>
              <a:t> &amp; Tyagi, AISTATS 20);  (Lin, </a:t>
            </a:r>
            <a:r>
              <a:rPr lang="en-US" sz="1700" dirty="0" err="1"/>
              <a:t>Kostina</a:t>
            </a:r>
            <a:r>
              <a:rPr lang="en-US" sz="1700" dirty="0"/>
              <a:t>, &amp; </a:t>
            </a:r>
            <a:r>
              <a:rPr lang="en-US" sz="1700" dirty="0" err="1"/>
              <a:t>Hassibi</a:t>
            </a:r>
            <a:r>
              <a:rPr lang="en-US" sz="1700" dirty="0"/>
              <a:t>, ISIT 21)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2B754E-EF64-4208-B09D-C7FCFCA7A826}"/>
                  </a:ext>
                </a:extLst>
              </p:cNvPr>
              <p:cNvSpPr txBox="1"/>
              <p:nvPr/>
            </p:nvSpPr>
            <p:spPr>
              <a:xfrm>
                <a:off x="936173" y="1251857"/>
                <a:ext cx="4120242" cy="43088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>
                    <a:solidFill>
                      <a:srgbClr val="C00000"/>
                    </a:solidFill>
                  </a:rPr>
                  <a:t>  Goal:</a:t>
                </a:r>
                <a:r>
                  <a:rPr lang="en-US" sz="2200" dirty="0"/>
                  <a:t> Minimize a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2B754E-EF64-4208-B09D-C7FCFCA7A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3" y="1251857"/>
                <a:ext cx="4120242" cy="430887"/>
              </a:xfrm>
              <a:prstGeom prst="rect">
                <a:avLst/>
              </a:prstGeom>
              <a:blipFill>
                <a:blip r:embed="rId4"/>
                <a:stretch>
                  <a:fillRect t="-6849" b="-2602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EC508D-F81A-48AD-B943-CAFA2C61793A}"/>
              </a:ext>
            </a:extLst>
          </p:cNvPr>
          <p:cNvSpPr/>
          <p:nvPr/>
        </p:nvSpPr>
        <p:spPr>
          <a:xfrm>
            <a:off x="272144" y="2349955"/>
            <a:ext cx="1328057" cy="8502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Worker Agent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FACBA0-7068-408C-BE10-46F20F5B8269}"/>
              </a:ext>
            </a:extLst>
          </p:cNvPr>
          <p:cNvSpPr/>
          <p:nvPr/>
        </p:nvSpPr>
        <p:spPr>
          <a:xfrm>
            <a:off x="4049487" y="2349955"/>
            <a:ext cx="1328057" cy="85021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A3CE49-5F97-4D4B-8F01-6620E4E5422E}"/>
              </a:ext>
            </a:extLst>
          </p:cNvPr>
          <p:cNvCxnSpPr/>
          <p:nvPr/>
        </p:nvCxnSpPr>
        <p:spPr>
          <a:xfrm flipH="1">
            <a:off x="1600201" y="2525486"/>
            <a:ext cx="24492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B2AE1A-B43A-4231-9DB2-512E486B4209}"/>
              </a:ext>
            </a:extLst>
          </p:cNvPr>
          <p:cNvCxnSpPr>
            <a:cxnSpLocks/>
          </p:cNvCxnSpPr>
          <p:nvPr/>
        </p:nvCxnSpPr>
        <p:spPr>
          <a:xfrm>
            <a:off x="1600201" y="3020785"/>
            <a:ext cx="24492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665E39-35E9-40F7-8DFD-F79D762745AF}"/>
                  </a:ext>
                </a:extLst>
              </p:cNvPr>
              <p:cNvSpPr txBox="1"/>
              <p:nvPr/>
            </p:nvSpPr>
            <p:spPr>
              <a:xfrm>
                <a:off x="2291442" y="2121356"/>
                <a:ext cx="18451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665E39-35E9-40F7-8DFD-F79D76274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442" y="2121356"/>
                <a:ext cx="1845127" cy="369332"/>
              </a:xfrm>
              <a:prstGeom prst="rect">
                <a:avLst/>
              </a:prstGeom>
              <a:blipFill>
                <a:blip r:embed="rId5"/>
                <a:stretch>
                  <a:fillRect l="-2970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C631A4-5924-4AA9-9EEC-99505E10F538}"/>
                  </a:ext>
                </a:extLst>
              </p:cNvPr>
              <p:cNvSpPr txBox="1"/>
              <p:nvPr/>
            </p:nvSpPr>
            <p:spPr>
              <a:xfrm>
                <a:off x="1706342" y="3083427"/>
                <a:ext cx="23866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Quantized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C631A4-5924-4AA9-9EEC-99505E10F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342" y="3083427"/>
                <a:ext cx="2386683" cy="369332"/>
              </a:xfrm>
              <a:prstGeom prst="rect">
                <a:avLst/>
              </a:prstGeom>
              <a:blipFill>
                <a:blip r:embed="rId6"/>
                <a:stretch>
                  <a:fillRect l="-230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2BDE0D-4CA4-44EC-9C4B-B7E4949FE959}"/>
                  </a:ext>
                </a:extLst>
              </p:cNvPr>
              <p:cNvSpPr txBox="1"/>
              <p:nvPr/>
            </p:nvSpPr>
            <p:spPr>
              <a:xfrm>
                <a:off x="2083268" y="2667568"/>
                <a:ext cx="23866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-bit channel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B2BDE0D-4CA4-44EC-9C4B-B7E4949FE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268" y="2667568"/>
                <a:ext cx="2386683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3AAA0B5-5369-47B8-8AD2-796544F9B7C4}"/>
              </a:ext>
            </a:extLst>
          </p:cNvPr>
          <p:cNvSpPr/>
          <p:nvPr/>
        </p:nvSpPr>
        <p:spPr>
          <a:xfrm>
            <a:off x="370114" y="4460514"/>
            <a:ext cx="5268684" cy="7325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0070C0"/>
                </a:solidFill>
              </a:rPr>
              <a:t>Q. </a:t>
            </a:r>
            <a:r>
              <a:rPr lang="en-US" sz="2200" dirty="0">
                <a:solidFill>
                  <a:schemeClr val="tx1"/>
                </a:solidFill>
              </a:rPr>
              <a:t>How many bits (B) are needed to achieve optimal convergence rates?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E069F9-D4AC-4E73-A48D-96E39D3FA867}"/>
              </a:ext>
            </a:extLst>
          </p:cNvPr>
          <p:cNvSpPr/>
          <p:nvPr/>
        </p:nvSpPr>
        <p:spPr>
          <a:xfrm>
            <a:off x="913723" y="5928043"/>
            <a:ext cx="4037236" cy="484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Static problem, </a:t>
            </a:r>
            <a:r>
              <a:rPr lang="en-US" b="1" dirty="0">
                <a:solidFill>
                  <a:schemeClr val="tx1"/>
                </a:solidFill>
              </a:rPr>
              <a:t>no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decision-making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8680FE6-12F6-4AF0-AE6D-4F4F893C80AE}"/>
              </a:ext>
            </a:extLst>
          </p:cNvPr>
          <p:cNvSpPr/>
          <p:nvPr/>
        </p:nvSpPr>
        <p:spPr>
          <a:xfrm>
            <a:off x="6386511" y="4460514"/>
            <a:ext cx="5268684" cy="7325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0070C0"/>
                </a:solidFill>
              </a:rPr>
              <a:t>Q. </a:t>
            </a:r>
            <a:r>
              <a:rPr lang="en-US" sz="2200" dirty="0">
                <a:solidFill>
                  <a:schemeClr val="tx1"/>
                </a:solidFill>
              </a:rPr>
              <a:t>How many bits (B) are needed to stabilize the LTI system?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71CA96-6E38-414F-97DB-80D99BEB950C}"/>
              </a:ext>
            </a:extLst>
          </p:cNvPr>
          <p:cNvSpPr/>
          <p:nvPr/>
        </p:nvSpPr>
        <p:spPr>
          <a:xfrm>
            <a:off x="7019199" y="5920755"/>
            <a:ext cx="4037236" cy="48441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Dynamic problem, </a:t>
            </a:r>
            <a:r>
              <a:rPr lang="en-US" b="1" dirty="0">
                <a:solidFill>
                  <a:schemeClr val="tx1"/>
                </a:solidFill>
              </a:rPr>
              <a:t>no uncertainty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51040D-59C9-44ED-B76E-D43B933F4969}"/>
              </a:ext>
            </a:extLst>
          </p:cNvPr>
          <p:cNvGrpSpPr/>
          <p:nvPr/>
        </p:nvGrpSpPr>
        <p:grpSpPr>
          <a:xfrm>
            <a:off x="6266085" y="1251857"/>
            <a:ext cx="5712272" cy="2942583"/>
            <a:chOff x="6266085" y="1251857"/>
            <a:chExt cx="5712272" cy="29425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E11FD05-AEC4-4778-9866-5214005C0D95}"/>
                    </a:ext>
                  </a:extLst>
                </p:cNvPr>
                <p:cNvSpPr txBox="1"/>
                <p:nvPr/>
              </p:nvSpPr>
              <p:spPr>
                <a:xfrm>
                  <a:off x="6266085" y="1251857"/>
                  <a:ext cx="5712272" cy="4308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>
                      <a:solidFill>
                        <a:srgbClr val="C00000"/>
                      </a:solidFill>
                    </a:rPr>
                    <a:t>Goal: </a:t>
                  </a:r>
                  <a:r>
                    <a:rPr lang="en-US" sz="2200" dirty="0"/>
                    <a:t>Stabilize an LTI system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2200" dirty="0"/>
                    <a:t> 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E11FD05-AEC4-4778-9866-5214005C0D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6085" y="1251857"/>
                  <a:ext cx="5712272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278" t="-6849" b="-2602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4CF49B0-C64E-418D-806D-E91D8F6E440B}"/>
                </a:ext>
              </a:extLst>
            </p:cNvPr>
            <p:cNvSpPr/>
            <p:nvPr/>
          </p:nvSpPr>
          <p:spPr>
            <a:xfrm>
              <a:off x="6538228" y="2349955"/>
              <a:ext cx="1328057" cy="8502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Plant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5E40A93-EC26-462A-BA76-01C25508E09F}"/>
                </a:ext>
              </a:extLst>
            </p:cNvPr>
            <p:cNvSpPr/>
            <p:nvPr/>
          </p:nvSpPr>
          <p:spPr>
            <a:xfrm>
              <a:off x="10315571" y="2349955"/>
              <a:ext cx="1328057" cy="85021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Controller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BA4167E-9AFA-44DE-AC38-0AE4E680319F}"/>
                </a:ext>
              </a:extLst>
            </p:cNvPr>
            <p:cNvCxnSpPr/>
            <p:nvPr/>
          </p:nvCxnSpPr>
          <p:spPr>
            <a:xfrm flipH="1">
              <a:off x="7866285" y="2525486"/>
              <a:ext cx="244928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30B43D2-18F0-434B-8FCC-03D343E332A6}"/>
                </a:ext>
              </a:extLst>
            </p:cNvPr>
            <p:cNvCxnSpPr>
              <a:cxnSpLocks/>
            </p:cNvCxnSpPr>
            <p:nvPr/>
          </p:nvCxnSpPr>
          <p:spPr>
            <a:xfrm>
              <a:off x="7866285" y="3020785"/>
              <a:ext cx="244928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62C3AD7-DF61-4965-BC7C-117339AC522A}"/>
                    </a:ext>
                  </a:extLst>
                </p:cNvPr>
                <p:cNvSpPr txBox="1"/>
                <p:nvPr/>
              </p:nvSpPr>
              <p:spPr>
                <a:xfrm>
                  <a:off x="8262938" y="2110470"/>
                  <a:ext cx="18451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Control input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62C3AD7-DF61-4965-BC7C-117339AC52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938" y="2110470"/>
                  <a:ext cx="1845127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2640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63091A6-B272-4301-B6FB-D17FB14F3341}"/>
                    </a:ext>
                  </a:extLst>
                </p:cNvPr>
                <p:cNvSpPr txBox="1"/>
                <p:nvPr/>
              </p:nvSpPr>
              <p:spPr>
                <a:xfrm>
                  <a:off x="8098976" y="3060685"/>
                  <a:ext cx="23866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Quantized 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63091A6-B272-4301-B6FB-D17FB14F3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976" y="3060685"/>
                  <a:ext cx="2386683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302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8F6D482-A45A-480E-8DD0-9CD25A0A40FA}"/>
                    </a:ext>
                  </a:extLst>
                </p:cNvPr>
                <p:cNvSpPr txBox="1"/>
                <p:nvPr/>
              </p:nvSpPr>
              <p:spPr>
                <a:xfrm>
                  <a:off x="8349352" y="2667568"/>
                  <a:ext cx="23866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dirty="0"/>
                    <a:t>-bit channel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8F6D482-A45A-480E-8DD0-9CD25A0A4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9352" y="2667568"/>
                  <a:ext cx="2386683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682714A-523D-4A98-808D-290E916910AB}"/>
                    </a:ext>
                  </a:extLst>
                </p:cNvPr>
                <p:cNvSpPr txBox="1"/>
                <p:nvPr/>
              </p:nvSpPr>
              <p:spPr>
                <a:xfrm>
                  <a:off x="6498773" y="3544217"/>
                  <a:ext cx="165463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Encode state:      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682714A-523D-4A98-808D-290E91691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773" y="3544217"/>
                  <a:ext cx="1654631" cy="646331"/>
                </a:xfrm>
                <a:prstGeom prst="rect">
                  <a:avLst/>
                </a:prstGeom>
                <a:blipFill>
                  <a:blip r:embed="rId12"/>
                  <a:stretch>
                    <a:fillRect l="-2941" t="-4717" r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6FA6406-2F11-4C55-87FB-F3C3EE3A5D6B}"/>
                    </a:ext>
                  </a:extLst>
                </p:cNvPr>
                <p:cNvSpPr txBox="1"/>
                <p:nvPr/>
              </p:nvSpPr>
              <p:spPr>
                <a:xfrm>
                  <a:off x="10243455" y="3548109"/>
                  <a:ext cx="165463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0" dirty="0"/>
                    <a:t>Compute input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dirty="0"/>
                    <a:t> using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6FA6406-2F11-4C55-87FB-F3C3EE3A5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455" y="3548109"/>
                  <a:ext cx="1654631" cy="646331"/>
                </a:xfrm>
                <a:prstGeom prst="rect">
                  <a:avLst/>
                </a:prstGeom>
                <a:blipFill>
                  <a:blip r:embed="rId13"/>
                  <a:stretch>
                    <a:fillRect l="-2941" t="-4717" r="-1838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A3ED3D8-11B4-43A6-B0EC-1DDFAA286A13}"/>
              </a:ext>
            </a:extLst>
          </p:cNvPr>
          <p:cNvSpPr txBox="1"/>
          <p:nvPr/>
        </p:nvSpPr>
        <p:spPr>
          <a:xfrm>
            <a:off x="6284463" y="5341282"/>
            <a:ext cx="60578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(</a:t>
            </a:r>
            <a:r>
              <a:rPr lang="en-US" sz="1700" dirty="0" err="1"/>
              <a:t>Tatikonda</a:t>
            </a:r>
            <a:r>
              <a:rPr lang="en-US" sz="1700" dirty="0"/>
              <a:t> &amp; </a:t>
            </a:r>
            <a:r>
              <a:rPr lang="en-US" sz="1700" dirty="0" err="1"/>
              <a:t>Mitter</a:t>
            </a:r>
            <a:r>
              <a:rPr lang="en-US" sz="1700" dirty="0"/>
              <a:t>, TAC 2004); (</a:t>
            </a:r>
            <a:r>
              <a:rPr lang="en-US" sz="1700" dirty="0" err="1"/>
              <a:t>Schenato</a:t>
            </a:r>
            <a:r>
              <a:rPr lang="en-US" sz="1700" dirty="0"/>
              <a:t> et al., Proc. of IEEE)</a:t>
            </a:r>
          </a:p>
        </p:txBody>
      </p:sp>
    </p:spTree>
    <p:extLst>
      <p:ext uri="{BB962C8B-B14F-4D97-AF65-F5344CB8AC3E}">
        <p14:creationId xmlns:p14="http://schemas.microsoft.com/office/powerpoint/2010/main" val="426288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1" grpId="0" animBg="1"/>
      <p:bldP spid="23" grpId="0" animBg="1"/>
      <p:bldP spid="34" grpId="0" animBg="1"/>
      <p:bldP spid="35" grpId="0" animBg="1"/>
      <p:bldP spid="4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0817-5228-33BF-3D35-5BA7E4C8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Setup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CF644E-0F40-EA6E-C293-FCF69C7C9DF8}"/>
              </a:ext>
            </a:extLst>
          </p:cNvPr>
          <p:cNvGrpSpPr/>
          <p:nvPr/>
        </p:nvGrpSpPr>
        <p:grpSpPr>
          <a:xfrm>
            <a:off x="1186543" y="1264844"/>
            <a:ext cx="8728299" cy="2888564"/>
            <a:chOff x="306855" y="2395774"/>
            <a:chExt cx="8728299" cy="28885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004F91-07E6-8B8F-49CA-6A10C9FC5A5E}"/>
                </a:ext>
              </a:extLst>
            </p:cNvPr>
            <p:cNvSpPr txBox="1"/>
            <p:nvPr/>
          </p:nvSpPr>
          <p:spPr>
            <a:xfrm>
              <a:off x="306855" y="4901188"/>
              <a:ext cx="2189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Unknown parameter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7E3A7A-0561-5FBE-B43B-C7BC698AB5F9}"/>
                </a:ext>
              </a:extLst>
            </p:cNvPr>
            <p:cNvGrpSpPr/>
            <p:nvPr/>
          </p:nvGrpSpPr>
          <p:grpSpPr>
            <a:xfrm>
              <a:off x="782428" y="2395774"/>
              <a:ext cx="8252726" cy="2888564"/>
              <a:chOff x="336113" y="2459612"/>
              <a:chExt cx="8252726" cy="288856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89C2384-4142-E1A3-D290-EEC79FC14784}"/>
                  </a:ext>
                </a:extLst>
              </p:cNvPr>
              <p:cNvGrpSpPr/>
              <p:nvPr/>
            </p:nvGrpSpPr>
            <p:grpSpPr>
              <a:xfrm>
                <a:off x="3146659" y="2812419"/>
                <a:ext cx="5442180" cy="2089376"/>
                <a:chOff x="1224645" y="3083796"/>
                <a:chExt cx="5442180" cy="2089376"/>
              </a:xfrm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DA4885F7-E9DF-C32E-CCBB-A1BB78544E21}"/>
                    </a:ext>
                  </a:extLst>
                </p:cNvPr>
                <p:cNvSpPr/>
                <p:nvPr/>
              </p:nvSpPr>
              <p:spPr>
                <a:xfrm>
                  <a:off x="1264100" y="3298787"/>
                  <a:ext cx="1328057" cy="850217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Agent</a:t>
                  </a:r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655EDE24-9838-BD21-569A-0B297C9B83D5}"/>
                    </a:ext>
                  </a:extLst>
                </p:cNvPr>
                <p:cNvSpPr/>
                <p:nvPr/>
              </p:nvSpPr>
              <p:spPr>
                <a:xfrm>
                  <a:off x="5041443" y="3298787"/>
                  <a:ext cx="1328057" cy="850217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Server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D9FFBE88-1750-3981-2CDB-947384D914CE}"/>
                    </a:ext>
                  </a:extLst>
                </p:cNvPr>
                <p:cNvCxnSpPr/>
                <p:nvPr/>
              </p:nvCxnSpPr>
              <p:spPr>
                <a:xfrm flipH="1">
                  <a:off x="2592157" y="3474318"/>
                  <a:ext cx="244928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1D439D9-39FD-379E-65CD-074FAD44C9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2157" y="3969617"/>
                  <a:ext cx="244928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D25DAA7B-AAC9-D2C6-6728-51B39BE9B9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7900" y="3083796"/>
                      <a:ext cx="184512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Action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3ACE3ECF-0678-4E9C-B3B3-05EDF824B0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7900" y="3083796"/>
                      <a:ext cx="1845127" cy="36933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2980" t="-10000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1ED8B212-3D1C-224C-4D66-38068DED11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36983" y="4009517"/>
                      <a:ext cx="2619374" cy="37843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Quantized parameter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1ED8B212-3D1C-224C-4D66-38068DED11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36983" y="4009517"/>
                      <a:ext cx="2619374" cy="37843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860" t="-4839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997E8E8C-78F4-66C3-8434-79E0F4A13C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5224" y="3616400"/>
                      <a:ext cx="238668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a14:m>
                      <a:r>
                        <a:rPr lang="en-US" dirty="0"/>
                        <a:t>-bit channel</a:t>
                      </a: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AA208CB1-DA11-4628-A7EF-2502092CBBF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75224" y="3616400"/>
                      <a:ext cx="2386683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10000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F73176F7-D55F-B6D3-9ADD-078DBEF4B7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24645" y="4493049"/>
                      <a:ext cx="1996851" cy="68012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Encode estimate of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US" b="0" dirty="0"/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F73176F7-D55F-B6D3-9ADD-078DBEF4B7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24645" y="4493049"/>
                      <a:ext cx="1996851" cy="68012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752" t="-5405" r="-367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714E66CB-AF29-1619-BE67-9BC2D70C33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9327" y="4496941"/>
                      <a:ext cx="1697498" cy="65543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b="0" dirty="0"/>
                        <a:t>Compute </a:t>
                      </a:r>
                      <a:r>
                        <a:rPr lang="en-US" dirty="0"/>
                        <a:t>action</a:t>
                      </a:r>
                      <a:r>
                        <a:rPr lang="en-US" b="0" dirty="0"/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r>
                        <a:rPr lang="en-US" dirty="0"/>
                        <a:t> using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929F60E8-C856-47A7-A3AC-BCECC75DDA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9327" y="4496941"/>
                      <a:ext cx="1697498" cy="65543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867" t="-4630" r="-1792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9" name="Picture 8" descr="A picture containing text&#10;&#10;Description automatically generated">
                <a:extLst>
                  <a:ext uri="{FF2B5EF4-FFF2-40B4-BE49-F238E27FC236}">
                    <a16:creationId xmlns:a16="http://schemas.microsoft.com/office/drawing/2014/main" id="{6D8994DC-AD88-CA9F-EDE1-1FFDA6384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26" y="2855655"/>
                <a:ext cx="1190020" cy="1193726"/>
              </a:xfrm>
              <a:prstGeom prst="rect">
                <a:avLst/>
              </a:prstGeom>
            </p:spPr>
          </p:pic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C312873-FBAD-BB78-11F5-E9CEB4A39EB4}"/>
                  </a:ext>
                </a:extLst>
              </p:cNvPr>
              <p:cNvSpPr/>
              <p:nvPr/>
            </p:nvSpPr>
            <p:spPr>
              <a:xfrm>
                <a:off x="2152651" y="3006820"/>
                <a:ext cx="985158" cy="206990"/>
              </a:xfrm>
              <a:custGeom>
                <a:avLst/>
                <a:gdLst>
                  <a:gd name="connsiteX0" fmla="*/ 985158 w 985158"/>
                  <a:gd name="connsiteY0" fmla="*/ 206990 h 206990"/>
                  <a:gd name="connsiteX1" fmla="*/ 631372 w 985158"/>
                  <a:gd name="connsiteY1" fmla="*/ 161 h 206990"/>
                  <a:gd name="connsiteX2" fmla="*/ 0 w 985158"/>
                  <a:gd name="connsiteY2" fmla="*/ 179775 h 20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158" h="206990">
                    <a:moveTo>
                      <a:pt x="985158" y="206990"/>
                    </a:moveTo>
                    <a:cubicBezTo>
                      <a:pt x="890361" y="105843"/>
                      <a:pt x="795565" y="4697"/>
                      <a:pt x="631372" y="161"/>
                    </a:cubicBezTo>
                    <a:cubicBezTo>
                      <a:pt x="467179" y="-4375"/>
                      <a:pt x="233589" y="87700"/>
                      <a:pt x="0" y="179775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09215B5-0442-493E-7822-65D1536B1325}"/>
                  </a:ext>
                </a:extLst>
              </p:cNvPr>
              <p:cNvSpPr/>
              <p:nvPr/>
            </p:nvSpPr>
            <p:spPr>
              <a:xfrm rot="11412009">
                <a:off x="2131217" y="3655157"/>
                <a:ext cx="985158" cy="206990"/>
              </a:xfrm>
              <a:custGeom>
                <a:avLst/>
                <a:gdLst>
                  <a:gd name="connsiteX0" fmla="*/ 985158 w 985158"/>
                  <a:gd name="connsiteY0" fmla="*/ 206990 h 206990"/>
                  <a:gd name="connsiteX1" fmla="*/ 631372 w 985158"/>
                  <a:gd name="connsiteY1" fmla="*/ 161 h 206990"/>
                  <a:gd name="connsiteX2" fmla="*/ 0 w 985158"/>
                  <a:gd name="connsiteY2" fmla="*/ 179775 h 20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158" h="206990">
                    <a:moveTo>
                      <a:pt x="985158" y="206990"/>
                    </a:moveTo>
                    <a:cubicBezTo>
                      <a:pt x="890361" y="105843"/>
                      <a:pt x="795565" y="4697"/>
                      <a:pt x="631372" y="161"/>
                    </a:cubicBezTo>
                    <a:cubicBezTo>
                      <a:pt x="467179" y="-4375"/>
                      <a:pt x="233589" y="87700"/>
                      <a:pt x="0" y="179775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60BA3B7-809D-5F00-6100-A6E42BA02283}"/>
                      </a:ext>
                    </a:extLst>
                  </p:cNvPr>
                  <p:cNvSpPr txBox="1"/>
                  <p:nvPr/>
                </p:nvSpPr>
                <p:spPr>
                  <a:xfrm>
                    <a:off x="2200955" y="2938516"/>
                    <a:ext cx="9851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C7C5A2B-1B81-4F80-9071-B80BC17C24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0955" y="2938516"/>
                    <a:ext cx="98515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84E711B5-3BFA-155B-0EB7-701219AEE573}"/>
                      </a:ext>
                    </a:extLst>
                  </p:cNvPr>
                  <p:cNvSpPr txBox="1"/>
                  <p:nvPr/>
                </p:nvSpPr>
                <p:spPr>
                  <a:xfrm>
                    <a:off x="2173755" y="3775291"/>
                    <a:ext cx="9851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E10B50D7-8738-45F4-9392-344D2FA343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3755" y="3775291"/>
                    <a:ext cx="98515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D82204-E430-5C01-D1A6-C93A14A1378A}"/>
                  </a:ext>
                </a:extLst>
              </p:cNvPr>
              <p:cNvSpPr txBox="1"/>
              <p:nvPr/>
            </p:nvSpPr>
            <p:spPr>
              <a:xfrm>
                <a:off x="818707" y="2459612"/>
                <a:ext cx="1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Environment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E5E394A-584B-7ACA-AFDD-A8B3D13B73E0}"/>
                      </a:ext>
                    </a:extLst>
                  </p:cNvPr>
                  <p:cNvSpPr txBox="1"/>
                  <p:nvPr/>
                </p:nvSpPr>
                <p:spPr>
                  <a:xfrm>
                    <a:off x="336113" y="4209456"/>
                    <a:ext cx="253363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0" dirty="0"/>
                      <a:t>Observation model: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E5E394A-584B-7ACA-AFDD-A8B3D13B73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113" y="4209456"/>
                    <a:ext cx="2533639" cy="6463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69" t="-5660" b="-28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75953B6-8E77-6248-952B-99932B9F7172}"/>
                  </a:ext>
                </a:extLst>
              </p:cNvPr>
              <p:cNvCxnSpPr/>
              <p:nvPr/>
            </p:nvCxnSpPr>
            <p:spPr>
              <a:xfrm flipV="1">
                <a:off x="1309021" y="4804800"/>
                <a:ext cx="179614" cy="20682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6236E3B6-C15D-D351-36D1-175FA307EF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38092" y="4855787"/>
                <a:ext cx="200031" cy="218479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814F9F-0785-3CD1-4458-C98A6EA69FAE}"/>
                  </a:ext>
                </a:extLst>
              </p:cNvPr>
              <p:cNvSpPr txBox="1"/>
              <p:nvPr/>
            </p:nvSpPr>
            <p:spPr>
              <a:xfrm>
                <a:off x="2505541" y="4978844"/>
                <a:ext cx="2189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Noise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7B8205-6C58-865C-21C6-23D24855B9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4076" y="4542973"/>
                <a:ext cx="10515600" cy="195901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At each round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server plays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:r>
                  <a:rPr lang="en-US" sz="2400" dirty="0"/>
                  <a:t>Agent receives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b="0" dirty="0"/>
                  <a:t> and encodes latent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Goal is to minimize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cumulative regret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 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𝒜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⟨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⟩]</m:t>
                        </m:r>
                      </m:e>
                    </m:nary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7B8205-6C58-865C-21C6-23D24855B9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4076" y="4542973"/>
                <a:ext cx="10515600" cy="1959015"/>
              </a:xfrm>
              <a:blipFill>
                <a:blip r:embed="rId11"/>
                <a:stretch>
                  <a:fillRect l="-754" t="-4037" b="-14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00ACDA0-D3B6-F222-B93A-67288357E90B}"/>
              </a:ext>
            </a:extLst>
          </p:cNvPr>
          <p:cNvSpPr/>
          <p:nvPr/>
        </p:nvSpPr>
        <p:spPr>
          <a:xfrm>
            <a:off x="4452921" y="1660887"/>
            <a:ext cx="1459279" cy="1193726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3906F1-8008-2525-47D9-F97A67CA2419}"/>
              </a:ext>
            </a:extLst>
          </p:cNvPr>
          <p:cNvSpPr/>
          <p:nvPr/>
        </p:nvSpPr>
        <p:spPr>
          <a:xfrm>
            <a:off x="8236102" y="1662068"/>
            <a:ext cx="1459279" cy="119372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8EE5D1-447B-E675-CEE5-64AAF1E8D806}"/>
              </a:ext>
            </a:extLst>
          </p:cNvPr>
          <p:cNvCxnSpPr/>
          <p:nvPr/>
        </p:nvCxnSpPr>
        <p:spPr>
          <a:xfrm flipV="1">
            <a:off x="5182560" y="1326969"/>
            <a:ext cx="268941" cy="2501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4B4097E-BCAF-8929-5541-E2DBAC64E409}"/>
              </a:ext>
            </a:extLst>
          </p:cNvPr>
          <p:cNvSpPr txBox="1"/>
          <p:nvPr/>
        </p:nvSpPr>
        <p:spPr>
          <a:xfrm>
            <a:off x="5010991" y="1012962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Sensing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FB4A257-BE90-7417-096E-7F8F792D6C3E}"/>
              </a:ext>
            </a:extLst>
          </p:cNvPr>
          <p:cNvCxnSpPr/>
          <p:nvPr/>
        </p:nvCxnSpPr>
        <p:spPr>
          <a:xfrm flipV="1">
            <a:off x="8960927" y="1326788"/>
            <a:ext cx="268941" cy="2501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EA81F7-FC10-90BE-099F-96B2137E12DC}"/>
              </a:ext>
            </a:extLst>
          </p:cNvPr>
          <p:cNvSpPr txBox="1"/>
          <p:nvPr/>
        </p:nvSpPr>
        <p:spPr>
          <a:xfrm>
            <a:off x="8789358" y="1012781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124859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9" grpId="0" animBg="1"/>
      <p:bldP spid="34" grpId="0"/>
      <p:bldP spid="3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0817-5228-33BF-3D35-5BA7E4C8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Setup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CF644E-0F40-EA6E-C293-FCF69C7C9DF8}"/>
              </a:ext>
            </a:extLst>
          </p:cNvPr>
          <p:cNvGrpSpPr/>
          <p:nvPr/>
        </p:nvGrpSpPr>
        <p:grpSpPr>
          <a:xfrm>
            <a:off x="1186543" y="1264844"/>
            <a:ext cx="8728299" cy="2888564"/>
            <a:chOff x="306855" y="2395774"/>
            <a:chExt cx="8728299" cy="28885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004F91-07E6-8B8F-49CA-6A10C9FC5A5E}"/>
                </a:ext>
              </a:extLst>
            </p:cNvPr>
            <p:cNvSpPr txBox="1"/>
            <p:nvPr/>
          </p:nvSpPr>
          <p:spPr>
            <a:xfrm>
              <a:off x="306855" y="4901188"/>
              <a:ext cx="2189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Unknown parameter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7E3A7A-0561-5FBE-B43B-C7BC698AB5F9}"/>
                </a:ext>
              </a:extLst>
            </p:cNvPr>
            <p:cNvGrpSpPr/>
            <p:nvPr/>
          </p:nvGrpSpPr>
          <p:grpSpPr>
            <a:xfrm>
              <a:off x="782428" y="2395774"/>
              <a:ext cx="8252726" cy="2888564"/>
              <a:chOff x="336113" y="2459612"/>
              <a:chExt cx="8252726" cy="2888564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89C2384-4142-E1A3-D290-EEC79FC14784}"/>
                  </a:ext>
                </a:extLst>
              </p:cNvPr>
              <p:cNvGrpSpPr/>
              <p:nvPr/>
            </p:nvGrpSpPr>
            <p:grpSpPr>
              <a:xfrm>
                <a:off x="3146659" y="2812419"/>
                <a:ext cx="5442180" cy="2089376"/>
                <a:chOff x="1224645" y="3083796"/>
                <a:chExt cx="5442180" cy="2089376"/>
              </a:xfrm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DA4885F7-E9DF-C32E-CCBB-A1BB78544E21}"/>
                    </a:ext>
                  </a:extLst>
                </p:cNvPr>
                <p:cNvSpPr/>
                <p:nvPr/>
              </p:nvSpPr>
              <p:spPr>
                <a:xfrm>
                  <a:off x="1264100" y="3298787"/>
                  <a:ext cx="1328057" cy="850217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Agent</a:t>
                  </a:r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655EDE24-9838-BD21-569A-0B297C9B83D5}"/>
                    </a:ext>
                  </a:extLst>
                </p:cNvPr>
                <p:cNvSpPr/>
                <p:nvPr/>
              </p:nvSpPr>
              <p:spPr>
                <a:xfrm>
                  <a:off x="5041443" y="3298787"/>
                  <a:ext cx="1328057" cy="850217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Server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D9FFBE88-1750-3981-2CDB-947384D914CE}"/>
                    </a:ext>
                  </a:extLst>
                </p:cNvPr>
                <p:cNvCxnSpPr/>
                <p:nvPr/>
              </p:nvCxnSpPr>
              <p:spPr>
                <a:xfrm flipH="1">
                  <a:off x="2592157" y="3474318"/>
                  <a:ext cx="244928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1D439D9-39FD-379E-65CD-074FAD44C9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2157" y="3969617"/>
                  <a:ext cx="244928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D25DAA7B-AAC9-D2C6-6728-51B39BE9B9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7900" y="3083796"/>
                      <a:ext cx="184512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Action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3ACE3ECF-0678-4E9C-B3B3-05EDF824B0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7900" y="3083796"/>
                      <a:ext cx="1845127" cy="36933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2980" t="-10000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1ED8B212-3D1C-224C-4D66-38068DED11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36983" y="4009517"/>
                      <a:ext cx="2619374" cy="37843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Quantized parameter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1ED8B212-3D1C-224C-4D66-38068DED11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36983" y="4009517"/>
                      <a:ext cx="2619374" cy="37843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860" t="-4839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997E8E8C-78F4-66C3-8434-79E0F4A13C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75224" y="3616400"/>
                      <a:ext cx="238668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a14:m>
                      <a:r>
                        <a:rPr lang="en-US" dirty="0"/>
                        <a:t>-bit channel</a:t>
                      </a: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AA208CB1-DA11-4628-A7EF-2502092CBBF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75224" y="3616400"/>
                      <a:ext cx="2386683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10000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F73176F7-D55F-B6D3-9ADD-078DBEF4B7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24645" y="4493049"/>
                      <a:ext cx="1996851" cy="68012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Encode estimate of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US" b="0" dirty="0"/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F73176F7-D55F-B6D3-9ADD-078DBEF4B7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24645" y="4493049"/>
                      <a:ext cx="1996851" cy="68012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752" t="-5405" r="-367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714E66CB-AF29-1619-BE67-9BC2D70C33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9327" y="4496941"/>
                      <a:ext cx="1697498" cy="65543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b="0" dirty="0"/>
                        <a:t>Compute </a:t>
                      </a:r>
                      <a:r>
                        <a:rPr lang="en-US" dirty="0"/>
                        <a:t>action</a:t>
                      </a:r>
                      <a:r>
                        <a:rPr lang="en-US" b="0" dirty="0"/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r>
                        <a:rPr lang="en-US" dirty="0"/>
                        <a:t> using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929F60E8-C856-47A7-A3AC-BCECC75DDA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9327" y="4496941"/>
                      <a:ext cx="1697498" cy="65543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867" t="-4630" r="-1792" b="-13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9" name="Picture 8" descr="A picture containing text&#10;&#10;Description automatically generated">
                <a:extLst>
                  <a:ext uri="{FF2B5EF4-FFF2-40B4-BE49-F238E27FC236}">
                    <a16:creationId xmlns:a16="http://schemas.microsoft.com/office/drawing/2014/main" id="{6D8994DC-AD88-CA9F-EDE1-1FFDA6384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26" y="2855655"/>
                <a:ext cx="1190020" cy="1193726"/>
              </a:xfrm>
              <a:prstGeom prst="rect">
                <a:avLst/>
              </a:prstGeom>
            </p:spPr>
          </p:pic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C312873-FBAD-BB78-11F5-E9CEB4A39EB4}"/>
                  </a:ext>
                </a:extLst>
              </p:cNvPr>
              <p:cNvSpPr/>
              <p:nvPr/>
            </p:nvSpPr>
            <p:spPr>
              <a:xfrm>
                <a:off x="2152651" y="3006820"/>
                <a:ext cx="985158" cy="206990"/>
              </a:xfrm>
              <a:custGeom>
                <a:avLst/>
                <a:gdLst>
                  <a:gd name="connsiteX0" fmla="*/ 985158 w 985158"/>
                  <a:gd name="connsiteY0" fmla="*/ 206990 h 206990"/>
                  <a:gd name="connsiteX1" fmla="*/ 631372 w 985158"/>
                  <a:gd name="connsiteY1" fmla="*/ 161 h 206990"/>
                  <a:gd name="connsiteX2" fmla="*/ 0 w 985158"/>
                  <a:gd name="connsiteY2" fmla="*/ 179775 h 20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158" h="206990">
                    <a:moveTo>
                      <a:pt x="985158" y="206990"/>
                    </a:moveTo>
                    <a:cubicBezTo>
                      <a:pt x="890361" y="105843"/>
                      <a:pt x="795565" y="4697"/>
                      <a:pt x="631372" y="161"/>
                    </a:cubicBezTo>
                    <a:cubicBezTo>
                      <a:pt x="467179" y="-4375"/>
                      <a:pt x="233589" y="87700"/>
                      <a:pt x="0" y="179775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09215B5-0442-493E-7822-65D1536B1325}"/>
                  </a:ext>
                </a:extLst>
              </p:cNvPr>
              <p:cNvSpPr/>
              <p:nvPr/>
            </p:nvSpPr>
            <p:spPr>
              <a:xfrm rot="11412009">
                <a:off x="2131217" y="3655157"/>
                <a:ext cx="985158" cy="206990"/>
              </a:xfrm>
              <a:custGeom>
                <a:avLst/>
                <a:gdLst>
                  <a:gd name="connsiteX0" fmla="*/ 985158 w 985158"/>
                  <a:gd name="connsiteY0" fmla="*/ 206990 h 206990"/>
                  <a:gd name="connsiteX1" fmla="*/ 631372 w 985158"/>
                  <a:gd name="connsiteY1" fmla="*/ 161 h 206990"/>
                  <a:gd name="connsiteX2" fmla="*/ 0 w 985158"/>
                  <a:gd name="connsiteY2" fmla="*/ 179775 h 20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158" h="206990">
                    <a:moveTo>
                      <a:pt x="985158" y="206990"/>
                    </a:moveTo>
                    <a:cubicBezTo>
                      <a:pt x="890361" y="105843"/>
                      <a:pt x="795565" y="4697"/>
                      <a:pt x="631372" y="161"/>
                    </a:cubicBezTo>
                    <a:cubicBezTo>
                      <a:pt x="467179" y="-4375"/>
                      <a:pt x="233589" y="87700"/>
                      <a:pt x="0" y="179775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60BA3B7-809D-5F00-6100-A6E42BA02283}"/>
                      </a:ext>
                    </a:extLst>
                  </p:cNvPr>
                  <p:cNvSpPr txBox="1"/>
                  <p:nvPr/>
                </p:nvSpPr>
                <p:spPr>
                  <a:xfrm>
                    <a:off x="2200955" y="2938516"/>
                    <a:ext cx="9851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C7C5A2B-1B81-4F80-9071-B80BC17C24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00955" y="2938516"/>
                    <a:ext cx="98515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84E711B5-3BFA-155B-0EB7-701219AEE573}"/>
                      </a:ext>
                    </a:extLst>
                  </p:cNvPr>
                  <p:cNvSpPr txBox="1"/>
                  <p:nvPr/>
                </p:nvSpPr>
                <p:spPr>
                  <a:xfrm>
                    <a:off x="2173755" y="3775291"/>
                    <a:ext cx="98515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E10B50D7-8738-45F4-9392-344D2FA343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3755" y="3775291"/>
                    <a:ext cx="98515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D82204-E430-5C01-D1A6-C93A14A1378A}"/>
                  </a:ext>
                </a:extLst>
              </p:cNvPr>
              <p:cNvSpPr txBox="1"/>
              <p:nvPr/>
            </p:nvSpPr>
            <p:spPr>
              <a:xfrm>
                <a:off x="818707" y="2459612"/>
                <a:ext cx="1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Environment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E5E394A-584B-7ACA-AFDD-A8B3D13B73E0}"/>
                      </a:ext>
                    </a:extLst>
                  </p:cNvPr>
                  <p:cNvSpPr txBox="1"/>
                  <p:nvPr/>
                </p:nvSpPr>
                <p:spPr>
                  <a:xfrm>
                    <a:off x="336113" y="4209456"/>
                    <a:ext cx="253363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0" dirty="0"/>
                      <a:t>Observation model: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E5E394A-584B-7ACA-AFDD-A8B3D13B73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113" y="4209456"/>
                    <a:ext cx="2533639" cy="6463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69" t="-5660" b="-283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75953B6-8E77-6248-952B-99932B9F7172}"/>
                  </a:ext>
                </a:extLst>
              </p:cNvPr>
              <p:cNvCxnSpPr/>
              <p:nvPr/>
            </p:nvCxnSpPr>
            <p:spPr>
              <a:xfrm flipV="1">
                <a:off x="1309021" y="4804800"/>
                <a:ext cx="179614" cy="20682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6236E3B6-C15D-D351-36D1-175FA307EF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38092" y="4855787"/>
                <a:ext cx="200031" cy="218479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814F9F-0785-3CD1-4458-C98A6EA69FAE}"/>
                  </a:ext>
                </a:extLst>
              </p:cNvPr>
              <p:cNvSpPr txBox="1"/>
              <p:nvPr/>
            </p:nvSpPr>
            <p:spPr>
              <a:xfrm>
                <a:off x="2505541" y="4978844"/>
                <a:ext cx="2189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Noise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7B8205-6C58-865C-21C6-23D24855B9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5441" y="4326464"/>
                <a:ext cx="9235006" cy="53240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=∞,</m:t>
                    </m:r>
                  </m:oMath>
                </a14:m>
                <a:r>
                  <a:rPr lang="en-US" sz="2400" dirty="0"/>
                  <a:t> optimal regret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ad>
                      <m:radPr>
                        <m:degHide m:val="on"/>
                        <m:ctrlP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dirty="0">
                    <a:solidFill>
                      <a:srgbClr val="FF0000"/>
                    </a:solidFill>
                  </a:rPr>
                  <a:t>. </a:t>
                </a:r>
                <a:r>
                  <a:rPr lang="en-US" sz="2400" dirty="0"/>
                  <a:t>(Yadkori et al., NeurIPS 2011) </a:t>
                </a:r>
                <a:endParaRPr lang="en-US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7B8205-6C58-865C-21C6-23D24855B9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5441" y="4326464"/>
                <a:ext cx="9235006" cy="532407"/>
              </a:xfrm>
              <a:blipFill>
                <a:blip r:embed="rId11"/>
                <a:stretch>
                  <a:fillRect l="-924" t="-8046" r="-85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00ACDA0-D3B6-F222-B93A-67288357E90B}"/>
              </a:ext>
            </a:extLst>
          </p:cNvPr>
          <p:cNvSpPr/>
          <p:nvPr/>
        </p:nvSpPr>
        <p:spPr>
          <a:xfrm>
            <a:off x="4452921" y="1660887"/>
            <a:ext cx="1459279" cy="1193726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3906F1-8008-2525-47D9-F97A67CA2419}"/>
              </a:ext>
            </a:extLst>
          </p:cNvPr>
          <p:cNvSpPr/>
          <p:nvPr/>
        </p:nvSpPr>
        <p:spPr>
          <a:xfrm>
            <a:off x="8236102" y="1662068"/>
            <a:ext cx="1459279" cy="119372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8EE5D1-447B-E675-CEE5-64AAF1E8D806}"/>
              </a:ext>
            </a:extLst>
          </p:cNvPr>
          <p:cNvCxnSpPr/>
          <p:nvPr/>
        </p:nvCxnSpPr>
        <p:spPr>
          <a:xfrm flipV="1">
            <a:off x="5182560" y="1326969"/>
            <a:ext cx="268941" cy="2501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4B4097E-BCAF-8929-5541-E2DBAC64E409}"/>
              </a:ext>
            </a:extLst>
          </p:cNvPr>
          <p:cNvSpPr txBox="1"/>
          <p:nvPr/>
        </p:nvSpPr>
        <p:spPr>
          <a:xfrm>
            <a:off x="5010991" y="1012962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Sensing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FB4A257-BE90-7417-096E-7F8F792D6C3E}"/>
              </a:ext>
            </a:extLst>
          </p:cNvPr>
          <p:cNvCxnSpPr/>
          <p:nvPr/>
        </p:nvCxnSpPr>
        <p:spPr>
          <a:xfrm flipV="1">
            <a:off x="8960927" y="1326788"/>
            <a:ext cx="268941" cy="2501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EA81F7-FC10-90BE-099F-96B2137E12DC}"/>
              </a:ext>
            </a:extLst>
          </p:cNvPr>
          <p:cNvSpPr txBox="1"/>
          <p:nvPr/>
        </p:nvSpPr>
        <p:spPr>
          <a:xfrm>
            <a:off x="8789358" y="1012781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0E1579E-E2D8-6E49-2CC7-AC041033CAF7}"/>
                  </a:ext>
                </a:extLst>
              </p:cNvPr>
              <p:cNvSpPr/>
              <p:nvPr/>
            </p:nvSpPr>
            <p:spPr>
              <a:xfrm>
                <a:off x="1501190" y="5056249"/>
                <a:ext cx="8610998" cy="86763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200" b="1" dirty="0">
                    <a:solidFill>
                      <a:srgbClr val="C00000"/>
                    </a:solidFill>
                  </a:rPr>
                  <a:t>Q.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Can we achieve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ad>
                          <m:radPr>
                            <m:degHide m:val="on"/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regret with a finite channel-capacity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If so, under what conditions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0E1579E-E2D8-6E49-2CC7-AC041033C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190" y="5056249"/>
                <a:ext cx="8610998" cy="867630"/>
              </a:xfrm>
              <a:prstGeom prst="roundRect">
                <a:avLst/>
              </a:prstGeom>
              <a:blipFill>
                <a:blip r:embed="rId12"/>
                <a:stretch>
                  <a:fillRect l="-423" b="-1418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0666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414E9-F71B-83B4-168E-5B3FBA36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2FFCC-2194-0537-1857-EE66EA34B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342"/>
            <a:ext cx="10515600" cy="4961621"/>
          </a:xfrm>
        </p:spPr>
        <p:txBody>
          <a:bodyPr/>
          <a:lstStyle/>
          <a:p>
            <a:r>
              <a:rPr lang="en-US" dirty="0"/>
              <a:t>We propose a new algorithm: Information-Constrained LinUCB (</a:t>
            </a:r>
            <a:r>
              <a:rPr lang="en-US" dirty="0">
                <a:solidFill>
                  <a:srgbClr val="C00000"/>
                </a:solidFill>
              </a:rPr>
              <a:t>IC-LinUCB</a:t>
            </a:r>
            <a:r>
              <a:rPr lang="en-US" dirty="0"/>
              <a:t>).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AADD67-C249-DD50-6CDE-E3BEB4AF62BF}"/>
              </a:ext>
            </a:extLst>
          </p:cNvPr>
          <p:cNvSpPr>
            <a:spLocks noGrp="1"/>
          </p:cNvSpPr>
          <p:nvPr/>
        </p:nvSpPr>
        <p:spPr>
          <a:xfrm>
            <a:off x="838200" y="3976520"/>
            <a:ext cx="10152529" cy="1913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Main Takeaways: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First result </a:t>
            </a:r>
            <a:r>
              <a:rPr lang="en-US" dirty="0"/>
              <a:t>to show that we can achieve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minimax optimal </a:t>
            </a:r>
            <a:r>
              <a:rPr lang="en-US" dirty="0"/>
              <a:t>regret bound with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horizon-independent</a:t>
            </a:r>
            <a:r>
              <a:rPr lang="en-US" dirty="0"/>
              <a:t> channel capacity.</a:t>
            </a:r>
          </a:p>
          <a:p>
            <a:pPr lvl="1"/>
            <a:r>
              <a:rPr lang="en-US" dirty="0"/>
              <a:t>Complements results of a similar flavor for stochastic optimization (</a:t>
            </a:r>
            <a:r>
              <a:rPr lang="en-US" dirty="0" err="1"/>
              <a:t>Mayekar</a:t>
            </a:r>
            <a:r>
              <a:rPr lang="en-US" dirty="0"/>
              <a:t> &amp; Tyagi, AISTATS 20).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93A658-0703-F64A-D675-45E732328FA9}"/>
              </a:ext>
            </a:extLst>
          </p:cNvPr>
          <p:cNvSpPr/>
          <p:nvPr/>
        </p:nvSpPr>
        <p:spPr>
          <a:xfrm>
            <a:off x="1374382" y="1909954"/>
            <a:ext cx="9320981" cy="55306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>
                <a:solidFill>
                  <a:schemeClr val="bg1"/>
                </a:solidFill>
              </a:rPr>
              <a:t>Theorem (Performance of IC-LinUCB)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EA28F72-0DD4-A53C-811C-331F31778B02}"/>
                  </a:ext>
                </a:extLst>
              </p:cNvPr>
              <p:cNvSpPr/>
              <p:nvPr/>
            </p:nvSpPr>
            <p:spPr>
              <a:xfrm>
                <a:off x="1374381" y="2640241"/>
                <a:ext cx="9320981" cy="850217"/>
              </a:xfrm>
              <a:prstGeom prst="roundRect">
                <a:avLst/>
              </a:prstGeom>
              <a:solidFill>
                <a:schemeClr val="bg2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600" dirty="0">
                    <a:solidFill>
                      <a:schemeClr val="tx1"/>
                    </a:solidFill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≥6</m:t>
                    </m:r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600" dirty="0">
                    <a:solidFill>
                      <a:schemeClr val="tx1"/>
                    </a:solidFill>
                  </a:rPr>
                  <a:t> Then, IC-</a:t>
                </a:r>
                <a:r>
                  <a:rPr lang="en-US" sz="2600" dirty="0" err="1">
                    <a:solidFill>
                      <a:schemeClr val="tx1"/>
                    </a:solidFill>
                  </a:rPr>
                  <a:t>LinUCB</a:t>
                </a:r>
                <a:r>
                  <a:rPr lang="en-US" sz="2600" dirty="0">
                    <a:solidFill>
                      <a:schemeClr val="tx1"/>
                    </a:solidFill>
                  </a:rPr>
                  <a:t> guarantees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ad>
                      <m:radPr>
                        <m:degHide m:val="on"/>
                        <m:ctrlPr>
                          <a:rPr lang="en-US" sz="2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  <m:r>
                      <a:rPr lang="en-US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EA28F72-0DD4-A53C-811C-331F31778B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381" y="2640241"/>
                <a:ext cx="9320981" cy="85021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31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414E9-F71B-83B4-168E-5B3FBA36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 (Continued)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2727C1-C5D4-F0EA-2081-BC16EBFBDB80}"/>
              </a:ext>
            </a:extLst>
          </p:cNvPr>
          <p:cNvSpPr/>
          <p:nvPr/>
        </p:nvSpPr>
        <p:spPr>
          <a:xfrm>
            <a:off x="983677" y="1291071"/>
            <a:ext cx="10224645" cy="8676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C00000"/>
                </a:solidFill>
              </a:rPr>
              <a:t>Q.</a:t>
            </a:r>
            <a:r>
              <a:rPr lang="en-US" sz="2200" b="1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When the actions sets have more structure, can we achieve optimal regret bounds with fewer bits? </a:t>
            </a:r>
            <a:endParaRPr lang="en-US" sz="24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16284E6-4DB0-5AEE-2555-6B0B6272D9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677" y="2304006"/>
                <a:ext cx="10515600" cy="13267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the basic Multi-Armed Bandit (MAB) problem, where the action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/>
                  <a:t> comprises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orthonormal unit vectors: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We develop a variant of IC-LinUCB called </a:t>
                </a:r>
                <a:r>
                  <a:rPr lang="en-US" sz="2400" dirty="0">
                    <a:solidFill>
                      <a:srgbClr val="C00000"/>
                    </a:solidFill>
                  </a:rPr>
                  <a:t>IC-UCB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16284E6-4DB0-5AEE-2555-6B0B6272D9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677" y="2304006"/>
                <a:ext cx="10515600" cy="1326700"/>
              </a:xfrm>
              <a:blipFill>
                <a:blip r:embed="rId2"/>
                <a:stretch>
                  <a:fillRect l="-754" t="-6422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4580BD5-B1E6-2578-8868-79B270BB1065}"/>
              </a:ext>
            </a:extLst>
          </p:cNvPr>
          <p:cNvSpPr/>
          <p:nvPr/>
        </p:nvSpPr>
        <p:spPr>
          <a:xfrm>
            <a:off x="1508852" y="3711859"/>
            <a:ext cx="9320981" cy="55306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Theorem (Performance of IC-UCB)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B3A9816-672E-070A-40C8-B80A98F915CC}"/>
                  </a:ext>
                </a:extLst>
              </p:cNvPr>
              <p:cNvSpPr/>
              <p:nvPr/>
            </p:nvSpPr>
            <p:spPr>
              <a:xfrm>
                <a:off x="1508851" y="4442146"/>
                <a:ext cx="9320981" cy="850217"/>
              </a:xfrm>
              <a:prstGeom prst="roundRect">
                <a:avLst/>
              </a:prstGeom>
              <a:solidFill>
                <a:schemeClr val="bg2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solidFill>
                      <a:schemeClr val="tx1"/>
                    </a:solidFill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≥1.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Then, IC-UCB guarantees the optimal regret bound for the MAB problem (up to constants).</a:t>
                </a: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B3A9816-672E-070A-40C8-B80A98F915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851" y="4442146"/>
                <a:ext cx="9320981" cy="850217"/>
              </a:xfrm>
              <a:prstGeom prst="roundRect">
                <a:avLst/>
              </a:prstGeom>
              <a:blipFill>
                <a:blip r:embed="rId3"/>
                <a:stretch>
                  <a:fillRect l="-589" t="-4317" b="-1510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50A49D9-C43A-8FE6-67DA-D3E49343B84D}"/>
              </a:ext>
            </a:extLst>
          </p:cNvPr>
          <p:cNvSpPr txBox="1"/>
          <p:nvPr/>
        </p:nvSpPr>
        <p:spPr>
          <a:xfrm>
            <a:off x="258567" y="5734471"/>
            <a:ext cx="11674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Main Takeaway:</a:t>
            </a:r>
            <a:r>
              <a:rPr lang="en-US" sz="2400" dirty="0"/>
              <a:t> 1-bit channel suffices to achieve order-optimal regret for the MAB problem</a:t>
            </a:r>
          </a:p>
        </p:txBody>
      </p:sp>
    </p:spTree>
    <p:extLst>
      <p:ext uri="{BB962C8B-B14F-4D97-AF65-F5344CB8AC3E}">
        <p14:creationId xmlns:p14="http://schemas.microsoft.com/office/powerpoint/2010/main" val="230996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animBg="1"/>
      <p:bldP spid="12" grpId="0" animBg="1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7FD0-4C55-2C41-1544-F0D33AAF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Algorithmic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FE96C-2CDB-68FD-4E0A-9BC40E795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Q1)</a:t>
            </a:r>
            <a:r>
              <a:rPr lang="en-US" dirty="0"/>
              <a:t> How to encode the latent parameter?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Adaptive</a:t>
            </a:r>
            <a:r>
              <a:rPr lang="en-US" dirty="0"/>
              <a:t> quantization of “innovations”.</a:t>
            </a:r>
          </a:p>
          <a:p>
            <a:pPr lvl="1"/>
            <a:r>
              <a:rPr lang="en-US" dirty="0"/>
              <a:t>Range of quantizer informed by statistical confidence bounds.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Q2)</a:t>
            </a:r>
            <a:r>
              <a:rPr lang="en-US" dirty="0"/>
              <a:t> How to take decisions at the server?</a:t>
            </a:r>
          </a:p>
          <a:p>
            <a:pPr lvl="1"/>
            <a:r>
              <a:rPr lang="en-US" dirty="0"/>
              <a:t>Server constructs an </a:t>
            </a:r>
            <a:r>
              <a:rPr lang="en-US" dirty="0">
                <a:solidFill>
                  <a:srgbClr val="FF0000"/>
                </a:solidFill>
              </a:rPr>
              <a:t>inflated </a:t>
            </a:r>
            <a:r>
              <a:rPr lang="en-US" dirty="0"/>
              <a:t>elliptical confidence set.</a:t>
            </a:r>
          </a:p>
          <a:p>
            <a:pPr lvl="1"/>
            <a:r>
              <a:rPr lang="en-US" dirty="0"/>
              <a:t>Inflation accounts for quantization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85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AC3E-8E44-444D-8FFC-2E65CFED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5" y="365125"/>
            <a:ext cx="10723605" cy="850217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Challenges in Large-Scale/Distributed Systems</a:t>
            </a:r>
          </a:p>
        </p:txBody>
      </p:sp>
      <p:pic>
        <p:nvPicPr>
          <p:cNvPr id="5" name="Picture 4" descr="A picture containing jigsaw puzzle&#10;&#10;Description automatically generated">
            <a:extLst>
              <a:ext uri="{FF2B5EF4-FFF2-40B4-BE49-F238E27FC236}">
                <a16:creationId xmlns:a16="http://schemas.microsoft.com/office/drawing/2014/main" id="{08B1B102-380B-4746-9687-443DE3C1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347" y="1610350"/>
            <a:ext cx="1658490" cy="1338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B448AF-E3AF-4376-ADCC-565AAFA3780D}"/>
              </a:ext>
            </a:extLst>
          </p:cNvPr>
          <p:cNvSpPr txBox="1"/>
          <p:nvPr/>
        </p:nvSpPr>
        <p:spPr>
          <a:xfrm>
            <a:off x="3352329" y="3147152"/>
            <a:ext cx="3434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Partial/Imperfect Information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6A96CE39-A28F-43A7-BE43-F30515EB3DD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606" y="1588878"/>
            <a:ext cx="1655064" cy="13350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1CEC62-4F48-49FC-B457-76ADBCEBF292}"/>
              </a:ext>
            </a:extLst>
          </p:cNvPr>
          <p:cNvSpPr txBox="1"/>
          <p:nvPr/>
        </p:nvSpPr>
        <p:spPr>
          <a:xfrm>
            <a:off x="6264880" y="3137734"/>
            <a:ext cx="2279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Communication </a:t>
            </a:r>
          </a:p>
          <a:p>
            <a:r>
              <a:rPr lang="en-US" sz="2400" b="1" dirty="0"/>
              <a:t>Constraints</a:t>
            </a: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45D6302-A5D1-4E70-BD1D-C26AF37F920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6907" y="1597994"/>
            <a:ext cx="1655064" cy="13350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3FEC90-5C7C-476B-BB4B-DE579FD014A9}"/>
              </a:ext>
            </a:extLst>
          </p:cNvPr>
          <p:cNvSpPr txBox="1"/>
          <p:nvPr/>
        </p:nvSpPr>
        <p:spPr>
          <a:xfrm>
            <a:off x="9580157" y="3124152"/>
            <a:ext cx="3833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Adversarial </a:t>
            </a:r>
          </a:p>
          <a:p>
            <a:r>
              <a:rPr lang="en-US" sz="2400" b="1" dirty="0"/>
              <a:t>Attacks</a:t>
            </a:r>
          </a:p>
        </p:txBody>
      </p:sp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F8D5D05E-72AF-4DFD-878B-99CC4A434E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" y="1411812"/>
            <a:ext cx="1735340" cy="17353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2A5DB6-2554-4406-9895-F2C75EBCB618}"/>
              </a:ext>
            </a:extLst>
          </p:cNvPr>
          <p:cNvSpPr txBox="1"/>
          <p:nvPr/>
        </p:nvSpPr>
        <p:spPr>
          <a:xfrm>
            <a:off x="378618" y="3264509"/>
            <a:ext cx="3434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Heterogeneity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94F43-827B-8F34-5E5B-71254BA55AC0}"/>
              </a:ext>
            </a:extLst>
          </p:cNvPr>
          <p:cNvSpPr/>
          <p:nvPr/>
        </p:nvSpPr>
        <p:spPr>
          <a:xfrm>
            <a:off x="558401" y="4534063"/>
            <a:ext cx="11266274" cy="10388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C00000"/>
                </a:solidFill>
              </a:rPr>
              <a:t>Q.</a:t>
            </a:r>
            <a:r>
              <a:rPr lang="en-US" sz="2600" dirty="0">
                <a:solidFill>
                  <a:schemeClr val="tx1"/>
                </a:solidFill>
              </a:rPr>
              <a:t> How do we account for the above challenges in sequential decision-making problems?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78C65-628A-F782-6FC4-2419B85C10EE}"/>
              </a:ext>
            </a:extLst>
          </p:cNvPr>
          <p:cNvSpPr/>
          <p:nvPr/>
        </p:nvSpPr>
        <p:spPr>
          <a:xfrm>
            <a:off x="6096000" y="1368829"/>
            <a:ext cx="2499360" cy="2687782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92046F-AAF7-0620-9063-E7A39D49C21C}"/>
              </a:ext>
            </a:extLst>
          </p:cNvPr>
          <p:cNvSpPr/>
          <p:nvPr/>
        </p:nvSpPr>
        <p:spPr>
          <a:xfrm>
            <a:off x="9168938" y="1357745"/>
            <a:ext cx="2499360" cy="2687782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9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589723-66C1-44C5-B16D-444432F8C90F}"/>
              </a:ext>
            </a:extLst>
          </p:cNvPr>
          <p:cNvSpPr/>
          <p:nvPr/>
        </p:nvSpPr>
        <p:spPr>
          <a:xfrm>
            <a:off x="661086" y="1466177"/>
            <a:ext cx="6906919" cy="9144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97866-65DD-4E58-AEFF-C85324153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8" y="228449"/>
            <a:ext cx="10987664" cy="748718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</a:rPr>
              <a:t>Exploiting Common Structure in Multi-Agent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BEEBA-CC35-44BB-9A57-37514EC4E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086" y="1530195"/>
            <a:ext cx="6906919" cy="4859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Motivation:</a:t>
            </a:r>
            <a:r>
              <a:rPr lang="en-US" dirty="0"/>
              <a:t> Agents are typically heterogeneous in their observation models &amp; actuation capabilities.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Transferring learning </a:t>
            </a:r>
            <a:r>
              <a:rPr lang="en-US" dirty="0"/>
              <a:t>across different agents by </a:t>
            </a:r>
            <a:r>
              <a:rPr lang="en-US" b="1" dirty="0"/>
              <a:t>exploiting common structure</a:t>
            </a:r>
            <a:r>
              <a:rPr lang="en-US" dirty="0"/>
              <a:t>?</a:t>
            </a:r>
          </a:p>
          <a:p>
            <a:r>
              <a:rPr lang="en-US" dirty="0"/>
              <a:t>Modeling common structure?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EC6E6-5F86-4AA7-9FAB-FAE0744B5458}"/>
              </a:ext>
            </a:extLst>
          </p:cNvPr>
          <p:cNvSpPr txBox="1"/>
          <p:nvPr/>
        </p:nvSpPr>
        <p:spPr>
          <a:xfrm>
            <a:off x="7327556" y="5189017"/>
            <a:ext cx="4707933" cy="12003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Q. </a:t>
            </a:r>
            <a:r>
              <a:rPr lang="en-US" sz="2400" dirty="0"/>
              <a:t>How can we </a:t>
            </a:r>
            <a:r>
              <a:rPr lang="en-US" sz="2400" b="1" dirty="0"/>
              <a:t>transfer knowledge </a:t>
            </a:r>
            <a:r>
              <a:rPr lang="en-US" sz="2400" dirty="0"/>
              <a:t>between agents interacting with </a:t>
            </a:r>
            <a:r>
              <a:rPr lang="en-US" sz="2400" b="1" dirty="0"/>
              <a:t>different, yet similar </a:t>
            </a:r>
            <a:r>
              <a:rPr lang="en-US" sz="2400" dirty="0"/>
              <a:t>environments?</a:t>
            </a:r>
          </a:p>
        </p:txBody>
      </p:sp>
      <p:pic>
        <p:nvPicPr>
          <p:cNvPr id="15" name="Picture 14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E2BB8A92-FC19-49CE-96DA-CEB7113BE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305" y="3317790"/>
            <a:ext cx="3598827" cy="1681805"/>
          </a:xfrm>
          <a:prstGeom prst="rect">
            <a:avLst/>
          </a:prstGeom>
        </p:spPr>
      </p:pic>
      <p:pic>
        <p:nvPicPr>
          <p:cNvPr id="19" name="Picture 1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F606FA-34D7-431B-943D-0F8F06D49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020" y="961612"/>
            <a:ext cx="3557350" cy="1692848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2F28AF17-3CCD-4CD7-824F-B4791B70CADD}"/>
              </a:ext>
            </a:extLst>
          </p:cNvPr>
          <p:cNvSpPr/>
          <p:nvPr/>
        </p:nvSpPr>
        <p:spPr>
          <a:xfrm>
            <a:off x="9700056" y="2815877"/>
            <a:ext cx="405931" cy="3521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Text&#10;&#10;Description automatically generated with medium confidence">
            <a:extLst>
              <a:ext uri="{FF2B5EF4-FFF2-40B4-BE49-F238E27FC236}">
                <a16:creationId xmlns:a16="http://schemas.microsoft.com/office/drawing/2014/main" id="{68B13EFC-04E2-43A7-97D0-069B30AE0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020" y="961612"/>
            <a:ext cx="3557350" cy="169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422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710A-387F-5AB4-70A6-E4A9199DC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370568"/>
            <a:ext cx="10907486" cy="850217"/>
          </a:xfrm>
        </p:spPr>
        <p:txBody>
          <a:bodyPr>
            <a:normAutofit fontScale="90000"/>
          </a:bodyPr>
          <a:lstStyle/>
          <a:p>
            <a:r>
              <a:rPr lang="en-US" dirty="0"/>
              <a:t>Federated RL with Heterogeneous Environments</a:t>
            </a:r>
          </a:p>
        </p:txBody>
      </p:sp>
      <p:pic>
        <p:nvPicPr>
          <p:cNvPr id="8" name="Picture 7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CC850627-391E-ABE2-2DAB-3535A688C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084" y="2797574"/>
            <a:ext cx="3598827" cy="1681805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6A89EC67-12C6-57EB-9B93-A790B8B96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52" y="2797574"/>
            <a:ext cx="3557350" cy="1692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318D9E-771E-845C-C111-F344CFA09D0F}"/>
              </a:ext>
            </a:extLst>
          </p:cNvPr>
          <p:cNvSpPr txBox="1"/>
          <p:nvPr/>
        </p:nvSpPr>
        <p:spPr>
          <a:xfrm>
            <a:off x="5708411" y="3260268"/>
            <a:ext cx="686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….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8E6282-BDA5-7BD9-3870-0FA6E6AA7335}"/>
              </a:ext>
            </a:extLst>
          </p:cNvPr>
          <p:cNvSpPr txBox="1"/>
          <p:nvPr/>
        </p:nvSpPr>
        <p:spPr>
          <a:xfrm>
            <a:off x="1687285" y="4637314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Agent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2AA921-E9DE-FF2A-80EB-385CB6C8F309}"/>
              </a:ext>
            </a:extLst>
          </p:cNvPr>
          <p:cNvSpPr txBox="1"/>
          <p:nvPr/>
        </p:nvSpPr>
        <p:spPr>
          <a:xfrm>
            <a:off x="9688285" y="4637314"/>
            <a:ext cx="1181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Agent </a:t>
            </a:r>
            <a:r>
              <a:rPr lang="en-US" sz="2000" i="1" dirty="0"/>
              <a:t>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798300-0FB0-EB79-4FC9-F4963353551A}"/>
              </a:ext>
            </a:extLst>
          </p:cNvPr>
          <p:cNvSpPr/>
          <p:nvPr/>
        </p:nvSpPr>
        <p:spPr>
          <a:xfrm>
            <a:off x="4868635" y="1227810"/>
            <a:ext cx="2432957" cy="947057"/>
          </a:xfrm>
          <a:prstGeom prst="rect">
            <a:avLst/>
          </a:prstGeom>
          <a:solidFill>
            <a:srgbClr val="EDF1CA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Server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30F08D-EF9B-50D7-BDDB-6771E25352AB}"/>
              </a:ext>
            </a:extLst>
          </p:cNvPr>
          <p:cNvCxnSpPr/>
          <p:nvPr/>
        </p:nvCxnSpPr>
        <p:spPr>
          <a:xfrm flipV="1">
            <a:off x="3314700" y="1975757"/>
            <a:ext cx="1153886" cy="54428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D6C60E-3F6D-A5D0-43C1-3244258441CE}"/>
              </a:ext>
            </a:extLst>
          </p:cNvPr>
          <p:cNvCxnSpPr>
            <a:cxnSpLocks/>
          </p:cNvCxnSpPr>
          <p:nvPr/>
        </p:nvCxnSpPr>
        <p:spPr>
          <a:xfrm>
            <a:off x="7784129" y="2008267"/>
            <a:ext cx="1174814" cy="64770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7FD2821-8286-A806-6457-3F9A04C2FFB6}"/>
              </a:ext>
            </a:extLst>
          </p:cNvPr>
          <p:cNvSpPr/>
          <p:nvPr/>
        </p:nvSpPr>
        <p:spPr>
          <a:xfrm>
            <a:off x="789215" y="5306785"/>
            <a:ext cx="10199914" cy="947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Q.</a:t>
            </a:r>
            <a:r>
              <a:rPr lang="en-US" dirty="0"/>
              <a:t> </a:t>
            </a:r>
            <a:r>
              <a:rPr lang="en-US" sz="2400" dirty="0">
                <a:solidFill>
                  <a:schemeClr val="tx1"/>
                </a:solidFill>
              </a:rPr>
              <a:t>Can an agent expedite the process of evaluating its own value function by exchanging information with other agents?</a:t>
            </a:r>
          </a:p>
        </p:txBody>
      </p:sp>
    </p:spTree>
    <p:extLst>
      <p:ext uri="{BB962C8B-B14F-4D97-AF65-F5344CB8AC3E}">
        <p14:creationId xmlns:p14="http://schemas.microsoft.com/office/powerpoint/2010/main" val="4554992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2E35-62CB-0743-AC62-A1D62029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86" y="365125"/>
            <a:ext cx="11125200" cy="850217"/>
          </a:xfrm>
        </p:spPr>
        <p:txBody>
          <a:bodyPr>
            <a:normAutofit fontScale="90000"/>
          </a:bodyPr>
          <a:lstStyle/>
          <a:p>
            <a:r>
              <a:rPr lang="en-US" dirty="0"/>
              <a:t>Federated RL with Heterogeneous Environments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8D749B-4DC3-B36B-2101-E2227C5E5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83329"/>
                <a:ext cx="10515600" cy="1670957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Informal Result: </a:t>
                </a:r>
                <a:r>
                  <a:rPr lang="en-US" dirty="0"/>
                  <a:t>Say each agent acquires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samples. Then, the convergence rate of a federated version of the TD algorithm is: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8D749B-4DC3-B36B-2101-E2227C5E5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83329"/>
                <a:ext cx="10515600" cy="1670957"/>
              </a:xfrm>
              <a:blipFill>
                <a:blip r:embed="rId2"/>
                <a:stretch>
                  <a:fillRect l="-928" t="-5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6D7D9DC-0F4C-54BC-D1B5-54E50CEB7B81}"/>
              </a:ext>
            </a:extLst>
          </p:cNvPr>
          <p:cNvSpPr/>
          <p:nvPr/>
        </p:nvSpPr>
        <p:spPr>
          <a:xfrm>
            <a:off x="838200" y="1415142"/>
            <a:ext cx="10199914" cy="947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Q.</a:t>
            </a:r>
            <a:r>
              <a:rPr lang="en-US" dirty="0"/>
              <a:t> </a:t>
            </a:r>
            <a:r>
              <a:rPr lang="en-US" sz="2400" dirty="0">
                <a:solidFill>
                  <a:schemeClr val="tx1"/>
                </a:solidFill>
              </a:rPr>
              <a:t>Can an agent expedite the process of evaluating its own value function by exchanging information with other agents?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D5294F-A9D7-209E-E721-8A7511607676}"/>
              </a:ext>
            </a:extLst>
          </p:cNvPr>
          <p:cNvCxnSpPr>
            <a:cxnSpLocks/>
          </p:cNvCxnSpPr>
          <p:nvPr/>
        </p:nvCxnSpPr>
        <p:spPr>
          <a:xfrm flipV="1">
            <a:off x="4142014" y="4065814"/>
            <a:ext cx="571500" cy="2394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71721F-27D6-6D18-E899-37B265C2F232}"/>
              </a:ext>
            </a:extLst>
          </p:cNvPr>
          <p:cNvCxnSpPr>
            <a:cxnSpLocks/>
            <a:stCxn id="3" idx="2"/>
          </p:cNvCxnSpPr>
          <p:nvPr/>
        </p:nvCxnSpPr>
        <p:spPr>
          <a:xfrm flipH="1" flipV="1">
            <a:off x="5532664" y="3973287"/>
            <a:ext cx="563336" cy="3809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A2ED7E4-E23C-22D0-DA1E-D3959744B0BA}"/>
              </a:ext>
            </a:extLst>
          </p:cNvPr>
          <p:cNvSpPr txBox="1"/>
          <p:nvPr/>
        </p:nvSpPr>
        <p:spPr>
          <a:xfrm>
            <a:off x="800099" y="4120634"/>
            <a:ext cx="3341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Linear Speedup </a:t>
            </a:r>
            <a:r>
              <a:rPr lang="en-US" dirty="0"/>
              <a:t>in the # of agents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ABDAF-9A57-89E5-FB27-43F071A5B1FA}"/>
              </a:ext>
            </a:extLst>
          </p:cNvPr>
          <p:cNvSpPr txBox="1"/>
          <p:nvPr/>
        </p:nvSpPr>
        <p:spPr>
          <a:xfrm>
            <a:off x="6076949" y="4207720"/>
            <a:ext cx="481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Captures </a:t>
            </a:r>
            <a:r>
              <a:rPr lang="en-US" dirty="0">
                <a:solidFill>
                  <a:srgbClr val="7030A0"/>
                </a:solidFill>
              </a:rPr>
              <a:t>heterogeneity</a:t>
            </a:r>
            <a:r>
              <a:rPr lang="en-US" dirty="0"/>
              <a:t> in the agents’ MDPs.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41AACEF-9BD8-D647-331D-C20EAE1CEE99}"/>
              </a:ext>
            </a:extLst>
          </p:cNvPr>
          <p:cNvSpPr txBox="1">
            <a:spLocks/>
          </p:cNvSpPr>
          <p:nvPr/>
        </p:nvSpPr>
        <p:spPr>
          <a:xfrm>
            <a:off x="800099" y="4883048"/>
            <a:ext cx="10515600" cy="99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Main Message: </a:t>
            </a:r>
            <a:r>
              <a:rPr lang="en-US" dirty="0"/>
              <a:t>Each agent can quickly converge to a neighborhood of its own “optimal parameter” using information from other agents.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EAA79-8B92-00E3-7E30-BD5565722997}"/>
              </a:ext>
            </a:extLst>
          </p:cNvPr>
          <p:cNvSpPr txBox="1"/>
          <p:nvPr/>
        </p:nvSpPr>
        <p:spPr>
          <a:xfrm>
            <a:off x="213260" y="6063735"/>
            <a:ext cx="11863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Ref: </a:t>
            </a:r>
            <a:r>
              <a:rPr lang="en-US" i="1" dirty="0"/>
              <a:t>Federated TD Learning with Linear Function Approximation under Environmental Heterogeneity</a:t>
            </a:r>
            <a:r>
              <a:rPr lang="en-US" dirty="0"/>
              <a:t>, Wang, </a:t>
            </a:r>
            <a:r>
              <a:rPr lang="en-US" b="1" dirty="0"/>
              <a:t>Mitra</a:t>
            </a:r>
            <a:r>
              <a:rPr lang="en-US" dirty="0"/>
              <a:t>, Hassani, Pappas, and Anderson, </a:t>
            </a:r>
            <a:r>
              <a:rPr lang="en-US" dirty="0" err="1"/>
              <a:t>arXiv</a:t>
            </a:r>
            <a:r>
              <a:rPr lang="en-US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86858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B1DA-DDC4-19FE-B1BB-CD7FF3D1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7BFB3-6505-3AD7-C1D5-312363AB572C}"/>
              </a:ext>
            </a:extLst>
          </p:cNvPr>
          <p:cNvSpPr/>
          <p:nvPr/>
        </p:nvSpPr>
        <p:spPr>
          <a:xfrm>
            <a:off x="1523999" y="1601569"/>
            <a:ext cx="1953988" cy="11674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595883-0AE6-A78C-58E1-D12AA26A53D9}"/>
              </a:ext>
            </a:extLst>
          </p:cNvPr>
          <p:cNvSpPr/>
          <p:nvPr/>
        </p:nvSpPr>
        <p:spPr>
          <a:xfrm>
            <a:off x="1523999" y="3155272"/>
            <a:ext cx="1953988" cy="11674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3A84E-8D08-F4DD-BC6B-950E81EB0D1F}"/>
              </a:ext>
            </a:extLst>
          </p:cNvPr>
          <p:cNvSpPr/>
          <p:nvPr/>
        </p:nvSpPr>
        <p:spPr>
          <a:xfrm>
            <a:off x="1523999" y="4755472"/>
            <a:ext cx="1953988" cy="11674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F69EA-E47C-EDAA-3D39-344BFB0005C4}"/>
              </a:ext>
            </a:extLst>
          </p:cNvPr>
          <p:cNvSpPr txBox="1"/>
          <p:nvPr/>
        </p:nvSpPr>
        <p:spPr>
          <a:xfrm flipH="1">
            <a:off x="1858191" y="6124839"/>
            <a:ext cx="211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499862-032F-BDFC-2B76-B8BAC998BB59}"/>
              </a:ext>
            </a:extLst>
          </p:cNvPr>
          <p:cNvSpPr txBox="1"/>
          <p:nvPr/>
        </p:nvSpPr>
        <p:spPr>
          <a:xfrm>
            <a:off x="1660071" y="1738911"/>
            <a:ext cx="2068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Adversarial Robustness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F825F5-A654-7649-B2C7-E21D399C4E81}"/>
              </a:ext>
            </a:extLst>
          </p:cNvPr>
          <p:cNvSpPr txBox="1"/>
          <p:nvPr/>
        </p:nvSpPr>
        <p:spPr>
          <a:xfrm>
            <a:off x="1660071" y="3274796"/>
            <a:ext cx="2068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Information</a:t>
            </a:r>
          </a:p>
          <a:p>
            <a:r>
              <a:rPr lang="en-US" sz="2400" dirty="0"/>
              <a:t>Constraints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9F94E-2E93-F8D8-F8B9-AD78A1B9052E}"/>
              </a:ext>
            </a:extLst>
          </p:cNvPr>
          <p:cNvSpPr txBox="1"/>
          <p:nvPr/>
        </p:nvSpPr>
        <p:spPr>
          <a:xfrm>
            <a:off x="1529442" y="5082066"/>
            <a:ext cx="195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Heterogeneity</a:t>
            </a: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DEF330FF-4877-9B2A-D3FD-2440DA5101A8}"/>
              </a:ext>
            </a:extLst>
          </p:cNvPr>
          <p:cNvSpPr/>
          <p:nvPr/>
        </p:nvSpPr>
        <p:spPr>
          <a:xfrm>
            <a:off x="3964577" y="2769045"/>
            <a:ext cx="1793968" cy="1793968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87766B-A7E1-354D-7002-B7D9CCE6B174}"/>
              </a:ext>
            </a:extLst>
          </p:cNvPr>
          <p:cNvCxnSpPr>
            <a:cxnSpLocks/>
          </p:cNvCxnSpPr>
          <p:nvPr/>
        </p:nvCxnSpPr>
        <p:spPr>
          <a:xfrm>
            <a:off x="6210299" y="3646715"/>
            <a:ext cx="5219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71E7812-F7A4-3020-A9AA-90BA872E8A65}"/>
              </a:ext>
            </a:extLst>
          </p:cNvPr>
          <p:cNvSpPr/>
          <p:nvPr/>
        </p:nvSpPr>
        <p:spPr>
          <a:xfrm>
            <a:off x="6676703" y="3560238"/>
            <a:ext cx="157940" cy="1579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54835B9-9128-CB33-61C4-D85C5ABFB48E}"/>
              </a:ext>
            </a:extLst>
          </p:cNvPr>
          <p:cNvSpPr/>
          <p:nvPr/>
        </p:nvSpPr>
        <p:spPr>
          <a:xfrm>
            <a:off x="7819313" y="3551416"/>
            <a:ext cx="157940" cy="1579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501048-7892-5A0E-0939-5EAE6197B759}"/>
              </a:ext>
            </a:extLst>
          </p:cNvPr>
          <p:cNvSpPr/>
          <p:nvPr/>
        </p:nvSpPr>
        <p:spPr>
          <a:xfrm>
            <a:off x="9065727" y="3556859"/>
            <a:ext cx="157940" cy="1579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B4883A3-2869-F91F-7BA0-311D4DEB265D}"/>
              </a:ext>
            </a:extLst>
          </p:cNvPr>
          <p:cNvSpPr/>
          <p:nvPr/>
        </p:nvSpPr>
        <p:spPr>
          <a:xfrm>
            <a:off x="10531929" y="3564200"/>
            <a:ext cx="157940" cy="1579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5C53C7-309C-8DFC-C983-B2CF76E5AC03}"/>
              </a:ext>
            </a:extLst>
          </p:cNvPr>
          <p:cNvSpPr txBox="1"/>
          <p:nvPr/>
        </p:nvSpPr>
        <p:spPr>
          <a:xfrm>
            <a:off x="5927272" y="3791871"/>
            <a:ext cx="1453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Multi-armed </a:t>
            </a:r>
          </a:p>
          <a:p>
            <a:r>
              <a:rPr lang="en-US" dirty="0"/>
              <a:t>bandits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B147D9-82A9-E281-DDB3-0F9EC802215E}"/>
              </a:ext>
            </a:extLst>
          </p:cNvPr>
          <p:cNvSpPr txBox="1"/>
          <p:nvPr/>
        </p:nvSpPr>
        <p:spPr>
          <a:xfrm>
            <a:off x="7565570" y="3791968"/>
            <a:ext cx="1001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bandits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E8530C-F14A-9E33-0055-9240FF808BC5}"/>
              </a:ext>
            </a:extLst>
          </p:cNvPr>
          <p:cNvSpPr txBox="1"/>
          <p:nvPr/>
        </p:nvSpPr>
        <p:spPr>
          <a:xfrm>
            <a:off x="8765718" y="3791871"/>
            <a:ext cx="1319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MDPs with finite action/state spaces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A05856-7255-A4C2-8ABC-1CED04064BD9}"/>
              </a:ext>
            </a:extLst>
          </p:cNvPr>
          <p:cNvSpPr txBox="1"/>
          <p:nvPr/>
        </p:nvSpPr>
        <p:spPr>
          <a:xfrm>
            <a:off x="10284277" y="3790071"/>
            <a:ext cx="1319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MDPs with continuous action/state spaces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9D5F1E-D488-4D5B-E430-DC0F19A17F75}"/>
              </a:ext>
            </a:extLst>
          </p:cNvPr>
          <p:cNvSpPr txBox="1"/>
          <p:nvPr/>
        </p:nvSpPr>
        <p:spPr>
          <a:xfrm flipH="1">
            <a:off x="7705060" y="5339210"/>
            <a:ext cx="2879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Settings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D0119118-AAAB-8AEA-630E-BABC51CA8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406" y="1502184"/>
            <a:ext cx="4201238" cy="1344428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/>
              <a:t>Fundamental Trade-offs</a:t>
            </a:r>
          </a:p>
          <a:p>
            <a:r>
              <a:rPr lang="en-US" dirty="0"/>
              <a:t>Algorithm Design</a:t>
            </a:r>
          </a:p>
          <a:p>
            <a:r>
              <a:rPr lang="en-US" dirty="0"/>
              <a:t>Sample-Complexity Analysis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0666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2C70-0214-8E77-EF7F-2629B327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Intuition for Encoding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858CDE-EACC-7D4C-95A8-13A5D807C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3279"/>
                <a:ext cx="10515600" cy="2255357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Q: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i="1" dirty="0">
                    <a:solidFill>
                      <a:schemeClr val="tx1"/>
                    </a:solidFill>
                  </a:rPr>
                  <a:t>How to encode the unknown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 at the agent side?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Naïve idea: </a:t>
                </a:r>
                <a:r>
                  <a:rPr lang="en-US" dirty="0"/>
                  <a:t>Uniformly cover the entire compact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that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858CDE-EACC-7D4C-95A8-13A5D807C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3279"/>
                <a:ext cx="10515600" cy="2255357"/>
              </a:xfrm>
              <a:blipFill>
                <a:blip r:embed="rId2"/>
                <a:stretch>
                  <a:fillRect l="-928" t="-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27502D8-BA14-ECD2-7618-A44DE74FC81B}"/>
              </a:ext>
            </a:extLst>
          </p:cNvPr>
          <p:cNvSpPr/>
          <p:nvPr/>
        </p:nvSpPr>
        <p:spPr>
          <a:xfrm>
            <a:off x="5762381" y="2740856"/>
            <a:ext cx="2378552" cy="2119297"/>
          </a:xfrm>
          <a:custGeom>
            <a:avLst/>
            <a:gdLst>
              <a:gd name="connsiteX0" fmla="*/ 856 w 2378552"/>
              <a:gd name="connsiteY0" fmla="*/ 1625449 h 2119297"/>
              <a:gd name="connsiteX1" fmla="*/ 168636 w 2378552"/>
              <a:gd name="connsiteY1" fmla="*/ 1239556 h 2119297"/>
              <a:gd name="connsiteX2" fmla="*/ 470640 w 2378552"/>
              <a:gd name="connsiteY2" fmla="*/ 1088554 h 2119297"/>
              <a:gd name="connsiteX3" fmla="*/ 873311 w 2378552"/>
              <a:gd name="connsiteY3" fmla="*/ 1021442 h 2119297"/>
              <a:gd name="connsiteX4" fmla="*/ 806199 w 2378552"/>
              <a:gd name="connsiteY4" fmla="*/ 534881 h 2119297"/>
              <a:gd name="connsiteX5" fmla="*/ 864922 w 2378552"/>
              <a:gd name="connsiteY5" fmla="*/ 291600 h 2119297"/>
              <a:gd name="connsiteX6" fmla="*/ 1410207 w 2378552"/>
              <a:gd name="connsiteY6" fmla="*/ 6374 h 2119297"/>
              <a:gd name="connsiteX7" fmla="*/ 2374940 w 2378552"/>
              <a:gd name="connsiteY7" fmla="*/ 585215 h 2119297"/>
              <a:gd name="connsiteX8" fmla="*/ 1728988 w 2378552"/>
              <a:gd name="connsiteY8" fmla="*/ 1415725 h 2119297"/>
              <a:gd name="connsiteX9" fmla="*/ 1468929 w 2378552"/>
              <a:gd name="connsiteY9" fmla="*/ 1138888 h 2119297"/>
              <a:gd name="connsiteX10" fmla="*/ 755865 w 2378552"/>
              <a:gd name="connsiteY10" fmla="*/ 1977787 h 2119297"/>
              <a:gd name="connsiteX11" fmla="*/ 235748 w 2378552"/>
              <a:gd name="connsiteY11" fmla="*/ 2086844 h 2119297"/>
              <a:gd name="connsiteX12" fmla="*/ 856 w 2378552"/>
              <a:gd name="connsiteY12" fmla="*/ 1625449 h 211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78552" h="2119297">
                <a:moveTo>
                  <a:pt x="856" y="1625449"/>
                </a:moveTo>
                <a:cubicBezTo>
                  <a:pt x="-10329" y="1484234"/>
                  <a:pt x="90339" y="1329038"/>
                  <a:pt x="168636" y="1239556"/>
                </a:cubicBezTo>
                <a:cubicBezTo>
                  <a:pt x="246933" y="1150074"/>
                  <a:pt x="353194" y="1124906"/>
                  <a:pt x="470640" y="1088554"/>
                </a:cubicBezTo>
                <a:cubicBezTo>
                  <a:pt x="588086" y="1052202"/>
                  <a:pt x="817385" y="1113721"/>
                  <a:pt x="873311" y="1021442"/>
                </a:cubicBezTo>
                <a:cubicBezTo>
                  <a:pt x="929238" y="929163"/>
                  <a:pt x="807597" y="656521"/>
                  <a:pt x="806199" y="534881"/>
                </a:cubicBezTo>
                <a:cubicBezTo>
                  <a:pt x="804801" y="413241"/>
                  <a:pt x="764254" y="379684"/>
                  <a:pt x="864922" y="291600"/>
                </a:cubicBezTo>
                <a:cubicBezTo>
                  <a:pt x="965590" y="203515"/>
                  <a:pt x="1158537" y="-42562"/>
                  <a:pt x="1410207" y="6374"/>
                </a:cubicBezTo>
                <a:cubicBezTo>
                  <a:pt x="1661877" y="55310"/>
                  <a:pt x="2321810" y="350323"/>
                  <a:pt x="2374940" y="585215"/>
                </a:cubicBezTo>
                <a:cubicBezTo>
                  <a:pt x="2428070" y="820107"/>
                  <a:pt x="1879990" y="1323446"/>
                  <a:pt x="1728988" y="1415725"/>
                </a:cubicBezTo>
                <a:cubicBezTo>
                  <a:pt x="1577986" y="1508004"/>
                  <a:pt x="1631116" y="1045211"/>
                  <a:pt x="1468929" y="1138888"/>
                </a:cubicBezTo>
                <a:cubicBezTo>
                  <a:pt x="1306742" y="1232565"/>
                  <a:pt x="961395" y="1819794"/>
                  <a:pt x="755865" y="1977787"/>
                </a:cubicBezTo>
                <a:cubicBezTo>
                  <a:pt x="550335" y="2135780"/>
                  <a:pt x="358787" y="2144169"/>
                  <a:pt x="235748" y="2086844"/>
                </a:cubicBezTo>
                <a:cubicBezTo>
                  <a:pt x="112709" y="2029519"/>
                  <a:pt x="12041" y="1766664"/>
                  <a:pt x="856" y="162544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B21CFD-E8A7-9826-8D6C-D1E6027F3F45}"/>
              </a:ext>
            </a:extLst>
          </p:cNvPr>
          <p:cNvCxnSpPr/>
          <p:nvPr/>
        </p:nvCxnSpPr>
        <p:spPr>
          <a:xfrm flipH="1" flipV="1">
            <a:off x="7793373" y="3542544"/>
            <a:ext cx="629174" cy="4613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D380DA-1675-1BB9-46E5-6151730DAB28}"/>
                  </a:ext>
                </a:extLst>
              </p:cNvPr>
              <p:cNvSpPr txBox="1"/>
              <p:nvPr/>
            </p:nvSpPr>
            <p:spPr>
              <a:xfrm>
                <a:off x="8313490" y="3769304"/>
                <a:ext cx="5004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D380DA-1675-1BB9-46E5-6151730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490" y="3769304"/>
                <a:ext cx="5004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B637E8-0FC0-B080-327C-6D268CA39D5A}"/>
                  </a:ext>
                </a:extLst>
              </p:cNvPr>
              <p:cNvSpPr txBox="1"/>
              <p:nvPr/>
            </p:nvSpPr>
            <p:spPr>
              <a:xfrm>
                <a:off x="6494457" y="2967963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B637E8-0FC0-B080-327C-6D268CA39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457" y="2967963"/>
                <a:ext cx="9144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07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/>
      <p:bldP spid="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92C70-0214-8E77-EF7F-2629B327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Intuition for Encoding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858CDE-EACC-7D4C-95A8-13A5D807C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3279"/>
                <a:ext cx="10515600" cy="486490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Q: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i="1" dirty="0">
                    <a:solidFill>
                      <a:schemeClr val="tx1"/>
                    </a:solidFill>
                  </a:rPr>
                  <a:t>How to encode the unknown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 at the agent side?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Naïve idea: </a:t>
                </a:r>
                <a:r>
                  <a:rPr lang="en-US" dirty="0"/>
                  <a:t>Uniformly cover the entire compact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that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Need precision of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This will cause channel capacity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to scale with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Undesirable.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858CDE-EACC-7D4C-95A8-13A5D807C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3279"/>
                <a:ext cx="10515600" cy="4864908"/>
              </a:xfrm>
              <a:blipFill>
                <a:blip r:embed="rId2"/>
                <a:stretch>
                  <a:fillRect l="-928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ED950901-0531-BBDB-7D87-B5031E72FF55}"/>
              </a:ext>
            </a:extLst>
          </p:cNvPr>
          <p:cNvGrpSpPr/>
          <p:nvPr/>
        </p:nvGrpSpPr>
        <p:grpSpPr>
          <a:xfrm>
            <a:off x="5475613" y="2520957"/>
            <a:ext cx="3338335" cy="2566303"/>
            <a:chOff x="4947107" y="2199786"/>
            <a:chExt cx="3338335" cy="256630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27502D8-BA14-ECD2-7618-A44DE74FC81B}"/>
                </a:ext>
              </a:extLst>
            </p:cNvPr>
            <p:cNvSpPr/>
            <p:nvPr/>
          </p:nvSpPr>
          <p:spPr>
            <a:xfrm>
              <a:off x="5233875" y="2419685"/>
              <a:ext cx="2378552" cy="2119297"/>
            </a:xfrm>
            <a:custGeom>
              <a:avLst/>
              <a:gdLst>
                <a:gd name="connsiteX0" fmla="*/ 856 w 2378552"/>
                <a:gd name="connsiteY0" fmla="*/ 1625449 h 2119297"/>
                <a:gd name="connsiteX1" fmla="*/ 168636 w 2378552"/>
                <a:gd name="connsiteY1" fmla="*/ 1239556 h 2119297"/>
                <a:gd name="connsiteX2" fmla="*/ 470640 w 2378552"/>
                <a:gd name="connsiteY2" fmla="*/ 1088554 h 2119297"/>
                <a:gd name="connsiteX3" fmla="*/ 873311 w 2378552"/>
                <a:gd name="connsiteY3" fmla="*/ 1021442 h 2119297"/>
                <a:gd name="connsiteX4" fmla="*/ 806199 w 2378552"/>
                <a:gd name="connsiteY4" fmla="*/ 534881 h 2119297"/>
                <a:gd name="connsiteX5" fmla="*/ 864922 w 2378552"/>
                <a:gd name="connsiteY5" fmla="*/ 291600 h 2119297"/>
                <a:gd name="connsiteX6" fmla="*/ 1410207 w 2378552"/>
                <a:gd name="connsiteY6" fmla="*/ 6374 h 2119297"/>
                <a:gd name="connsiteX7" fmla="*/ 2374940 w 2378552"/>
                <a:gd name="connsiteY7" fmla="*/ 585215 h 2119297"/>
                <a:gd name="connsiteX8" fmla="*/ 1728988 w 2378552"/>
                <a:gd name="connsiteY8" fmla="*/ 1415725 h 2119297"/>
                <a:gd name="connsiteX9" fmla="*/ 1468929 w 2378552"/>
                <a:gd name="connsiteY9" fmla="*/ 1138888 h 2119297"/>
                <a:gd name="connsiteX10" fmla="*/ 755865 w 2378552"/>
                <a:gd name="connsiteY10" fmla="*/ 1977787 h 2119297"/>
                <a:gd name="connsiteX11" fmla="*/ 235748 w 2378552"/>
                <a:gd name="connsiteY11" fmla="*/ 2086844 h 2119297"/>
                <a:gd name="connsiteX12" fmla="*/ 856 w 2378552"/>
                <a:gd name="connsiteY12" fmla="*/ 1625449 h 211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8552" h="2119297">
                  <a:moveTo>
                    <a:pt x="856" y="1625449"/>
                  </a:moveTo>
                  <a:cubicBezTo>
                    <a:pt x="-10329" y="1484234"/>
                    <a:pt x="90339" y="1329038"/>
                    <a:pt x="168636" y="1239556"/>
                  </a:cubicBezTo>
                  <a:cubicBezTo>
                    <a:pt x="246933" y="1150074"/>
                    <a:pt x="353194" y="1124906"/>
                    <a:pt x="470640" y="1088554"/>
                  </a:cubicBezTo>
                  <a:cubicBezTo>
                    <a:pt x="588086" y="1052202"/>
                    <a:pt x="817385" y="1113721"/>
                    <a:pt x="873311" y="1021442"/>
                  </a:cubicBezTo>
                  <a:cubicBezTo>
                    <a:pt x="929238" y="929163"/>
                    <a:pt x="807597" y="656521"/>
                    <a:pt x="806199" y="534881"/>
                  </a:cubicBezTo>
                  <a:cubicBezTo>
                    <a:pt x="804801" y="413241"/>
                    <a:pt x="764254" y="379684"/>
                    <a:pt x="864922" y="291600"/>
                  </a:cubicBezTo>
                  <a:cubicBezTo>
                    <a:pt x="965590" y="203515"/>
                    <a:pt x="1158537" y="-42562"/>
                    <a:pt x="1410207" y="6374"/>
                  </a:cubicBezTo>
                  <a:cubicBezTo>
                    <a:pt x="1661877" y="55310"/>
                    <a:pt x="2321810" y="350323"/>
                    <a:pt x="2374940" y="585215"/>
                  </a:cubicBezTo>
                  <a:cubicBezTo>
                    <a:pt x="2428070" y="820107"/>
                    <a:pt x="1879990" y="1323446"/>
                    <a:pt x="1728988" y="1415725"/>
                  </a:cubicBezTo>
                  <a:cubicBezTo>
                    <a:pt x="1577986" y="1508004"/>
                    <a:pt x="1631116" y="1045211"/>
                    <a:pt x="1468929" y="1138888"/>
                  </a:cubicBezTo>
                  <a:cubicBezTo>
                    <a:pt x="1306742" y="1232565"/>
                    <a:pt x="961395" y="1819794"/>
                    <a:pt x="755865" y="1977787"/>
                  </a:cubicBezTo>
                  <a:cubicBezTo>
                    <a:pt x="550335" y="2135780"/>
                    <a:pt x="358787" y="2144169"/>
                    <a:pt x="235748" y="2086844"/>
                  </a:cubicBezTo>
                  <a:cubicBezTo>
                    <a:pt x="112709" y="2029519"/>
                    <a:pt x="12041" y="1766664"/>
                    <a:pt x="856" y="1625449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4B21CFD-E8A7-9826-8D6C-D1E6027F3F45}"/>
                </a:ext>
              </a:extLst>
            </p:cNvPr>
            <p:cNvCxnSpPr/>
            <p:nvPr/>
          </p:nvCxnSpPr>
          <p:spPr>
            <a:xfrm flipH="1" flipV="1">
              <a:off x="7264867" y="3221373"/>
              <a:ext cx="629174" cy="4613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4D380DA-1675-1BB9-46E5-6151730DAB28}"/>
                    </a:ext>
                  </a:extLst>
                </p:cNvPr>
                <p:cNvSpPr txBox="1"/>
                <p:nvPr/>
              </p:nvSpPr>
              <p:spPr>
                <a:xfrm>
                  <a:off x="7784984" y="3448133"/>
                  <a:ext cx="50045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4D380DA-1675-1BB9-46E5-6151730DA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984" y="3448133"/>
                  <a:ext cx="50045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8B637E8-0FC0-B080-327C-6D268CA39D5A}"/>
                    </a:ext>
                  </a:extLst>
                </p:cNvPr>
                <p:cNvSpPr txBox="1"/>
                <p:nvPr/>
              </p:nvSpPr>
              <p:spPr>
                <a:xfrm>
                  <a:off x="5965951" y="2646792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8B637E8-0FC0-B080-327C-6D268CA39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5951" y="2646792"/>
                  <a:ext cx="9144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A10D22B-9C29-0C95-C06F-24B7FB5E4D9F}"/>
                </a:ext>
              </a:extLst>
            </p:cNvPr>
            <p:cNvSpPr/>
            <p:nvPr/>
          </p:nvSpPr>
          <p:spPr>
            <a:xfrm>
              <a:off x="5897034" y="2419685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70AAA3F-506B-2955-877D-B287AC7EEC0A}"/>
                </a:ext>
              </a:extLst>
            </p:cNvPr>
            <p:cNvSpPr/>
            <p:nvPr/>
          </p:nvSpPr>
          <p:spPr>
            <a:xfrm>
              <a:off x="5759994" y="2952638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C52B1AC-9462-DFE7-756F-31C63D315420}"/>
                </a:ext>
              </a:extLst>
            </p:cNvPr>
            <p:cNvSpPr/>
            <p:nvPr/>
          </p:nvSpPr>
          <p:spPr>
            <a:xfrm>
              <a:off x="5313466" y="3448133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7295732-16AE-6507-8A3C-A9653266F623}"/>
                </a:ext>
              </a:extLst>
            </p:cNvPr>
            <p:cNvSpPr/>
            <p:nvPr/>
          </p:nvSpPr>
          <p:spPr>
            <a:xfrm>
              <a:off x="4947107" y="3826573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0EA9BD7-392D-8099-7EA1-109A112E1ED7}"/>
                </a:ext>
              </a:extLst>
            </p:cNvPr>
            <p:cNvSpPr/>
            <p:nvPr/>
          </p:nvSpPr>
          <p:spPr>
            <a:xfrm>
              <a:off x="5540502" y="4053025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908A551-ADCF-7DAE-D72E-8F217CA22BA8}"/>
                </a:ext>
              </a:extLst>
            </p:cNvPr>
            <p:cNvSpPr/>
            <p:nvPr/>
          </p:nvSpPr>
          <p:spPr>
            <a:xfrm>
              <a:off x="5887207" y="3570649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E075330-E42C-8015-847E-5718A5317147}"/>
                </a:ext>
              </a:extLst>
            </p:cNvPr>
            <p:cNvSpPr/>
            <p:nvPr/>
          </p:nvSpPr>
          <p:spPr>
            <a:xfrm>
              <a:off x="6254422" y="3018742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ECB9DE3-B453-E3F7-F1C3-7B9015F34A0E}"/>
                </a:ext>
              </a:extLst>
            </p:cNvPr>
            <p:cNvSpPr/>
            <p:nvPr/>
          </p:nvSpPr>
          <p:spPr>
            <a:xfrm>
              <a:off x="6806655" y="3325161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1440655-6CF7-48BB-604B-74499C40D3E5}"/>
                </a:ext>
              </a:extLst>
            </p:cNvPr>
            <p:cNvSpPr/>
            <p:nvPr/>
          </p:nvSpPr>
          <p:spPr>
            <a:xfrm>
              <a:off x="6908335" y="2815420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CE2F39F-4AF7-6658-1D68-FF032884B237}"/>
                </a:ext>
              </a:extLst>
            </p:cNvPr>
            <p:cNvSpPr/>
            <p:nvPr/>
          </p:nvSpPr>
          <p:spPr>
            <a:xfrm>
              <a:off x="7104526" y="2467421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78B6132-A3CD-37DD-8FD4-7C6C9A7B6991}"/>
                </a:ext>
              </a:extLst>
            </p:cNvPr>
            <p:cNvSpPr/>
            <p:nvPr/>
          </p:nvSpPr>
          <p:spPr>
            <a:xfrm>
              <a:off x="6502001" y="2476949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DFA775D-11FD-AA74-C548-C16537AEE283}"/>
                </a:ext>
              </a:extLst>
            </p:cNvPr>
            <p:cNvSpPr/>
            <p:nvPr/>
          </p:nvSpPr>
          <p:spPr>
            <a:xfrm>
              <a:off x="6404553" y="2199786"/>
              <a:ext cx="713064" cy="7130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245890ED-21D2-60D2-2515-B474DF39B63C}"/>
              </a:ext>
            </a:extLst>
          </p:cNvPr>
          <p:cNvSpPr/>
          <p:nvPr/>
        </p:nvSpPr>
        <p:spPr>
          <a:xfrm>
            <a:off x="7104526" y="2467421"/>
            <a:ext cx="713064" cy="713064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41CB7E-10D0-4BBE-D543-E1E66C14D0EA}"/>
              </a:ext>
            </a:extLst>
          </p:cNvPr>
          <p:cNvCxnSpPr>
            <a:endCxn id="20" idx="2"/>
          </p:cNvCxnSpPr>
          <p:nvPr/>
        </p:nvCxnSpPr>
        <p:spPr>
          <a:xfrm flipV="1">
            <a:off x="6188677" y="3829410"/>
            <a:ext cx="44344" cy="31833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911C35-7D8A-105D-18F2-0E3BC377861E}"/>
                  </a:ext>
                </a:extLst>
              </p:cNvPr>
              <p:cNvSpPr txBox="1"/>
              <p:nvPr/>
            </p:nvSpPr>
            <p:spPr>
              <a:xfrm>
                <a:off x="5922680" y="3899080"/>
                <a:ext cx="3522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911C35-7D8A-105D-18F2-0E3BC3778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680" y="3899080"/>
                <a:ext cx="3522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90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3C37-A9F4-8370-F93F-9A484C08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Intuition for Encoding 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4B7B1-352D-9359-1EB0-B3F68281A4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5342"/>
                <a:ext cx="10515600" cy="496162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(resp.,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) be the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at agent (resp., server)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Agent updates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∈[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∈[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Key Observation:</a:t>
                </a:r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b="0" dirty="0">
                    <a:solidFill>
                      <a:schemeClr val="tx1"/>
                    </a:solidFill>
                  </a:rPr>
                  <a:t>The gap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sup>
                    </m:sSub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should eventually decay.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Implication:</a:t>
                </a:r>
                <a:r>
                  <a:rPr lang="en-US" b="1" dirty="0">
                    <a:solidFill>
                      <a:schemeClr val="accent6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sup>
                    </m:sSubSup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“small”, the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innovation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tx1"/>
                        </a:solidFill>
                      </a:rPr>
                      <m:t>If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tx1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sup>
                    </m:sSubSup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will also be “small”. Suffices to just encode the innovation.</a:t>
                </a:r>
                <a:endParaRPr lang="en-US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4B7B1-352D-9359-1EB0-B3F68281A4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5342"/>
                <a:ext cx="10515600" cy="4961621"/>
              </a:xfrm>
              <a:blipFill>
                <a:blip r:embed="rId6"/>
                <a:stretch>
                  <a:fillRect l="-812" t="-1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9B9EEFE-A6A3-7C88-CAD8-F14D755ED7B7}"/>
              </a:ext>
            </a:extLst>
          </p:cNvPr>
          <p:cNvGrpSpPr/>
          <p:nvPr/>
        </p:nvGrpSpPr>
        <p:grpSpPr>
          <a:xfrm>
            <a:off x="2710636" y="4960396"/>
            <a:ext cx="2685604" cy="1216567"/>
            <a:chOff x="3570613" y="4730790"/>
            <a:chExt cx="2685604" cy="121656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C1BB3F4-08CA-0822-49C8-3EFC0F5A4A71}"/>
                </a:ext>
              </a:extLst>
            </p:cNvPr>
            <p:cNvCxnSpPr/>
            <p:nvPr/>
          </p:nvCxnSpPr>
          <p:spPr>
            <a:xfrm>
              <a:off x="3938262" y="5473384"/>
              <a:ext cx="1302026" cy="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900DFD2-330C-89C2-E246-FD13F80C9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4688" y="5038547"/>
              <a:ext cx="492622" cy="414706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0F1F719-5677-E002-E711-0225403156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8262" y="5050971"/>
              <a:ext cx="1694622" cy="422414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 descr="\documentclass{article}&#10;\usepackage{amsmath}&#10;\pagestyle{empty}&#10;\begin{document}&#10;&#10;$e_t$&#10;&#10;&#10;\end{document}" title="IguanaTex Bitmap Display">
              <a:extLst>
                <a:ext uri="{FF2B5EF4-FFF2-40B4-BE49-F238E27FC236}">
                  <a16:creationId xmlns:a16="http://schemas.microsoft.com/office/drawing/2014/main" id="{882CF9DB-62D4-29F4-9354-F5D1E2A831E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1668" y="4913157"/>
              <a:ext cx="227810" cy="196114"/>
            </a:xfrm>
            <a:prstGeom prst="rect">
              <a:avLst/>
            </a:prstGeom>
          </p:spPr>
        </p:pic>
        <p:pic>
          <p:nvPicPr>
            <p:cNvPr id="9" name="Picture 8" descr="\documentclass{article}&#10;\usepackage{amsmath}&#10;\pagestyle{empty}&#10;\begin{document}&#10;&#10;$\hat{\theta}^{(s)}_{t-1}$&#10;&#10;&#10;\end{document}" title="IguanaTex Bitmap Display">
              <a:extLst>
                <a:ext uri="{FF2B5EF4-FFF2-40B4-BE49-F238E27FC236}">
                  <a16:creationId xmlns:a16="http://schemas.microsoft.com/office/drawing/2014/main" id="{CDECDC42-1EFB-105E-22A2-30B4ECB1EA2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0613" y="5496829"/>
              <a:ext cx="556649" cy="431847"/>
            </a:xfrm>
            <a:prstGeom prst="rect">
              <a:avLst/>
            </a:prstGeom>
          </p:spPr>
        </p:pic>
        <p:pic>
          <p:nvPicPr>
            <p:cNvPr id="10" name="Picture 9" descr="\documentclass{article}&#10;\usepackage{amsmath}&#10;\pagestyle{empty}&#10;\begin{document}&#10;&#10;$\hat{\theta}^{(a)}_{t-1}$&#10;&#10;&#10;\end{document}" title="IguanaTex Bitmap Display">
              <a:extLst>
                <a:ext uri="{FF2B5EF4-FFF2-40B4-BE49-F238E27FC236}">
                  <a16:creationId xmlns:a16="http://schemas.microsoft.com/office/drawing/2014/main" id="{3D6F2C0F-F711-4DD4-297C-290C0A8FC43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6019" y="5515510"/>
              <a:ext cx="556649" cy="431847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}&#10;\pagestyle{empty}&#10;\begin{document}&#10;&#10;$\hat{\theta}^{(a)}_{t}$&#10;&#10;&#10;\end{document}" title="IguanaTex Bitmap Display">
              <a:extLst>
                <a:ext uri="{FF2B5EF4-FFF2-40B4-BE49-F238E27FC236}">
                  <a16:creationId xmlns:a16="http://schemas.microsoft.com/office/drawing/2014/main" id="{30FEB71D-D9AE-407C-DAA2-1D53ECECCD0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0787" y="4730790"/>
              <a:ext cx="475430" cy="42590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7EBD43-CFB5-E75E-2F6E-C3E090AFF6AA}"/>
                  </a:ext>
                </a:extLst>
              </p:cNvPr>
              <p:cNvSpPr txBox="1"/>
              <p:nvPr/>
            </p:nvSpPr>
            <p:spPr>
              <a:xfrm>
                <a:off x="6658173" y="5173348"/>
                <a:ext cx="3931854" cy="830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</a:rPr>
                  <a:t>Challenge:</a:t>
                </a:r>
                <a:r>
                  <a:rPr lang="en-US" sz="2400" dirty="0"/>
                  <a:t> But the innovation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random</a:t>
                </a:r>
                <a:r>
                  <a:rPr lang="en-US" sz="2400" dirty="0"/>
                  <a:t>!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7EBD43-CFB5-E75E-2F6E-C3E090AFF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173" y="5173348"/>
                <a:ext cx="3931854" cy="830997"/>
              </a:xfrm>
              <a:prstGeom prst="rect">
                <a:avLst/>
              </a:prstGeom>
              <a:blipFill>
                <a:blip r:embed="rId11"/>
                <a:stretch>
                  <a:fillRect l="-2326" t="-5882" r="-1860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215489B1-E50B-8E1D-F594-D0C940602E54}"/>
              </a:ext>
            </a:extLst>
          </p:cNvPr>
          <p:cNvSpPr/>
          <p:nvPr/>
        </p:nvSpPr>
        <p:spPr>
          <a:xfrm rot="19668831">
            <a:off x="3205031" y="4742864"/>
            <a:ext cx="475430" cy="43184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78C7-7C7E-1DA6-F879-F1EB0058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Encoding at Agent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86AA4B-BA91-6A87-C14B-A15BC78DF610}"/>
              </a:ext>
            </a:extLst>
          </p:cNvPr>
          <p:cNvGrpSpPr/>
          <p:nvPr/>
        </p:nvGrpSpPr>
        <p:grpSpPr>
          <a:xfrm>
            <a:off x="1135260" y="1349523"/>
            <a:ext cx="6087660" cy="2749940"/>
            <a:chOff x="1861556" y="1277178"/>
            <a:chExt cx="7911372" cy="3573754"/>
          </a:xfrm>
        </p:grpSpPr>
        <p:pic>
          <p:nvPicPr>
            <p:cNvPr id="5" name="Picture 4" descr="\documentclass{article}&#10;\usepackage{amsmath}&#10;\pagestyle{empty}&#10;\begin{document}&#10;&#10;$\hat{\theta}^{(a)}_{t}$&#10;&#10;&#10;\end{document}" title="IguanaTex Bitmap Display">
              <a:extLst>
                <a:ext uri="{FF2B5EF4-FFF2-40B4-BE49-F238E27FC236}">
                  <a16:creationId xmlns:a16="http://schemas.microsoft.com/office/drawing/2014/main" id="{D31B748C-222E-8CA2-B3CD-1A05FD360B8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6653" y="2487519"/>
              <a:ext cx="475430" cy="4259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36E9CBB-3614-4A03-279C-47FB18EBFC9F}"/>
                </a:ext>
              </a:extLst>
            </p:cNvPr>
            <p:cNvGrpSpPr/>
            <p:nvPr/>
          </p:nvGrpSpPr>
          <p:grpSpPr>
            <a:xfrm>
              <a:off x="1861556" y="2605386"/>
              <a:ext cx="3625740" cy="1823094"/>
              <a:chOff x="1861556" y="2605386"/>
              <a:chExt cx="3625740" cy="1823094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B3194E7F-6C5F-426D-8D19-ABB9840F7F75}"/>
                  </a:ext>
                </a:extLst>
              </p:cNvPr>
              <p:cNvCxnSpPr/>
              <p:nvPr/>
            </p:nvCxnSpPr>
            <p:spPr>
              <a:xfrm>
                <a:off x="2425148" y="3165613"/>
                <a:ext cx="1302026" cy="0"/>
              </a:xfrm>
              <a:prstGeom prst="straightConnector1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50D7F113-6FD9-4F45-735E-A0CCE495A0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91574" y="2730776"/>
                <a:ext cx="492622" cy="414706"/>
              </a:xfrm>
              <a:prstGeom prst="straightConnector1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7361106-7C03-C524-854E-DD7316DCF4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25148" y="2743200"/>
                <a:ext cx="1694622" cy="42241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" name="Picture 29" descr="\documentclass{article}&#10;\usepackage{amsmath}&#10;\pagestyle{empty}&#10;\begin{document}&#10;&#10;$e_t$&#10;&#10;&#10;\end{document}" title="IguanaTex Bitmap Display">
                <a:extLst>
                  <a:ext uri="{FF2B5EF4-FFF2-40B4-BE49-F238E27FC236}">
                    <a16:creationId xmlns:a16="http://schemas.microsoft.com/office/drawing/2014/main" id="{3765F04A-664E-238C-432E-AB305EB3D13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8554" y="2605386"/>
                <a:ext cx="227810" cy="196114"/>
              </a:xfrm>
              <a:prstGeom prst="rect">
                <a:avLst/>
              </a:prstGeom>
            </p:spPr>
          </p:pic>
          <p:pic>
            <p:nvPicPr>
              <p:cNvPr id="31" name="Picture 30" descr="\documentclass{article}&#10;\usepackage{amsmath}&#10;\pagestyle{empty}&#10;\begin{document}&#10;&#10;$\hat{\theta}^{(s)}_{t-1}$&#10;&#10;&#10;\end{document}" title="IguanaTex Bitmap Display">
                <a:extLst>
                  <a:ext uri="{FF2B5EF4-FFF2-40B4-BE49-F238E27FC236}">
                    <a16:creationId xmlns:a16="http://schemas.microsoft.com/office/drawing/2014/main" id="{9467FE44-CFC5-1C00-439D-A3AF667728B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1556" y="3170588"/>
                <a:ext cx="556649" cy="431847"/>
              </a:xfrm>
              <a:prstGeom prst="rect">
                <a:avLst/>
              </a:prstGeom>
            </p:spPr>
          </p:pic>
          <p:pic>
            <p:nvPicPr>
              <p:cNvPr id="32" name="Picture 31" descr="\documentclass{article}&#10;\usepackage{amsmath}&#10;\pagestyle{empty}&#10;\begin{document}&#10;&#10;$\hat{\theta}^{(a)}_{t-1}$&#10;&#10;&#10;\end{document}" title="IguanaTex Bitmap Display">
                <a:extLst>
                  <a:ext uri="{FF2B5EF4-FFF2-40B4-BE49-F238E27FC236}">
                    <a16:creationId xmlns:a16="http://schemas.microsoft.com/office/drawing/2014/main" id="{944838DA-664B-A8A1-D9FD-6D7965E4BBB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8856" y="3180524"/>
                <a:ext cx="556649" cy="431847"/>
              </a:xfrm>
              <a:prstGeom prst="rect">
                <a:avLst/>
              </a:prstGeom>
            </p:spPr>
          </p:pic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501DCFF-FDF0-C43E-7B9A-945A824EB0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5148" y="3165613"/>
                <a:ext cx="0" cy="934278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7BE15DE-CAE6-162B-AE52-82291B5238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82448" y="3165613"/>
                <a:ext cx="0" cy="934278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79931DE-19AC-ADF3-2B63-C7553A6F2B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82448" y="3168926"/>
                <a:ext cx="622852" cy="523461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5975B15-A732-8E31-CB69-AC5175934F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1930" y="2743200"/>
                <a:ext cx="622852" cy="523461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46E846D-54CE-33E5-0A64-0C221E1FD2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5148" y="4099891"/>
                <a:ext cx="12573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DF78486-377D-B228-D46A-D10E6973A7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1899" y="3306418"/>
                <a:ext cx="442883" cy="4257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9" name="Picture 38" descr="\documentclass{article}&#10;\usepackage{amsmath}&#10;\pagestyle{empty}&#10;\begin{document}&#10;&#10;&#10;$ \leq q_t $&#10;&#10;&#10;\end{document}" title="IguanaTex Bitmap Display">
                <a:extLst>
                  <a:ext uri="{FF2B5EF4-FFF2-40B4-BE49-F238E27FC236}">
                    <a16:creationId xmlns:a16="http://schemas.microsoft.com/office/drawing/2014/main" id="{007AFF37-54AF-C7BB-E70C-2DCD33195996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9614" y="4155109"/>
                <a:ext cx="556648" cy="273371"/>
              </a:xfrm>
              <a:prstGeom prst="rect">
                <a:avLst/>
              </a:prstGeom>
            </p:spPr>
          </p:pic>
          <p:pic>
            <p:nvPicPr>
              <p:cNvPr id="40" name="Picture 39" descr="\documentclass{article}&#10;\usepackage{amsmath}&#10;\pagestyle{empty}&#10;\begin{document}&#10;&#10;&#10;$ \leq f(T) $&#10;&#10;&#10;\end{document}" title="IguanaTex Bitmap Display">
                <a:extLst>
                  <a:ext uri="{FF2B5EF4-FFF2-40B4-BE49-F238E27FC236}">
                    <a16:creationId xmlns:a16="http://schemas.microsoft.com/office/drawing/2014/main" id="{C3E52152-5983-8E25-7782-762DE19481C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9218721">
                <a:off x="4583982" y="3326840"/>
                <a:ext cx="903314" cy="305371"/>
              </a:xfrm>
              <a:prstGeom prst="rect">
                <a:avLst/>
              </a:prstGeom>
            </p:spPr>
          </p:pic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37A0103-C7DC-53B4-7626-2720A81694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7115" y="1964637"/>
              <a:ext cx="2692801" cy="269748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F5EABB1-6849-9CF9-6BC1-9A7A5036BD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937" y="2487519"/>
              <a:ext cx="1419466" cy="14219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EF4BAA6-AAED-ECB1-34DC-14BD144F31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6000" y="1821396"/>
              <a:ext cx="1419466" cy="14219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839D3D-5236-565B-848E-C8EA18BF26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49448" y="1821396"/>
              <a:ext cx="1419466" cy="14219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7DCC18-2D89-E5D5-28A3-6F5E29270E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26781" y="2647984"/>
              <a:ext cx="1419466" cy="14219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C52BD3C-806D-87F4-5829-2DA63B0D63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76420" y="3306418"/>
              <a:ext cx="1419466" cy="14219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71A9EB0-163A-5A33-9268-86A7F216E7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63080" y="3429000"/>
              <a:ext cx="1419466" cy="14219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D573B66-1959-4CAF-BC5F-EDEFB9B66CFD}"/>
                </a:ext>
              </a:extLst>
            </p:cNvPr>
            <p:cNvSpPr/>
            <p:nvPr/>
          </p:nvSpPr>
          <p:spPr>
            <a:xfrm>
              <a:off x="7168605" y="327560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18D0EF2-D29C-308C-763A-3225647A78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73782" y="2560362"/>
              <a:ext cx="1419466" cy="14219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2F5AAC2-9EEB-9389-E421-C37448BAA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6614" y="1277178"/>
              <a:ext cx="22860" cy="2021291"/>
            </a:xfrm>
            <a:prstGeom prst="straightConnector1">
              <a:avLst/>
            </a:prstGeom>
            <a:ln w="952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4407E60-3C6C-F540-7152-E1F8499F5A6C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V="1">
              <a:off x="7168605" y="3278112"/>
              <a:ext cx="1959464" cy="20357"/>
            </a:xfrm>
            <a:prstGeom prst="straightConnector1">
              <a:avLst/>
            </a:prstGeom>
            <a:ln w="952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8129C83-B8C6-34D8-6B61-45188DB1A3FC}"/>
                </a:ext>
              </a:extLst>
            </p:cNvPr>
            <p:cNvSpPr/>
            <p:nvPr/>
          </p:nvSpPr>
          <p:spPr>
            <a:xfrm>
              <a:off x="3274943" y="1897690"/>
              <a:ext cx="3592996" cy="641758"/>
            </a:xfrm>
            <a:custGeom>
              <a:avLst/>
              <a:gdLst>
                <a:gd name="connsiteX0" fmla="*/ 0 w 3592996"/>
                <a:gd name="connsiteY0" fmla="*/ 641758 h 641758"/>
                <a:gd name="connsiteX1" fmla="*/ 844827 w 3592996"/>
                <a:gd name="connsiteY1" fmla="*/ 10623 h 641758"/>
                <a:gd name="connsiteX2" fmla="*/ 3592996 w 3592996"/>
                <a:gd name="connsiteY2" fmla="*/ 229284 h 641758"/>
                <a:gd name="connsiteX3" fmla="*/ 3592996 w 3592996"/>
                <a:gd name="connsiteY3" fmla="*/ 229284 h 64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996" h="641758">
                  <a:moveTo>
                    <a:pt x="0" y="641758"/>
                  </a:moveTo>
                  <a:cubicBezTo>
                    <a:pt x="122997" y="360563"/>
                    <a:pt x="245994" y="79369"/>
                    <a:pt x="844827" y="10623"/>
                  </a:cubicBezTo>
                  <a:cubicBezTo>
                    <a:pt x="1443660" y="-58123"/>
                    <a:pt x="3592996" y="229284"/>
                    <a:pt x="3592996" y="229284"/>
                  </a:cubicBezTo>
                  <a:lnTo>
                    <a:pt x="3592996" y="229284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C1A6426-469B-8F26-FCA0-245A2AA50D11}"/>
                </a:ext>
              </a:extLst>
            </p:cNvPr>
            <p:cNvSpPr/>
            <p:nvPr/>
          </p:nvSpPr>
          <p:spPr>
            <a:xfrm>
              <a:off x="6783816" y="250950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\documentclass{article}&#10;\usepackage{amsmath}&#10;\pagestyle{empty}&#10;\begin{document}&#10;&#10;$\tilde{e}_t$&#10;&#10;&#10;\end{document}" title="IguanaTex Bitmap Display">
              <a:extLst>
                <a:ext uri="{FF2B5EF4-FFF2-40B4-BE49-F238E27FC236}">
                  <a16:creationId xmlns:a16="http://schemas.microsoft.com/office/drawing/2014/main" id="{5515EC9B-AF73-14BB-9B77-D8107218BDB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9453" y="2286045"/>
              <a:ext cx="227810" cy="271390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7906B8D-FDAA-DD02-18FB-E74630065246}"/>
                </a:ext>
              </a:extLst>
            </p:cNvPr>
            <p:cNvCxnSpPr>
              <a:cxnSpLocks/>
            </p:cNvCxnSpPr>
            <p:nvPr/>
          </p:nvCxnSpPr>
          <p:spPr>
            <a:xfrm>
              <a:off x="7200803" y="3308652"/>
              <a:ext cx="539923" cy="12126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 descr="\documentclass{article}&#10;\usepackage{amsmath}&#10;\pagestyle{empty}&#10;\begin{document}&#10;&#10;$p_t$&#10;&#10;&#10;\end{document}" title="IguanaTex Bitmap Display">
              <a:extLst>
                <a:ext uri="{FF2B5EF4-FFF2-40B4-BE49-F238E27FC236}">
                  <a16:creationId xmlns:a16="http://schemas.microsoft.com/office/drawing/2014/main" id="{BE3A41DD-4BB1-34A0-F141-468676CB1DC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1602" y="4558766"/>
              <a:ext cx="267429" cy="208000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5300D8F-D26D-619D-3627-50FAC4979C88}"/>
                </a:ext>
              </a:extLst>
            </p:cNvPr>
            <p:cNvCxnSpPr>
              <a:cxnSpLocks/>
              <a:endCxn id="7" idx="5"/>
            </p:cNvCxnSpPr>
            <p:nvPr/>
          </p:nvCxnSpPr>
          <p:spPr>
            <a:xfrm flipH="1" flipV="1">
              <a:off x="8135564" y="4267080"/>
              <a:ext cx="417657" cy="32091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 descr="\documentclass{article}&#10;\usepackage{amsmath}&#10;\pagestyle{empty}&#10;\begin{document}&#10;&#10;&#10;$\mathcal{B}_d(0,p_t)$&#10;&#10;&#10;&#10;\end{document}" title="IguanaTex Bitmap Display">
              <a:extLst>
                <a:ext uri="{FF2B5EF4-FFF2-40B4-BE49-F238E27FC236}">
                  <a16:creationId xmlns:a16="http://schemas.microsoft.com/office/drawing/2014/main" id="{A3A1EFD7-4B74-04E1-E8D7-872FBD2B395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6242" y="4508090"/>
              <a:ext cx="1176686" cy="330819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F83BBB9-7331-CE7D-1161-482F7A0E9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0162" y="2213376"/>
              <a:ext cx="656040" cy="3179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 descr="\documentclass{article}&#10;\usepackage{amsmath}&#10;\pagestyle{empty}&#10;\begin{document}&#10;&#10;$\epsilon p_t$&#10;&#10;&#10;\end{document}" title="IguanaTex Bitmap Display">
              <a:extLst>
                <a:ext uri="{FF2B5EF4-FFF2-40B4-BE49-F238E27FC236}">
                  <a16:creationId xmlns:a16="http://schemas.microsoft.com/office/drawing/2014/main" id="{84C0828E-A1E3-7CA4-735F-766DE71141C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1909" y="2135102"/>
              <a:ext cx="374401" cy="208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AD5C6ED5-E5E8-D297-0099-D05934FEC8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4197" y="4784445"/>
                <a:ext cx="10515600" cy="13131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Fix some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Generate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deterministic sequences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400" dirty="0"/>
                  <a:t> here,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</m:oMath>
                </a14:m>
                <a:r>
                  <a:rPr lang="en-US" sz="2400" dirty="0"/>
                  <a:t>) is fixed </a:t>
                </a:r>
                <a:r>
                  <a:rPr lang="en-US" sz="2400" i="1" dirty="0"/>
                  <a:t>a priori</a:t>
                </a:r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Encode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by constructing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-net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AD5C6ED5-E5E8-D297-0099-D05934FEC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197" y="4784445"/>
                <a:ext cx="10515600" cy="1313150"/>
              </a:xfrm>
              <a:blipFill>
                <a:blip r:embed="rId22"/>
                <a:stretch>
                  <a:fillRect l="-754" t="-6512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8C8773-8240-D6ED-8CED-55E5E294706C}"/>
                  </a:ext>
                </a:extLst>
              </p:cNvPr>
              <p:cNvSpPr txBox="1"/>
              <p:nvPr/>
            </p:nvSpPr>
            <p:spPr>
              <a:xfrm>
                <a:off x="7791558" y="1709501"/>
                <a:ext cx="3728076" cy="15696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Key:</a:t>
                </a:r>
                <a:r>
                  <a:rPr lang="en-US" sz="2400" dirty="0"/>
                  <a:t> Design of the </a:t>
                </a:r>
                <a:r>
                  <a:rPr lang="en-US" sz="2400" b="1" dirty="0"/>
                  <a:t>dynamic</a:t>
                </a:r>
                <a:r>
                  <a:rPr lang="en-US" sz="2400" dirty="0"/>
                  <a:t> quantizer range sequence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exploits concentration bounds for linear bandits.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8C8773-8240-D6ED-8CED-55E5E2947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558" y="1709501"/>
                <a:ext cx="3728076" cy="1569660"/>
              </a:xfrm>
              <a:prstGeom prst="rect">
                <a:avLst/>
              </a:prstGeom>
              <a:blipFill>
                <a:blip r:embed="rId23"/>
                <a:stretch>
                  <a:fillRect l="-2451" t="-310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12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AE87-DB45-BD73-5FC6-97A60A64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Decision-Making at Server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345E3C-55A6-2412-B5BA-6784D541CB92}"/>
              </a:ext>
            </a:extLst>
          </p:cNvPr>
          <p:cNvCxnSpPr>
            <a:cxnSpLocks/>
          </p:cNvCxnSpPr>
          <p:nvPr/>
        </p:nvCxnSpPr>
        <p:spPr>
          <a:xfrm>
            <a:off x="2248249" y="2046915"/>
            <a:ext cx="7113864" cy="190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0FEDF8-B6BA-3F14-BE6F-9B7DEAFB273B}"/>
                  </a:ext>
                </a:extLst>
              </p:cNvPr>
              <p:cNvSpPr txBox="1"/>
              <p:nvPr/>
            </p:nvSpPr>
            <p:spPr>
              <a:xfrm>
                <a:off x="9056162" y="2074390"/>
                <a:ext cx="431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0FEDF8-B6BA-3F14-BE6F-9B7DEAFB2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162" y="2074390"/>
                <a:ext cx="43178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E6E235-3526-AA1F-2925-80D8A550DA6A}"/>
                  </a:ext>
                </a:extLst>
              </p:cNvPr>
              <p:cNvSpPr txBox="1"/>
              <p:nvPr/>
            </p:nvSpPr>
            <p:spPr>
              <a:xfrm>
                <a:off x="3285935" y="2114027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E6E235-3526-AA1F-2925-80D8A550D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935" y="2114027"/>
                <a:ext cx="3804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FCCF8F63-491D-8F3C-1B03-1056F6C31B09}"/>
              </a:ext>
            </a:extLst>
          </p:cNvPr>
          <p:cNvSpPr/>
          <p:nvPr/>
        </p:nvSpPr>
        <p:spPr>
          <a:xfrm flipH="1" flipV="1">
            <a:off x="3453319" y="2020281"/>
            <a:ext cx="45720" cy="4572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F570D2-BE55-2E93-1AAE-6DF9F395B375}"/>
              </a:ext>
            </a:extLst>
          </p:cNvPr>
          <p:cNvSpPr/>
          <p:nvPr/>
        </p:nvSpPr>
        <p:spPr>
          <a:xfrm>
            <a:off x="2248249" y="1424663"/>
            <a:ext cx="1205070" cy="595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4B14E3-80DF-C395-25C8-574AB79A835B}"/>
              </a:ext>
            </a:extLst>
          </p:cNvPr>
          <p:cNvSpPr/>
          <p:nvPr/>
        </p:nvSpPr>
        <p:spPr>
          <a:xfrm>
            <a:off x="3499038" y="1424663"/>
            <a:ext cx="5770795" cy="5956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Information Constrained Exploration-Exploitation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03021D-911F-3389-EC96-1BC7DCDA1719}"/>
              </a:ext>
            </a:extLst>
          </p:cNvPr>
          <p:cNvSpPr txBox="1"/>
          <p:nvPr/>
        </p:nvSpPr>
        <p:spPr>
          <a:xfrm>
            <a:off x="2188054" y="1428059"/>
            <a:ext cx="1250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Pure </a:t>
            </a:r>
          </a:p>
          <a:p>
            <a:r>
              <a:rPr lang="en-US" dirty="0"/>
              <a:t>Exploration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D341950C-9192-E3C9-9306-0E59CE9FF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670" y="2995089"/>
                <a:ext cx="3289313" cy="26362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</a:rPr>
                  <a:t>Pure Exploration Phase: </a:t>
                </a:r>
                <a:r>
                  <a:rPr lang="en-US" sz="2400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play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𝑈𝑛𝑖𝑓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𝕊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D341950C-9192-E3C9-9306-0E59CE9FF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670" y="2995089"/>
                <a:ext cx="3289313" cy="2636233"/>
              </a:xfrm>
              <a:blipFill>
                <a:blip r:embed="rId4"/>
                <a:stretch>
                  <a:fillRect l="-2778" t="-3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0DBC6C8-FBA7-92CE-A522-4EFAA627C4E6}"/>
              </a:ext>
            </a:extLst>
          </p:cNvPr>
          <p:cNvCxnSpPr/>
          <p:nvPr/>
        </p:nvCxnSpPr>
        <p:spPr>
          <a:xfrm>
            <a:off x="2281805" y="2290195"/>
            <a:ext cx="1037686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9FF7A8-B561-C3A1-5C49-B297A4447C17}"/>
                  </a:ext>
                </a:extLst>
              </p:cNvPr>
              <p:cNvSpPr txBox="1"/>
              <p:nvPr/>
            </p:nvSpPr>
            <p:spPr>
              <a:xfrm>
                <a:off x="2337823" y="2314584"/>
                <a:ext cx="10259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ra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9FF7A8-B561-C3A1-5C49-B297A4447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823" y="2314584"/>
                <a:ext cx="1025922" cy="400110"/>
              </a:xfrm>
              <a:prstGeom prst="rect">
                <a:avLst/>
              </a:prstGeom>
              <a:blipFill>
                <a:blip r:embed="rId5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FEE3DA-801D-54ED-B510-4720D06109B8}"/>
              </a:ext>
            </a:extLst>
          </p:cNvPr>
          <p:cNvCxnSpPr/>
          <p:nvPr/>
        </p:nvCxnSpPr>
        <p:spPr>
          <a:xfrm flipH="1">
            <a:off x="3459497" y="1308683"/>
            <a:ext cx="22859" cy="464750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6CE852D5-FF1F-E449-F699-99D2D15360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78109" y="2290195"/>
                <a:ext cx="8362222" cy="47069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</a:rPr>
                  <a:t>Information-Constrained Explore-Exploit Phase: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≥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/>
                  <a:t>Decode innovation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 </m:t>
                    </m:r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Construct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“inflated” </a:t>
                </a:r>
                <a:r>
                  <a:rPr lang="en-US" dirty="0"/>
                  <a:t>elliptical</a:t>
                </a:r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confidence 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45720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p>
                      </m:sSubSup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20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Sup>
                                <m:sSubSup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ad>
                            <m:radPr>
                              <m:degHide m:val="on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rad>
                        </m:e>
                        <m:sub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sSup>
                                <m:sSup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d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lit/>
                        </m:rPr>
                        <a:rPr lang="en-US" sz="220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200" dirty="0"/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Play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optimistic</a:t>
                </a:r>
                <a:r>
                  <a:rPr lang="en-US" dirty="0"/>
                  <a:t>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Sup>
                              <m:sSub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𝒞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sup>
                            </m:sSubSup>
                          </m:lim>
                        </m:limLow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6CE852D5-FF1F-E449-F699-99D2D1536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109" y="2290195"/>
                <a:ext cx="8362222" cy="4706978"/>
              </a:xfrm>
              <a:prstGeom prst="rect">
                <a:avLst/>
              </a:prstGeom>
              <a:blipFill>
                <a:blip r:embed="rId6"/>
                <a:stretch>
                  <a:fillRect l="-1166"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F497B92-B7C3-3F17-6173-D430615CA7DD}"/>
              </a:ext>
            </a:extLst>
          </p:cNvPr>
          <p:cNvCxnSpPr/>
          <p:nvPr/>
        </p:nvCxnSpPr>
        <p:spPr>
          <a:xfrm flipV="1">
            <a:off x="7971441" y="4183504"/>
            <a:ext cx="321128" cy="37555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5856DEAA-8B58-6A27-2A87-2E82D6F3CA35}"/>
              </a:ext>
            </a:extLst>
          </p:cNvPr>
          <p:cNvSpPr/>
          <p:nvPr/>
        </p:nvSpPr>
        <p:spPr>
          <a:xfrm>
            <a:off x="8156497" y="3590234"/>
            <a:ext cx="685800" cy="576943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AD2D465-2A5C-F220-28FD-0A5842A9DD7A}"/>
              </a:ext>
            </a:extLst>
          </p:cNvPr>
          <p:cNvSpPr/>
          <p:nvPr/>
        </p:nvSpPr>
        <p:spPr>
          <a:xfrm>
            <a:off x="10494972" y="3682763"/>
            <a:ext cx="504648" cy="424544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D2C6B0F-8C39-1BF1-EF94-15E1535E9C6F}"/>
              </a:ext>
            </a:extLst>
          </p:cNvPr>
          <p:cNvCxnSpPr>
            <a:cxnSpLocks/>
          </p:cNvCxnSpPr>
          <p:nvPr/>
        </p:nvCxnSpPr>
        <p:spPr>
          <a:xfrm flipH="1" flipV="1">
            <a:off x="10867809" y="4174549"/>
            <a:ext cx="429216" cy="39346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66684D2-2C72-A1C0-590C-49BD6D79D7C5}"/>
              </a:ext>
            </a:extLst>
          </p:cNvPr>
          <p:cNvSpPr txBox="1"/>
          <p:nvPr/>
        </p:nvSpPr>
        <p:spPr>
          <a:xfrm>
            <a:off x="6572625" y="4500222"/>
            <a:ext cx="3167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confidence radius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2D6034-0FCF-6BD1-F84E-80DEEAC1D17B}"/>
              </a:ext>
            </a:extLst>
          </p:cNvPr>
          <p:cNvSpPr txBox="1"/>
          <p:nvPr/>
        </p:nvSpPr>
        <p:spPr>
          <a:xfrm>
            <a:off x="10366296" y="4495414"/>
            <a:ext cx="3167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Encoding error</a:t>
            </a:r>
          </a:p>
        </p:txBody>
      </p:sp>
    </p:spTree>
    <p:extLst>
      <p:ext uri="{BB962C8B-B14F-4D97-AF65-F5344CB8AC3E}">
        <p14:creationId xmlns:p14="http://schemas.microsoft.com/office/powerpoint/2010/main" val="114473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4" grpId="0" animBg="1"/>
      <p:bldP spid="35" grpId="0" animBg="1"/>
      <p:bldP spid="37" grpId="0"/>
      <p:bldP spid="3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87B8-3AA4-6AD1-99C9-0EF2BE924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does IC-LinUCB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451DD-2C41-C128-B25E-E971BA3B89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7300"/>
                <a:ext cx="10515600" cy="4919663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Key Result 1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(Effect of Pure Exploration): </a:t>
                </a:r>
                <a:r>
                  <a:rPr lang="en-US" dirty="0">
                    <a:solidFill>
                      <a:schemeClr val="tx1"/>
                    </a:solidFill>
                  </a:rPr>
                  <a:t>With high probability, we have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  <m:r>
                      <m:rPr>
                        <m:nor/>
                      </m:rPr>
                      <a:rPr lang="en-US" dirty="0">
                        <a:solidFill>
                          <a:schemeClr val="tx1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tx1"/>
                        </a:solidFill>
                      </a:rPr>
                      <m:t>.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Key Result 2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(Encoding Region): </a:t>
                </a:r>
                <a:r>
                  <a:rPr lang="en-US" dirty="0">
                    <a:solidFill>
                      <a:schemeClr val="tx1"/>
                    </a:solidFill>
                  </a:rPr>
                  <a:t>With high probability, we have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+1.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Key Result 3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(Confidence Region): </a:t>
                </a:r>
                <a:r>
                  <a:rPr lang="en-US" dirty="0">
                    <a:solidFill>
                      <a:schemeClr val="tx1"/>
                    </a:solidFill>
                  </a:rPr>
                  <a:t>With high probability,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Moreover,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we have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ra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).</m:t>
                        </m:r>
                      </m:e>
                    </m:func>
                  </m:oMath>
                </a14:m>
                <a:endParaRPr lang="en-US" b="0" dirty="0">
                  <a:solidFill>
                    <a:schemeClr val="tx2"/>
                  </a:solidFill>
                </a:endParaRPr>
              </a:p>
              <a:p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451DD-2C41-C128-B25E-E971BA3B89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7300"/>
                <a:ext cx="10515600" cy="4919663"/>
              </a:xfrm>
              <a:blipFill>
                <a:blip r:embed="rId2"/>
                <a:stretch>
                  <a:fillRect l="-928" t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49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1498-AFD1-0DA5-CAA6-F7BEA346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Multi-Armed Bandit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4B4AD-FC90-9621-F1E7-A9B7BC7D3F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4716" y="1479665"/>
                <a:ext cx="11750723" cy="4863552"/>
              </a:xfrm>
            </p:spPr>
            <p:txBody>
              <a:bodyPr/>
              <a:lstStyle/>
              <a:p>
                <a:r>
                  <a:rPr lang="en-US" dirty="0"/>
                  <a:t>Learner is presented a finite set of arms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Mean reward of arm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At each-time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an arm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selected by the learner. </a:t>
                </a:r>
              </a:p>
              <a:p>
                <a:r>
                  <a:rPr lang="en-US" dirty="0"/>
                  <a:t>The learner observes a reward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Goal</a:t>
                </a:r>
                <a:r>
                  <a:rPr lang="en-US" dirty="0"/>
                  <a:t> is to minimize </a:t>
                </a:r>
                <a:r>
                  <a:rPr lang="en-US" dirty="0">
                    <a:solidFill>
                      <a:schemeClr val="accent1"/>
                    </a:solidFill>
                  </a:rPr>
                  <a:t>cumulative regret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𝒜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b="0" dirty="0"/>
                  <a:t> is the mean of the best arm.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4B4AD-FC90-9621-F1E7-A9B7BC7D3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4716" y="1479665"/>
                <a:ext cx="11750723" cy="4863552"/>
              </a:xfrm>
              <a:blipFill>
                <a:blip r:embed="rId3"/>
                <a:stretch>
                  <a:fillRect l="-830" t="-2005" r="-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9A871284-DC8D-FFA8-600E-EA9C861C6880}"/>
              </a:ext>
            </a:extLst>
          </p:cNvPr>
          <p:cNvSpPr/>
          <p:nvPr/>
        </p:nvSpPr>
        <p:spPr>
          <a:xfrm>
            <a:off x="7516586" y="2982687"/>
            <a:ext cx="435428" cy="408214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716342-EBE5-1E5A-4D8F-82DCCBDE20BF}"/>
              </a:ext>
            </a:extLst>
          </p:cNvPr>
          <p:cNvCxnSpPr>
            <a:cxnSpLocks/>
          </p:cNvCxnSpPr>
          <p:nvPr/>
        </p:nvCxnSpPr>
        <p:spPr>
          <a:xfrm flipV="1">
            <a:off x="7298872" y="3390901"/>
            <a:ext cx="435428" cy="408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7CA854-F28B-38BC-D50B-1A266B61AFFB}"/>
              </a:ext>
            </a:extLst>
          </p:cNvPr>
          <p:cNvSpPr txBox="1"/>
          <p:nvPr/>
        </p:nvSpPr>
        <p:spPr>
          <a:xfrm flipH="1">
            <a:off x="5982788" y="3776442"/>
            <a:ext cx="3742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Zero-mean Gaussian noise</a:t>
            </a:r>
          </a:p>
        </p:txBody>
      </p:sp>
    </p:spTree>
    <p:extLst>
      <p:ext uri="{BB962C8B-B14F-4D97-AF65-F5344CB8AC3E}">
        <p14:creationId xmlns:p14="http://schemas.microsoft.com/office/powerpoint/2010/main" val="279737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86.23921"/>
  <p:tag name="LATEXADDIN" val="\documentclass{article}&#10;\usepackage{amsmath}&#10;\pagestyle{empty}&#10;\begin{document}&#10;&#10;$e_t$&#10;&#10;&#10;\end{document}"/>
  <p:tag name="IGUANATEXSIZE" val="26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.4795"/>
  <p:tag name="ORIGINALWIDTH" val="210.7236"/>
  <p:tag name="LATEXADDIN" val="\documentclass{article}&#10;\usepackage{amsmath}&#10;\pagestyle{empty}&#10;\begin{document}&#10;&#10;$\hat{\theta}^{(s)}_{t-1}$&#10;&#10;&#10;\end{document}"/>
  <p:tag name="IGUANATEXSIZE" val="26"/>
  <p:tag name="IGUANATEXCURSOR" val="8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.4795"/>
  <p:tag name="ORIGINALWIDTH" val="210.7236"/>
  <p:tag name="LATEXADDIN" val="\documentclass{article}&#10;\usepackage{amsmath}&#10;\pagestyle{empty}&#10;\begin{document}&#10;&#10;$\hat{\theta}^{(a)}_{t-1}$&#10;&#10;&#10;\end{document}"/>
  <p:tag name="IGUANATEXSIZE" val="26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.2298"/>
  <p:tag name="ORIGINALWIDTH" val="179.9775"/>
  <p:tag name="LATEXADDIN" val="\documentclass{article}&#10;\usepackage{amsmath}&#10;\pagestyle{empty}&#10;\begin{document}&#10;&#10;$\hat{\theta}^{(a)}_{t}$&#10;&#10;&#10;\end{document}"/>
  <p:tag name="IGUANATEXSIZE" val="26"/>
  <p:tag name="IGUANATEXCURSOR" val="10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.2298"/>
  <p:tag name="ORIGINALWIDTH" val="179.9775"/>
  <p:tag name="LATEXADDIN" val="\documentclass{article}&#10;\usepackage{amsmath}&#10;\pagestyle{empty}&#10;\begin{document}&#10;&#10;$\hat{\theta}^{(a)}_{t}$&#10;&#10;&#10;\end{document}"/>
  <p:tag name="IGUANATEXSIZE" val="26"/>
  <p:tag name="IGUANATEXCURSOR" val="10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86.23921"/>
  <p:tag name="LATEXADDIN" val="\documentclass{article}&#10;\usepackage{amsmath}&#10;\pagestyle{empty}&#10;\begin{document}&#10;&#10;$\tilde{e}_t$&#10;&#10;&#10;\end{document}"/>
  <p:tag name="IGUANATEXSIZE" val="26"/>
  <p:tag name="IGUANATEXCURSOR" val="9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01.2373"/>
  <p:tag name="LATEXADDIN" val="\documentclass{article}&#10;\usepackage{amsmath}&#10;\pagestyle{empty}&#10;\begin{document}&#10;&#10;$p_t$&#10;&#10;&#10;\end{document}"/>
  <p:tag name="IGUANATEXSIZE" val="26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45.4443"/>
  <p:tag name="LATEXADDIN" val="\documentclass{article}&#10;\usepackage{amsmath}&#10;\pagestyle{empty}&#10;\begin{document}&#10;&#10;&#10;$\mathcal{B}_d(0,p_t)$&#10;&#10;&#10;&#10;\end{document}"/>
  <p:tag name="IGUANATEXSIZE" val="26"/>
  <p:tag name="IGUANATEXCURSOR" val="10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41.7323"/>
  <p:tag name="LATEXADDIN" val="\documentclass{article}&#10;\usepackage{amsmath}&#10;\pagestyle{empty}&#10;\begin{document}&#10;&#10;$\epsilon p_t$&#10;&#10;&#10;\end{document}"/>
  <p:tag name="IGUANATEXSIZE" val="26"/>
  <p:tag name="IGUANATEXCURSOR" val="9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86.23921"/>
  <p:tag name="LATEXADDIN" val="\documentclass{article}&#10;\usepackage{amsmath}&#10;\pagestyle{empty}&#10;\begin{document}&#10;&#10;$e_t$&#10;&#10;&#10;\end{document}"/>
  <p:tag name="IGUANATEXSIZE" val="26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.4795"/>
  <p:tag name="ORIGINALWIDTH" val="210.7236"/>
  <p:tag name="LATEXADDIN" val="\documentclass{article}&#10;\usepackage{amsmath}&#10;\pagestyle{empty}&#10;\begin{document}&#10;&#10;$\hat{\theta}^{(s)}_{t-1}$&#10;&#10;&#10;\end{document}"/>
  <p:tag name="IGUANATEXSIZE" val="26"/>
  <p:tag name="IGUANATEXCURSOR" val="8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.4795"/>
  <p:tag name="ORIGINALWIDTH" val="210.7236"/>
  <p:tag name="LATEXADDIN" val="\documentclass{article}&#10;\usepackage{amsmath}&#10;\pagestyle{empty}&#10;\begin{document}&#10;&#10;$\hat{\theta}^{(a)}_{t-1}$&#10;&#10;&#10;\end{document}"/>
  <p:tag name="IGUANATEXSIZE" val="26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210.7236"/>
  <p:tag name="LATEXADDIN" val="\documentclass{article}&#10;\usepackage{amsmath}&#10;\pagestyle{empty}&#10;\begin{document}&#10;&#10;&#10;$ \leq q_t $&#10;&#10;&#10;\end{document}"/>
  <p:tag name="IGUANATEXSIZE" val="26"/>
  <p:tag name="IGUANATEXCURSOR" val="9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70.4537"/>
  <p:tag name="LATEXADDIN" val="\documentclass{article}&#10;\usepackage{amsmath}&#10;\pagestyle{empty}&#10;\begin{document}&#10;&#10;&#10;$ \leq f(T) $&#10;&#10;&#10;\end{document}"/>
  <p:tag name="IGUANATEXSIZE" val="24"/>
  <p:tag name="IGUANATEXCURSOR" val="9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Auri Template (1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Auri Template (1)</Template>
  <TotalTime>66261</TotalTime>
  <Words>3279</Words>
  <Application>Microsoft Office PowerPoint</Application>
  <PresentationFormat>Widescreen</PresentationFormat>
  <Paragraphs>515</Paragraphs>
  <Slides>54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Cambria Math</vt:lpstr>
      <vt:lpstr>Constantia</vt:lpstr>
      <vt:lpstr>Auri Template (1)</vt:lpstr>
      <vt:lpstr>Collaborative Decision-Making under Adversarial and Information Constraints</vt:lpstr>
      <vt:lpstr>The Standard RL Pipeline</vt:lpstr>
      <vt:lpstr>What Makes RL Challenging?</vt:lpstr>
      <vt:lpstr>To Collaborate or Not?</vt:lpstr>
      <vt:lpstr>RL under Communication Constraints</vt:lpstr>
      <vt:lpstr>Outline of the Talk</vt:lpstr>
      <vt:lpstr>PowerPoint Presentation</vt:lpstr>
      <vt:lpstr>The Multi-Armed Bandit Problem</vt:lpstr>
      <vt:lpstr>The Linear Stochastic Bandit Problem</vt:lpstr>
      <vt:lpstr>PowerPoint Presentation</vt:lpstr>
      <vt:lpstr>PowerPoint Presentation</vt:lpstr>
      <vt:lpstr>To Collaborate or Not?</vt:lpstr>
      <vt:lpstr>Main Result 1: Collaborative Gains</vt:lpstr>
      <vt:lpstr>Main Result 2: Fundamental Limit</vt:lpstr>
      <vt:lpstr>Related Work</vt:lpstr>
      <vt:lpstr>More Related Work</vt:lpstr>
      <vt:lpstr>Overview of RCLB: Key Ideas</vt:lpstr>
      <vt:lpstr>Overview of RCLB: Key Ideas</vt:lpstr>
      <vt:lpstr>Overview of RCLB: Key Ideas</vt:lpstr>
      <vt:lpstr>Overview of RCLB: Key Ideas</vt:lpstr>
      <vt:lpstr>Overview of RCLB: Key Ideas</vt:lpstr>
      <vt:lpstr>A Closer Look at RCLB: Missing Gaps</vt:lpstr>
      <vt:lpstr>Sampling for Phased Elimination</vt:lpstr>
      <vt:lpstr>Local Model Estimation</vt:lpstr>
      <vt:lpstr>Robust Arm-Mean Estimation: Failed Attempts</vt:lpstr>
      <vt:lpstr>Robust Arm-Mean Estimation: Failed Attempts</vt:lpstr>
      <vt:lpstr>Lessons Learnt</vt:lpstr>
      <vt:lpstr>Robust Arm-Mean Estimation: Finally!</vt:lpstr>
      <vt:lpstr>Robust Confidence Intervals</vt:lpstr>
      <vt:lpstr>Phased Elimination </vt:lpstr>
      <vt:lpstr>Phased Elimination </vt:lpstr>
      <vt:lpstr>Putting it all together</vt:lpstr>
      <vt:lpstr>The Lower Bound Analysis</vt:lpstr>
      <vt:lpstr>The Lower Bound Analysis</vt:lpstr>
      <vt:lpstr>Quick Summary</vt:lpstr>
      <vt:lpstr>PowerPoint Presentation</vt:lpstr>
      <vt:lpstr>Motivating the Setting</vt:lpstr>
      <vt:lpstr>The Setup</vt:lpstr>
      <vt:lpstr>The Setup</vt:lpstr>
      <vt:lpstr>Contributions</vt:lpstr>
      <vt:lpstr>Contributions (Continued)</vt:lpstr>
      <vt:lpstr>Key Algorithmic Ideas</vt:lpstr>
      <vt:lpstr>Challenges in Large-Scale/Distributed Systems</vt:lpstr>
      <vt:lpstr>Exploiting Common Structure in Multi-Agent Learning</vt:lpstr>
      <vt:lpstr>Federated RL with Heterogeneous Environments</vt:lpstr>
      <vt:lpstr>Federated RL with Heterogeneous Environments</vt:lpstr>
      <vt:lpstr>Future Directions</vt:lpstr>
      <vt:lpstr>Building Intuition for Encoding Strategy</vt:lpstr>
      <vt:lpstr>Building Intuition for Encoding Strategy</vt:lpstr>
      <vt:lpstr>Building Intuition for Encoding Strategy</vt:lpstr>
      <vt:lpstr>Adaptive Encoding at Agent</vt:lpstr>
      <vt:lpstr>Decision-Making at Server</vt:lpstr>
      <vt:lpstr>Why does IC-LinUCB Work?</vt:lpstr>
      <vt:lpstr>The Multi-Armed Bandit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Functional Observers for LTI Systems</dc:title>
  <dc:creator>Aritra Mitra</dc:creator>
  <cp:lastModifiedBy>Aritra Mitra</cp:lastModifiedBy>
  <cp:revision>821</cp:revision>
  <dcterms:created xsi:type="dcterms:W3CDTF">2017-12-04T17:46:46Z</dcterms:created>
  <dcterms:modified xsi:type="dcterms:W3CDTF">2023-11-28T09:59:10Z</dcterms:modified>
</cp:coreProperties>
</file>